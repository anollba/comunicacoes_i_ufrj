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org&amp;utm_campaign=parser&amp;utm_content=thumbnail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9" r:id="rId5"/>
    <p:sldId id="264" r:id="rId6"/>
    <p:sldId id="332" r:id="rId7"/>
    <p:sldId id="330" r:id="rId8"/>
    <p:sldId id="334" r:id="rId9"/>
    <p:sldId id="337" r:id="rId10"/>
    <p:sldId id="338" r:id="rId11"/>
    <p:sldId id="336" r:id="rId12"/>
    <p:sldId id="331" r:id="rId13"/>
    <p:sldId id="333" r:id="rId14"/>
    <p:sldId id="353" r:id="rId15"/>
    <p:sldId id="340" r:id="rId16"/>
    <p:sldId id="342" r:id="rId17"/>
    <p:sldId id="341" r:id="rId18"/>
    <p:sldId id="343" r:id="rId19"/>
    <p:sldId id="356" r:id="rId20"/>
    <p:sldId id="339" r:id="rId21"/>
    <p:sldId id="260" r:id="rId22"/>
    <p:sldId id="355" r:id="rId23"/>
    <p:sldId id="344" r:id="rId24"/>
    <p:sldId id="346" r:id="rId25"/>
    <p:sldId id="357" r:id="rId26"/>
    <p:sldId id="347" r:id="rId27"/>
    <p:sldId id="348" r:id="rId28"/>
    <p:sldId id="349" r:id="rId29"/>
    <p:sldId id="350" r:id="rId30"/>
    <p:sldId id="351" r:id="rId31"/>
    <p:sldId id="352" r:id="rId32"/>
    <p:sldId id="354" r:id="rId33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29" userDrawn="1">
          <p15:clr>
            <a:srgbClr val="A4A3A4"/>
          </p15:clr>
        </p15:guide>
        <p15:guide id="2" pos="7151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ia Ximenes | Brazil | Licks Attorneys" initials="SX|B|LA" lastIdx="5" clrIdx="0">
    <p:extLst>
      <p:ext uri="{19B8F6BF-5375-455C-9EA6-DF929625EA0E}">
        <p15:presenceInfo xmlns:p15="http://schemas.microsoft.com/office/powerpoint/2012/main" userId="S-1-5-21-4064988553-3364987943-4011221069-25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FF"/>
    <a:srgbClr val="72BF44"/>
    <a:srgbClr val="DDDDDD"/>
    <a:srgbClr val="221B6F"/>
    <a:srgbClr val="231F20"/>
    <a:srgbClr val="1A203F"/>
    <a:srgbClr val="383B71"/>
    <a:srgbClr val="C9252C"/>
    <a:srgbClr val="393C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20"/>
      </p:cViewPr>
      <p:guideLst>
        <p:guide pos="529"/>
        <p:guide pos="7151"/>
        <p:guide orient="horz" pos="7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073928FA-D2C6-41DE-B220-3F2DB2F37ACE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B282AF58-AFB8-48A3-96B5-4550277F4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127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BA67B741-5C22-4E92-9233-564803058EDF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80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943170F2-A307-469F-9C21-48DA32EBB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88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170F2-A307-469F-9C21-48DA32EBBF52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3568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2760AE9-7072-6665-A798-B16FE3695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61054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062421D-6B9C-2119-9B24-9A8301D37D45}"/>
              </a:ext>
            </a:extLst>
          </p:cNvPr>
          <p:cNvSpPr txBox="1"/>
          <p:nvPr userDrawn="1"/>
        </p:nvSpPr>
        <p:spPr>
          <a:xfrm>
            <a:off x="4211128" y="1747180"/>
            <a:ext cx="7410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92CEFEA-E523-3B80-3BF1-555F84BF3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1128" y="212338"/>
            <a:ext cx="74100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pt-BR" noProof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99135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ó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01" y="1367660"/>
            <a:ext cx="5269356" cy="1579289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400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13" name="CaixaDeTexto 15">
            <a:extLst>
              <a:ext uri="{FF2B5EF4-FFF2-40B4-BE49-F238E27FC236}">
                <a16:creationId xmlns:a16="http://schemas.microsoft.com/office/drawing/2014/main" id="{3034A8DE-CBF7-4126-9C31-A37C294C2BE3}"/>
              </a:ext>
            </a:extLst>
          </p:cNvPr>
          <p:cNvSpPr txBox="1"/>
          <p:nvPr userDrawn="1"/>
        </p:nvSpPr>
        <p:spPr>
          <a:xfrm>
            <a:off x="10664324" y="6528028"/>
            <a:ext cx="4586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55878"/>
            <a:fld id="{62780EB2-574A-44ED-8A24-CBC304E57FAD}" type="slidenum">
              <a:rPr lang="pt-BR" sz="900">
                <a:solidFill>
                  <a:schemeClr val="tx1"/>
                </a:solidFill>
              </a:rPr>
              <a:pPr algn="r" defTabSz="855878"/>
              <a:t>‹nº›</a:t>
            </a:fld>
            <a:endParaRPr lang="pt-BR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0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F8B259D-0248-B69D-71BA-B3EF94543820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28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CD91DA93-1A48-C321-821D-9EA19546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5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A349D25-7E18-DCA3-9D79-EDA429B7D62D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67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42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BE6A030-3DD1-D6A5-E876-EB091AB8E4C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" y="0"/>
            <a:ext cx="649089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8AEE830-9E8A-DF74-4039-CE307E4895E4}"/>
              </a:ext>
            </a:extLst>
          </p:cNvPr>
          <p:cNvSpPr txBox="1"/>
          <p:nvPr userDrawn="1"/>
        </p:nvSpPr>
        <p:spPr>
          <a:xfrm>
            <a:off x="838200" y="6383547"/>
            <a:ext cx="269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477187-2393-2A22-8770-9F34FADBFE4E}"/>
              </a:ext>
            </a:extLst>
          </p:cNvPr>
          <p:cNvSpPr txBox="1"/>
          <p:nvPr userDrawn="1"/>
        </p:nvSpPr>
        <p:spPr>
          <a:xfrm>
            <a:off x="838199" y="6418053"/>
            <a:ext cx="3345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3DE7BE-E395-47CF-16B5-9329C7E53BC8}"/>
              </a:ext>
            </a:extLst>
          </p:cNvPr>
          <p:cNvSpPr txBox="1"/>
          <p:nvPr userDrawn="1"/>
        </p:nvSpPr>
        <p:spPr>
          <a:xfrm>
            <a:off x="9936191" y="6414324"/>
            <a:ext cx="1417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>
                <a:solidFill>
                  <a:srgbClr val="0070C0"/>
                </a:solidFill>
              </a:rPr>
              <a:t>Prof. André Noll</a:t>
            </a:r>
          </a:p>
        </p:txBody>
      </p:sp>
    </p:spTree>
    <p:extLst>
      <p:ext uri="{BB962C8B-B14F-4D97-AF65-F5344CB8AC3E}">
        <p14:creationId xmlns:p14="http://schemas.microsoft.com/office/powerpoint/2010/main" val="268138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62" r:id="rId4"/>
    <p:sldLayoutId id="214748365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org&amp;utm_campaign=parser&amp;utm_content=thumbnai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anollba/comunicacoes_i_ufrj/blob/main/python/fourier_series_spectrum.py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9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28.png"/><Relationship Id="rId21" Type="http://schemas.openxmlformats.org/officeDocument/2006/relationships/image" Target="../media/image23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21.wmf"/><Relationship Id="rId25" Type="http://schemas.openxmlformats.org/officeDocument/2006/relationships/image" Target="../media/image25.wmf"/><Relationship Id="rId2" Type="http://schemas.openxmlformats.org/officeDocument/2006/relationships/image" Target="../media/image27.png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27.wmf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8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15.wmf"/><Relationship Id="rId15" Type="http://schemas.openxmlformats.org/officeDocument/2006/relationships/image" Target="../media/image20.wmf"/><Relationship Id="rId23" Type="http://schemas.openxmlformats.org/officeDocument/2006/relationships/image" Target="../media/image24.w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22.wmf"/><Relationship Id="rId31" Type="http://schemas.openxmlformats.org/officeDocument/2006/relationships/image" Target="../media/image28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26.wmf"/><Relationship Id="rId30" Type="http://schemas.openxmlformats.org/officeDocument/2006/relationships/oleObject" Target="../embeddings/oleObject1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51.png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33.wmf"/><Relationship Id="rId17" Type="http://schemas.openxmlformats.org/officeDocument/2006/relationships/image" Target="../media/image50.png"/><Relationship Id="rId2" Type="http://schemas.openxmlformats.org/officeDocument/2006/relationships/image" Target="../media/image43.png"/><Relationship Id="rId16" Type="http://schemas.openxmlformats.org/officeDocument/2006/relationships/image" Target="../media/image34.wmf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32.wmf"/><Relationship Id="rId19" Type="http://schemas.openxmlformats.org/officeDocument/2006/relationships/image" Target="../media/image52.png"/><Relationship Id="rId4" Type="http://schemas.openxmlformats.org/officeDocument/2006/relationships/image" Target="../media/image29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8.bin"/><Relationship Id="rId18" Type="http://schemas.openxmlformats.org/officeDocument/2006/relationships/image" Target="../media/image42.wmf"/><Relationship Id="rId26" Type="http://schemas.openxmlformats.org/officeDocument/2006/relationships/image" Target="../media/image45.wmf"/><Relationship Id="rId39" Type="http://schemas.openxmlformats.org/officeDocument/2006/relationships/image" Target="../media/image54.png"/><Relationship Id="rId21" Type="http://schemas.openxmlformats.org/officeDocument/2006/relationships/oleObject" Target="../embeddings/oleObject32.bin"/><Relationship Id="rId34" Type="http://schemas.openxmlformats.org/officeDocument/2006/relationships/image" Target="../media/image49.wmf"/><Relationship Id="rId42" Type="http://schemas.openxmlformats.org/officeDocument/2006/relationships/oleObject" Target="../embeddings/oleObject42.bin"/><Relationship Id="rId47" Type="http://schemas.openxmlformats.org/officeDocument/2006/relationships/oleObject" Target="../embeddings/oleObject45.bin"/><Relationship Id="rId50" Type="http://schemas.openxmlformats.org/officeDocument/2006/relationships/image" Target="../media/image59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23.bin"/><Relationship Id="rId16" Type="http://schemas.openxmlformats.org/officeDocument/2006/relationships/image" Target="../media/image21.wmf"/><Relationship Id="rId29" Type="http://schemas.openxmlformats.org/officeDocument/2006/relationships/image" Target="../media/image47.wmf"/><Relationship Id="rId11" Type="http://schemas.openxmlformats.org/officeDocument/2006/relationships/oleObject" Target="../embeddings/oleObject27.bin"/><Relationship Id="rId24" Type="http://schemas.openxmlformats.org/officeDocument/2006/relationships/image" Target="../media/image25.wmf"/><Relationship Id="rId32" Type="http://schemas.openxmlformats.org/officeDocument/2006/relationships/image" Target="../media/image48.wmf"/><Relationship Id="rId37" Type="http://schemas.openxmlformats.org/officeDocument/2006/relationships/oleObject" Target="../embeddings/oleObject40.bin"/><Relationship Id="rId40" Type="http://schemas.openxmlformats.org/officeDocument/2006/relationships/oleObject" Target="../embeddings/oleObject41.bin"/><Relationship Id="rId45" Type="http://schemas.openxmlformats.org/officeDocument/2006/relationships/image" Target="../media/image57.wmf"/><Relationship Id="rId53" Type="http://schemas.openxmlformats.org/officeDocument/2006/relationships/image" Target="../media/image61.png"/><Relationship Id="rId5" Type="http://schemas.openxmlformats.org/officeDocument/2006/relationships/image" Target="../media/image15.wmf"/><Relationship Id="rId10" Type="http://schemas.openxmlformats.org/officeDocument/2006/relationships/image" Target="../media/image39.wmf"/><Relationship Id="rId19" Type="http://schemas.openxmlformats.org/officeDocument/2006/relationships/oleObject" Target="../embeddings/oleObject31.bin"/><Relationship Id="rId31" Type="http://schemas.openxmlformats.org/officeDocument/2006/relationships/oleObject" Target="../embeddings/oleObject37.bin"/><Relationship Id="rId44" Type="http://schemas.openxmlformats.org/officeDocument/2006/relationships/oleObject" Target="../embeddings/oleObject43.bin"/><Relationship Id="rId52" Type="http://schemas.openxmlformats.org/officeDocument/2006/relationships/image" Target="../media/image60.wmf"/><Relationship Id="rId4" Type="http://schemas.openxmlformats.org/officeDocument/2006/relationships/oleObject" Target="../embeddings/oleObject24.bin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41.wmf"/><Relationship Id="rId22" Type="http://schemas.openxmlformats.org/officeDocument/2006/relationships/image" Target="../media/image44.wmf"/><Relationship Id="rId27" Type="http://schemas.openxmlformats.org/officeDocument/2006/relationships/image" Target="../media/image46.png"/><Relationship Id="rId30" Type="http://schemas.openxmlformats.org/officeDocument/2006/relationships/oleObject" Target="../embeddings/oleObject36.bin"/><Relationship Id="rId35" Type="http://schemas.openxmlformats.org/officeDocument/2006/relationships/oleObject" Target="../embeddings/oleObject39.bin"/><Relationship Id="rId43" Type="http://schemas.openxmlformats.org/officeDocument/2006/relationships/image" Target="../media/image56.wmf"/><Relationship Id="rId48" Type="http://schemas.openxmlformats.org/officeDocument/2006/relationships/image" Target="../media/image58.wmf"/><Relationship Id="rId8" Type="http://schemas.openxmlformats.org/officeDocument/2006/relationships/image" Target="../media/image38.png"/><Relationship Id="rId51" Type="http://schemas.openxmlformats.org/officeDocument/2006/relationships/oleObject" Target="../embeddings/oleObject47.bin"/><Relationship Id="rId3" Type="http://schemas.openxmlformats.org/officeDocument/2006/relationships/image" Target="../media/image37.wmf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30.bin"/><Relationship Id="rId25" Type="http://schemas.openxmlformats.org/officeDocument/2006/relationships/oleObject" Target="../embeddings/oleObject34.bin"/><Relationship Id="rId33" Type="http://schemas.openxmlformats.org/officeDocument/2006/relationships/oleObject" Target="../embeddings/oleObject38.bin"/><Relationship Id="rId38" Type="http://schemas.openxmlformats.org/officeDocument/2006/relationships/image" Target="../media/image51.wmf"/><Relationship Id="rId46" Type="http://schemas.openxmlformats.org/officeDocument/2006/relationships/oleObject" Target="../embeddings/oleObject44.bin"/><Relationship Id="rId20" Type="http://schemas.openxmlformats.org/officeDocument/2006/relationships/image" Target="../media/image43.wmf"/><Relationship Id="rId41" Type="http://schemas.openxmlformats.org/officeDocument/2006/relationships/image" Target="../media/image55.wmf"/><Relationship Id="rId54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5.bin"/><Relationship Id="rId15" Type="http://schemas.openxmlformats.org/officeDocument/2006/relationships/oleObject" Target="../embeddings/oleObject29.bin"/><Relationship Id="rId23" Type="http://schemas.openxmlformats.org/officeDocument/2006/relationships/oleObject" Target="../embeddings/oleObject33.bin"/><Relationship Id="rId28" Type="http://schemas.openxmlformats.org/officeDocument/2006/relationships/oleObject" Target="../embeddings/oleObject35.bin"/><Relationship Id="rId36" Type="http://schemas.openxmlformats.org/officeDocument/2006/relationships/image" Target="../media/image50.wmf"/><Relationship Id="rId49" Type="http://schemas.openxmlformats.org/officeDocument/2006/relationships/oleObject" Target="../embeddings/oleObject4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68.png"/><Relationship Id="rId3" Type="http://schemas.openxmlformats.org/officeDocument/2006/relationships/image" Target="../media/image37.wmf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66.wmf"/><Relationship Id="rId17" Type="http://schemas.openxmlformats.org/officeDocument/2006/relationships/image" Target="../media/image57.wmf"/><Relationship Id="rId2" Type="http://schemas.openxmlformats.org/officeDocument/2006/relationships/oleObject" Target="../embeddings/oleObject23.bin"/><Relationship Id="rId16" Type="http://schemas.openxmlformats.org/officeDocument/2006/relationships/oleObject" Target="../embeddings/oleObject54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10" Type="http://schemas.openxmlformats.org/officeDocument/2006/relationships/image" Target="../media/image65.wmf"/><Relationship Id="rId4" Type="http://schemas.openxmlformats.org/officeDocument/2006/relationships/image" Target="../media/image63.png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6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69.wmf"/><Relationship Id="rId18" Type="http://schemas.openxmlformats.org/officeDocument/2006/relationships/oleObject" Target="../embeddings/oleObject58.bin"/><Relationship Id="rId26" Type="http://schemas.openxmlformats.org/officeDocument/2006/relationships/image" Target="../media/image72.wmf"/><Relationship Id="rId3" Type="http://schemas.openxmlformats.org/officeDocument/2006/relationships/image" Target="../media/image85.png"/><Relationship Id="rId21" Type="http://schemas.openxmlformats.org/officeDocument/2006/relationships/image" Target="../media/image71.wmf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57.bin"/><Relationship Id="rId17" Type="http://schemas.openxmlformats.org/officeDocument/2006/relationships/image" Target="../media/image70.wmf"/><Relationship Id="rId25" Type="http://schemas.openxmlformats.org/officeDocument/2006/relationships/oleObject" Target="../embeddings/oleObject60.bin"/><Relationship Id="rId2" Type="http://schemas.openxmlformats.org/officeDocument/2006/relationships/image" Target="../media/image84.png"/><Relationship Id="rId16" Type="http://schemas.openxmlformats.org/officeDocument/2006/relationships/oleObject" Target="../embeddings/oleObject58.bin"/><Relationship Id="rId20" Type="http://schemas.openxmlformats.org/officeDocument/2006/relationships/oleObject" Target="../embeddings/oleObject59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25.wmf"/><Relationship Id="rId24" Type="http://schemas.openxmlformats.org/officeDocument/2006/relationships/image" Target="../media/image89.png"/><Relationship Id="rId5" Type="http://schemas.openxmlformats.org/officeDocument/2006/relationships/image" Target="../media/image30.wmf"/><Relationship Id="rId15" Type="http://schemas.openxmlformats.org/officeDocument/2006/relationships/image" Target="../media/image69.wmf"/><Relationship Id="rId23" Type="http://schemas.openxmlformats.org/officeDocument/2006/relationships/image" Target="../media/image71.wmf"/><Relationship Id="rId28" Type="http://schemas.openxmlformats.org/officeDocument/2006/relationships/image" Target="../media/image73.wmf"/><Relationship Id="rId10" Type="http://schemas.openxmlformats.org/officeDocument/2006/relationships/oleObject" Target="../embeddings/oleObject56.bin"/><Relationship Id="rId19" Type="http://schemas.openxmlformats.org/officeDocument/2006/relationships/image" Target="../media/image70.wmf"/><Relationship Id="rId4" Type="http://schemas.openxmlformats.org/officeDocument/2006/relationships/oleObject" Target="../embeddings/oleObject55.bin"/><Relationship Id="rId9" Type="http://schemas.openxmlformats.org/officeDocument/2006/relationships/image" Target="../media/image25.wmf"/><Relationship Id="rId14" Type="http://schemas.openxmlformats.org/officeDocument/2006/relationships/oleObject" Target="../embeddings/oleObject57.bin"/><Relationship Id="rId22" Type="http://schemas.openxmlformats.org/officeDocument/2006/relationships/oleObject" Target="../embeddings/oleObject59.bin"/><Relationship Id="rId27" Type="http://schemas.openxmlformats.org/officeDocument/2006/relationships/oleObject" Target="../embeddings/oleObject66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57.bin"/><Relationship Id="rId18" Type="http://schemas.openxmlformats.org/officeDocument/2006/relationships/oleObject" Target="../embeddings/oleObject59.bin"/><Relationship Id="rId26" Type="http://schemas.openxmlformats.org/officeDocument/2006/relationships/image" Target="../media/image75.png"/><Relationship Id="rId3" Type="http://schemas.openxmlformats.org/officeDocument/2006/relationships/oleObject" Target="../embeddings/oleObject55.bin"/><Relationship Id="rId21" Type="http://schemas.openxmlformats.org/officeDocument/2006/relationships/oleObject" Target="../embeddings/oleObject60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69.wmf"/><Relationship Id="rId17" Type="http://schemas.openxmlformats.org/officeDocument/2006/relationships/image" Target="../media/image71.wmf"/><Relationship Id="rId25" Type="http://schemas.openxmlformats.org/officeDocument/2006/relationships/oleObject" Target="../embeddings/oleObject68.bin"/><Relationship Id="rId2" Type="http://schemas.openxmlformats.org/officeDocument/2006/relationships/image" Target="../media/image74.png"/><Relationship Id="rId16" Type="http://schemas.openxmlformats.org/officeDocument/2006/relationships/oleObject" Target="../embeddings/oleObject59.bin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57.bin"/><Relationship Id="rId24" Type="http://schemas.openxmlformats.org/officeDocument/2006/relationships/image" Target="../media/image96.png"/><Relationship Id="rId5" Type="http://schemas.openxmlformats.org/officeDocument/2006/relationships/oleObject" Target="../embeddings/oleObject55.bin"/><Relationship Id="rId15" Type="http://schemas.openxmlformats.org/officeDocument/2006/relationships/image" Target="../media/image93.png"/><Relationship Id="rId23" Type="http://schemas.openxmlformats.org/officeDocument/2006/relationships/image" Target="../media/image95.png"/><Relationship Id="rId10" Type="http://schemas.openxmlformats.org/officeDocument/2006/relationships/image" Target="../media/image25.wmf"/><Relationship Id="rId19" Type="http://schemas.openxmlformats.org/officeDocument/2006/relationships/image" Target="../media/image71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69.wmf"/><Relationship Id="rId22" Type="http://schemas.openxmlformats.org/officeDocument/2006/relationships/image" Target="../media/image72.wmf"/><Relationship Id="rId27" Type="http://schemas.openxmlformats.org/officeDocument/2006/relationships/image" Target="../media/image7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9.png"/><Relationship Id="rId4" Type="http://schemas.openxmlformats.org/officeDocument/2006/relationships/image" Target="../media/image78.wmf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wmf"/><Relationship Id="rId18" Type="http://schemas.openxmlformats.org/officeDocument/2006/relationships/oleObject" Target="../embeddings/oleObject77.bin"/><Relationship Id="rId26" Type="http://schemas.openxmlformats.org/officeDocument/2006/relationships/oleObject" Target="../embeddings/oleObject81.bin"/><Relationship Id="rId39" Type="http://schemas.openxmlformats.org/officeDocument/2006/relationships/oleObject" Target="../embeddings/oleObject88.bin"/><Relationship Id="rId21" Type="http://schemas.openxmlformats.org/officeDocument/2006/relationships/image" Target="../media/image81.wmf"/><Relationship Id="rId34" Type="http://schemas.openxmlformats.org/officeDocument/2006/relationships/image" Target="../media/image44.wmf"/><Relationship Id="rId42" Type="http://schemas.openxmlformats.org/officeDocument/2006/relationships/image" Target="../media/image47.wmf"/><Relationship Id="rId47" Type="http://schemas.openxmlformats.org/officeDocument/2006/relationships/image" Target="../media/image91.wmf"/><Relationship Id="rId50" Type="http://schemas.openxmlformats.org/officeDocument/2006/relationships/oleObject" Target="../embeddings/oleObject94.bin"/><Relationship Id="rId55" Type="http://schemas.openxmlformats.org/officeDocument/2006/relationships/image" Target="../media/image32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69.bin"/><Relationship Id="rId16" Type="http://schemas.openxmlformats.org/officeDocument/2006/relationships/oleObject" Target="../embeddings/oleObject76.bin"/><Relationship Id="rId29" Type="http://schemas.openxmlformats.org/officeDocument/2006/relationships/oleObject" Target="../embeddings/oleObject83.bin"/><Relationship Id="rId11" Type="http://schemas.openxmlformats.org/officeDocument/2006/relationships/image" Target="../media/image39.wmf"/><Relationship Id="rId24" Type="http://schemas.openxmlformats.org/officeDocument/2006/relationships/oleObject" Target="../embeddings/oleObject80.bin"/><Relationship Id="rId32" Type="http://schemas.openxmlformats.org/officeDocument/2006/relationships/image" Target="../media/image43.wmf"/><Relationship Id="rId37" Type="http://schemas.openxmlformats.org/officeDocument/2006/relationships/oleObject" Target="../embeddings/oleObject87.bin"/><Relationship Id="rId40" Type="http://schemas.openxmlformats.org/officeDocument/2006/relationships/image" Target="../media/image89.wmf"/><Relationship Id="rId45" Type="http://schemas.openxmlformats.org/officeDocument/2006/relationships/image" Target="../media/image90.wmf"/><Relationship Id="rId53" Type="http://schemas.openxmlformats.org/officeDocument/2006/relationships/image" Target="../media/image45.wmf"/><Relationship Id="rId58" Type="http://schemas.openxmlformats.org/officeDocument/2006/relationships/oleObject" Target="../embeddings/oleObject98.bin"/><Relationship Id="rId5" Type="http://schemas.openxmlformats.org/officeDocument/2006/relationships/image" Target="../media/image15.wmf"/><Relationship Id="rId19" Type="http://schemas.openxmlformats.org/officeDocument/2006/relationships/image" Target="../media/image21.wmf"/><Relationship Id="rId4" Type="http://schemas.openxmlformats.org/officeDocument/2006/relationships/oleObject" Target="../embeddings/oleObject70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75.bin"/><Relationship Id="rId22" Type="http://schemas.openxmlformats.org/officeDocument/2006/relationships/oleObject" Target="../embeddings/oleObject79.bin"/><Relationship Id="rId27" Type="http://schemas.openxmlformats.org/officeDocument/2006/relationships/image" Target="../media/image84.wmf"/><Relationship Id="rId30" Type="http://schemas.openxmlformats.org/officeDocument/2006/relationships/image" Target="../media/image42.wmf"/><Relationship Id="rId35" Type="http://schemas.openxmlformats.org/officeDocument/2006/relationships/oleObject" Target="../embeddings/oleObject86.bin"/><Relationship Id="rId43" Type="http://schemas.openxmlformats.org/officeDocument/2006/relationships/oleObject" Target="../embeddings/oleObject90.bin"/><Relationship Id="rId48" Type="http://schemas.openxmlformats.org/officeDocument/2006/relationships/oleObject" Target="../embeddings/oleObject93.bin"/><Relationship Id="rId56" Type="http://schemas.openxmlformats.org/officeDocument/2006/relationships/oleObject" Target="../embeddings/oleObject97.bin"/><Relationship Id="rId8" Type="http://schemas.openxmlformats.org/officeDocument/2006/relationships/oleObject" Target="../embeddings/oleObject72.bin"/><Relationship Id="rId51" Type="http://schemas.openxmlformats.org/officeDocument/2006/relationships/image" Target="../media/image57.wmf"/><Relationship Id="rId3" Type="http://schemas.openxmlformats.org/officeDocument/2006/relationships/image" Target="../media/image80.wmf"/><Relationship Id="rId12" Type="http://schemas.openxmlformats.org/officeDocument/2006/relationships/oleObject" Target="../embeddings/oleObject74.bin"/><Relationship Id="rId17" Type="http://schemas.openxmlformats.org/officeDocument/2006/relationships/image" Target="../media/image50.wmf"/><Relationship Id="rId25" Type="http://schemas.openxmlformats.org/officeDocument/2006/relationships/image" Target="../media/image83.wmf"/><Relationship Id="rId33" Type="http://schemas.openxmlformats.org/officeDocument/2006/relationships/oleObject" Target="../embeddings/oleObject85.bin"/><Relationship Id="rId38" Type="http://schemas.openxmlformats.org/officeDocument/2006/relationships/image" Target="../media/image85.wmf"/><Relationship Id="rId46" Type="http://schemas.openxmlformats.org/officeDocument/2006/relationships/oleObject" Target="../embeddings/oleObject92.bin"/><Relationship Id="rId59" Type="http://schemas.openxmlformats.org/officeDocument/2006/relationships/image" Target="../media/image94.wmf"/><Relationship Id="rId20" Type="http://schemas.openxmlformats.org/officeDocument/2006/relationships/oleObject" Target="../embeddings/oleObject78.bin"/><Relationship Id="rId41" Type="http://schemas.openxmlformats.org/officeDocument/2006/relationships/oleObject" Target="../embeddings/oleObject89.bin"/><Relationship Id="rId54" Type="http://schemas.openxmlformats.org/officeDocument/2006/relationships/oleObject" Target="../embeddings/oleObject96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71.bin"/><Relationship Id="rId15" Type="http://schemas.openxmlformats.org/officeDocument/2006/relationships/image" Target="../media/image41.wmf"/><Relationship Id="rId23" Type="http://schemas.openxmlformats.org/officeDocument/2006/relationships/image" Target="../media/image82.wmf"/><Relationship Id="rId28" Type="http://schemas.openxmlformats.org/officeDocument/2006/relationships/oleObject" Target="../embeddings/oleObject82.bin"/><Relationship Id="rId36" Type="http://schemas.openxmlformats.org/officeDocument/2006/relationships/image" Target="../media/image25.wmf"/><Relationship Id="rId49" Type="http://schemas.openxmlformats.org/officeDocument/2006/relationships/image" Target="../media/image92.wmf"/><Relationship Id="rId57" Type="http://schemas.openxmlformats.org/officeDocument/2006/relationships/image" Target="../media/image93.wmf"/><Relationship Id="rId10" Type="http://schemas.openxmlformats.org/officeDocument/2006/relationships/oleObject" Target="../embeddings/oleObject73.bin"/><Relationship Id="rId31" Type="http://schemas.openxmlformats.org/officeDocument/2006/relationships/oleObject" Target="../embeddings/oleObject84.bin"/><Relationship Id="rId44" Type="http://schemas.openxmlformats.org/officeDocument/2006/relationships/oleObject" Target="../embeddings/oleObject91.bin"/><Relationship Id="rId52" Type="http://schemas.openxmlformats.org/officeDocument/2006/relationships/oleObject" Target="../embeddings/oleObject9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5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oleObject" Target="../embeddings/oleObject100.bin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oleObject" Target="../embeddings/oleObject101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8.wmf"/><Relationship Id="rId4" Type="http://schemas.openxmlformats.org/officeDocument/2006/relationships/oleObject" Target="../embeddings/oleObject10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oleObject" Target="../embeddings/oleObject103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0.wmf"/><Relationship Id="rId4" Type="http://schemas.openxmlformats.org/officeDocument/2006/relationships/oleObject" Target="../embeddings/oleObject104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oleObject" Target="../embeddings/oleObject105.bin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F866E-AD52-F484-BC73-B5DC3F9F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Fourier</a:t>
            </a:r>
          </a:p>
        </p:txBody>
      </p:sp>
    </p:spTree>
    <p:extLst>
      <p:ext uri="{BB962C8B-B14F-4D97-AF65-F5344CB8AC3E}">
        <p14:creationId xmlns:p14="http://schemas.microsoft.com/office/powerpoint/2010/main" val="209690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39709-8CA5-0B34-9E81-A111A1379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Decomposição de um sinal</a:t>
            </a:r>
            <a:br>
              <a:rPr lang="pt-BR" dirty="0"/>
            </a:br>
            <a:r>
              <a:rPr lang="pt-BR" dirty="0"/>
              <a:t>A Série de Fourier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F688E11-9C7C-8B0D-7358-230ADA92E0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336334"/>
                <a:ext cx="7554686" cy="527129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Jean-</a:t>
                </a:r>
                <a:r>
                  <a:rPr lang="pt-BR" dirty="0" err="1"/>
                  <a:t>BaptisteJoseph</a:t>
                </a:r>
                <a:r>
                  <a:rPr lang="pt-BR" dirty="0"/>
                  <a:t> Fourier, matemático francês</a:t>
                </a:r>
              </a:p>
              <a:p>
                <a:r>
                  <a:rPr lang="pt-BR" dirty="0"/>
                  <a:t>Publicou em 1822 “</a:t>
                </a:r>
                <a:r>
                  <a:rPr lang="pt-BR" i="1" dirty="0" err="1"/>
                  <a:t>Théorie</a:t>
                </a:r>
                <a:r>
                  <a:rPr lang="pt-BR" i="1" dirty="0"/>
                  <a:t> </a:t>
                </a:r>
                <a:r>
                  <a:rPr lang="pt-BR" i="1" dirty="0" err="1"/>
                  <a:t>analytique</a:t>
                </a:r>
                <a:r>
                  <a:rPr lang="pt-BR" i="1" dirty="0"/>
                  <a:t> de </a:t>
                </a:r>
                <a:r>
                  <a:rPr lang="pt-BR" i="1" dirty="0" err="1"/>
                  <a:t>la</a:t>
                </a:r>
                <a:r>
                  <a:rPr lang="pt-BR" i="1" dirty="0"/>
                  <a:t> </a:t>
                </a:r>
                <a:r>
                  <a:rPr lang="pt-BR" i="1" dirty="0" err="1"/>
                  <a:t>chaleur</a:t>
                </a:r>
                <a:r>
                  <a:rPr lang="pt-BR" dirty="0"/>
                  <a:t>”</a:t>
                </a:r>
              </a:p>
              <a:p>
                <a:r>
                  <a:rPr lang="pt-BR" dirty="0"/>
                  <a:t>Modelando a difusão do calor</a:t>
                </a:r>
              </a:p>
              <a:p>
                <a:pPr lvl="1"/>
                <a:r>
                  <a:rPr lang="pt-BR" dirty="0"/>
                  <a:t>Dada uma distribuição inicial de calor em uma barra, como modelar sua difusão?</a:t>
                </a:r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r>
                  <a:rPr lang="pt-BR" dirty="0"/>
                  <a:t>Se a </a:t>
                </a:r>
                <a:r>
                  <a:rPr lang="pt-BR" dirty="0" err="1"/>
                  <a:t>didtribuição</a:t>
                </a:r>
                <a:r>
                  <a:rPr lang="pt-BR" dirty="0"/>
                  <a:t> inicial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r>
                  <a:rPr lang="pt-BR" dirty="0"/>
                  <a:t> fosse decomposta em cossenos, equação pode ser resolvida para cada cosseno, e somada</a:t>
                </a:r>
              </a:p>
              <a:p>
                <a:pPr lvl="1"/>
                <a:r>
                  <a:rPr lang="pt-BR" dirty="0"/>
                  <a:t>O importante é o método, não a equação!</a:t>
                </a:r>
              </a:p>
              <a:p>
                <a:pPr lvl="1"/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F688E11-9C7C-8B0D-7358-230ADA92E0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336334"/>
                <a:ext cx="7554686" cy="5271295"/>
              </a:xfrm>
              <a:blipFill>
                <a:blip r:embed="rId2"/>
                <a:stretch>
                  <a:fillRect l="-1453" t="-1850" r="-565" b="-17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E9484AB7-968B-B778-D771-9973026C3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2887" y="1508466"/>
            <a:ext cx="3175000" cy="40132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CFBC3C0-3DBC-98D8-DE9A-C02570FE5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857" y="3971981"/>
            <a:ext cx="3096582" cy="87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719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2A9F59-F0A2-68B7-6284-E6909117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Série de Fourier</a:t>
            </a:r>
            <a:br>
              <a:rPr lang="pt-BR" dirty="0"/>
            </a:br>
            <a:r>
              <a:rPr lang="pt-BR" dirty="0"/>
              <a:t>Versão exponencial complexa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8B7C1F-5B74-BB52-4D0D-711D9409A168}"/>
              </a:ext>
            </a:extLst>
          </p:cNvPr>
          <p:cNvSpPr txBox="1">
            <a:spLocks noChangeArrowheads="1"/>
          </p:cNvSpPr>
          <p:nvPr/>
        </p:nvSpPr>
        <p:spPr>
          <a:xfrm>
            <a:off x="783771" y="1143001"/>
            <a:ext cx="10167257" cy="17573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O conjunto de </a:t>
            </a:r>
            <a:r>
              <a:rPr lang="en-US" sz="2400" dirty="0" err="1"/>
              <a:t>funções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>
              <a:buFontTx/>
              <a:buNone/>
            </a:pPr>
            <a:r>
              <a:rPr lang="en-US" sz="2400" dirty="0"/>
              <a:t>	é um conjunto </a:t>
            </a:r>
            <a:r>
              <a:rPr lang="en-US" sz="2400" dirty="0" err="1"/>
              <a:t>completo</a:t>
            </a:r>
            <a:r>
              <a:rPr lang="en-US" sz="2400" dirty="0"/>
              <a:t> de </a:t>
            </a:r>
            <a:r>
              <a:rPr lang="en-US" sz="2400" dirty="0" err="1"/>
              <a:t>funções</a:t>
            </a:r>
            <a:r>
              <a:rPr lang="en-US" sz="2400" dirty="0"/>
              <a:t> </a:t>
            </a:r>
            <a:r>
              <a:rPr lang="en-US" sz="2400" dirty="0" err="1"/>
              <a:t>ortonormais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>
                <a:latin typeface="Times New Roman" pitchFamily="18" charset="0"/>
              </a:rPr>
              <a:t>[</a:t>
            </a:r>
            <a:r>
              <a:rPr lang="en-US" sz="2400" i="1" dirty="0">
                <a:latin typeface="Times New Roman" pitchFamily="18" charset="0"/>
              </a:rPr>
              <a:t>t</a:t>
            </a:r>
            <a:r>
              <a:rPr lang="en-US" sz="2400" baseline="-25000" dirty="0">
                <a:latin typeface="Times New Roman" pitchFamily="18" charset="0"/>
              </a:rPr>
              <a:t>1</a:t>
            </a:r>
            <a:r>
              <a:rPr lang="en-US" sz="2400" i="1" dirty="0">
                <a:latin typeface="Times New Roman" pitchFamily="18" charset="0"/>
              </a:rPr>
              <a:t>,t</a:t>
            </a:r>
            <a:r>
              <a:rPr lang="en-US" sz="2400" baseline="-25000" dirty="0">
                <a:latin typeface="Times New Roman" pitchFamily="18" charset="0"/>
              </a:rPr>
              <a:t>1</a:t>
            </a:r>
            <a:r>
              <a:rPr lang="en-US" sz="2400" i="1" dirty="0">
                <a:latin typeface="Times New Roman" pitchFamily="18" charset="0"/>
              </a:rPr>
              <a:t>+T</a:t>
            </a:r>
            <a:r>
              <a:rPr lang="en-US" sz="2400" baseline="-25000" dirty="0">
                <a:latin typeface="Times New Roman" pitchFamily="18" charset="0"/>
              </a:rPr>
              <a:t>0</a:t>
            </a:r>
            <a:r>
              <a:rPr lang="en-US" sz="2400" dirty="0">
                <a:latin typeface="Times New Roman" pitchFamily="18" charset="0"/>
              </a:rPr>
              <a:t>]</a:t>
            </a:r>
            <a:r>
              <a:rPr lang="en-US" sz="24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0793CA57-6DB9-214F-B8BA-9D450AEC0B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" y="3086100"/>
                <a:ext cx="10297886" cy="20050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90488" tIns="44450" rIns="90488" bIns="44450"/>
              <a:lstStyle/>
              <a:p>
                <a:pPr marL="280988" indent="-280988" defTabSz="762000">
                  <a:spcBef>
                    <a:spcPct val="40000"/>
                  </a:spcBef>
                  <a:buClr>
                    <a:schemeClr val="hlink"/>
                  </a:buClr>
                  <a:buFontTx/>
                  <a:buChar char="•"/>
                </a:pPr>
                <a:r>
                  <a:rPr lang="en-US" sz="2400" dirty="0"/>
                  <a:t>Toda </a:t>
                </a:r>
                <a:r>
                  <a:rPr lang="en-US" sz="2400" dirty="0" err="1"/>
                  <a:t>função</a:t>
                </a:r>
                <a:r>
                  <a:rPr lang="en-US" sz="2400" dirty="0"/>
                  <a:t> </a:t>
                </a:r>
                <a:r>
                  <a:rPr lang="en-US" sz="2400" i="1" dirty="0">
                    <a:latin typeface="Times New Roman" pitchFamily="18" charset="0"/>
                  </a:rPr>
                  <a:t>g</a:t>
                </a:r>
                <a:r>
                  <a:rPr lang="en-US" sz="2400" dirty="0">
                    <a:latin typeface="Times New Roman" pitchFamily="18" charset="0"/>
                  </a:rPr>
                  <a:t>(</a:t>
                </a:r>
                <a:r>
                  <a:rPr lang="en-US" sz="2400" i="1" dirty="0">
                    <a:latin typeface="Times New Roman" pitchFamily="18" charset="0"/>
                  </a:rPr>
                  <a:t>t</a:t>
                </a:r>
                <a:r>
                  <a:rPr lang="en-US" sz="2400" dirty="0">
                    <a:latin typeface="Times New Roman" pitchFamily="18" charset="0"/>
                  </a:rPr>
                  <a:t>)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periódica</a:t>
                </a:r>
                <a:r>
                  <a:rPr lang="en-US" sz="2400" dirty="0"/>
                  <a:t> com </a:t>
                </a:r>
                <a:r>
                  <a:rPr lang="en-US" sz="2400" dirty="0" err="1"/>
                  <a:t>período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pt-B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(</m:t>
                    </m:r>
                  </m:oMath>
                </a14:m>
                <a:r>
                  <a:rPr lang="en-US" sz="2400" dirty="0" err="1"/>
                  <a:t>que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satisfaça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algumas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condições</a:t>
                </a:r>
                <a:r>
                  <a:rPr lang="en-US" sz="2400" dirty="0"/>
                  <a:t>) </a:t>
                </a:r>
                <a:r>
                  <a:rPr lang="en-US" sz="2400" dirty="0" err="1"/>
                  <a:t>pode</a:t>
                </a:r>
                <a:r>
                  <a:rPr lang="en-US" sz="2400" dirty="0"/>
                  <a:t> ser </a:t>
                </a:r>
                <a:r>
                  <a:rPr lang="en-US" sz="2400" dirty="0" err="1"/>
                  <a:t>representada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como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0793CA57-6DB9-214F-B8BA-9D450AEC0B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3086100"/>
                <a:ext cx="10297886" cy="2005016"/>
              </a:xfrm>
              <a:prstGeom prst="rect">
                <a:avLst/>
              </a:prstGeom>
              <a:blipFill>
                <a:blip r:embed="rId2"/>
                <a:stretch>
                  <a:fillRect l="-1007" t="-2736"/>
                </a:stretch>
              </a:blip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">
                <a:extLst>
                  <a:ext uri="{FF2B5EF4-FFF2-40B4-BE49-F238E27FC236}">
                    <a16:creationId xmlns:a16="http://schemas.microsoft.com/office/drawing/2014/main" id="{27DE4929-DEA7-287D-BC7A-FBEA82B3E9BE}"/>
                  </a:ext>
                </a:extLst>
              </p:cNvPr>
              <p:cNvSpPr txBox="1"/>
              <p:nvPr/>
            </p:nvSpPr>
            <p:spPr bwMode="auto">
              <a:xfrm>
                <a:off x="1246414" y="3898899"/>
                <a:ext cx="5644243" cy="18161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  <m:oMath>
                      <m:r>
                        <m:rPr>
                          <m:nor/>
                        </m:rPr>
                        <a:rPr lang="pt-BR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onde</m:t>
                      </m:r>
                    </m:oMath>
                    <m:oMath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supHide m:val="on"/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Object 1">
                <a:extLst>
                  <a:ext uri="{FF2B5EF4-FFF2-40B4-BE49-F238E27FC236}">
                    <a16:creationId xmlns:a16="http://schemas.microsoft.com/office/drawing/2014/main" id="{27DE4929-DEA7-287D-BC7A-FBEA82B3E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46414" y="3898899"/>
                <a:ext cx="5644243" cy="1816100"/>
              </a:xfrm>
              <a:prstGeom prst="rect">
                <a:avLst/>
              </a:prstGeom>
              <a:blipFill>
                <a:blip r:embed="rId3"/>
                <a:stretch>
                  <a:fillRect l="-324" b="-225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0">
                <a:extLst>
                  <a:ext uri="{FF2B5EF4-FFF2-40B4-BE49-F238E27FC236}">
                    <a16:creationId xmlns:a16="http://schemas.microsoft.com/office/drawing/2014/main" id="{D6F6046C-86A2-F82C-4836-6D97B3F00FB8}"/>
                  </a:ext>
                </a:extLst>
              </p:cNvPr>
              <p:cNvSpPr txBox="1"/>
              <p:nvPr/>
            </p:nvSpPr>
            <p:spPr bwMode="auto">
              <a:xfrm>
                <a:off x="1333500" y="1576388"/>
                <a:ext cx="7190014" cy="70167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{"/>
                          <m:endChr m:val="}"/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,⋯</m:t>
                          </m:r>
                        </m:e>
                      </m:d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  ,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8" name="Object 0">
                <a:extLst>
                  <a:ext uri="{FF2B5EF4-FFF2-40B4-BE49-F238E27FC236}">
                    <a16:creationId xmlns:a16="http://schemas.microsoft.com/office/drawing/2014/main" id="{D6F6046C-86A2-F82C-4836-6D97B3F00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3500" y="1576388"/>
                <a:ext cx="7190014" cy="701675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76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8778-0615-3BB8-A072-590CF3BE6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D0C26-9E11-A2EC-96C8-A060B70B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Série Exponencial de Fourier</a:t>
            </a:r>
            <a:br>
              <a:rPr lang="pt-BR" dirty="0"/>
            </a:br>
            <a:r>
              <a:rPr lang="pt-BR" dirty="0"/>
              <a:t>Espectro da Exponencial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2570470-2707-2A24-0E13-F23029D1E5EF}"/>
              </a:ext>
            </a:extLst>
          </p:cNvPr>
          <p:cNvSpPr txBox="1"/>
          <p:nvPr/>
        </p:nvSpPr>
        <p:spPr>
          <a:xfrm>
            <a:off x="1328058" y="6041998"/>
            <a:ext cx="9959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Código: </a:t>
            </a:r>
            <a:r>
              <a:rPr lang="pt-BR" dirty="0">
                <a:hlinkClick r:id="rId2"/>
              </a:rPr>
              <a:t>comunicacoes_i_ufrj/python/fourier_series_spectrum.py at </a:t>
            </a:r>
            <a:r>
              <a:rPr lang="pt-BR" dirty="0" err="1">
                <a:hlinkClick r:id="rId2"/>
              </a:rPr>
              <a:t>main</a:t>
            </a:r>
            <a:r>
              <a:rPr lang="pt-BR" dirty="0">
                <a:hlinkClick r:id="rId2"/>
              </a:rPr>
              <a:t> · </a:t>
            </a:r>
            <a:r>
              <a:rPr lang="pt-BR" dirty="0" err="1">
                <a:hlinkClick r:id="rId2"/>
              </a:rPr>
              <a:t>anollba</a:t>
            </a:r>
            <a:r>
              <a:rPr lang="pt-BR" dirty="0">
                <a:hlinkClick r:id="rId2"/>
              </a:rPr>
              <a:t>/</a:t>
            </a:r>
            <a:r>
              <a:rPr lang="pt-BR" dirty="0" err="1">
                <a:hlinkClick r:id="rId2"/>
              </a:rPr>
              <a:t>comunicacoes_i_ufrj</a:t>
            </a:r>
            <a:endParaRPr lang="pt-BR" dirty="0"/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A650098A-2112-653C-DAD3-468B8F80C2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304" y="1305829"/>
            <a:ext cx="9841391" cy="473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26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50CAC1-8B89-B705-9D20-0F46C1252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 Série à Transformada de Fourier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52AEBC-AF4A-AFB7-641A-0C14A7727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487"/>
            <a:ext cx="10515600" cy="990600"/>
          </a:xfrm>
        </p:spPr>
        <p:txBody>
          <a:bodyPr/>
          <a:lstStyle/>
          <a:p>
            <a:r>
              <a:rPr lang="pt-BR" dirty="0"/>
              <a:t>A série de Fourier representa sinais periódicos, mas como representar sinais não periódicos?</a:t>
            </a: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3D6043A8-DD56-0641-B9A9-940F5EE645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6" y="3825877"/>
            <a:ext cx="397351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80D3B16E-9FA8-5668-D9AA-8429D42AD0A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95900" y="2509841"/>
            <a:ext cx="1588" cy="238918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E4CA0138-1E0C-71B6-66A5-B0D23D3B7A87}"/>
              </a:ext>
            </a:extLst>
          </p:cNvPr>
          <p:cNvSpPr>
            <a:spLocks/>
          </p:cNvSpPr>
          <p:nvPr/>
        </p:nvSpPr>
        <p:spPr bwMode="auto">
          <a:xfrm>
            <a:off x="4316414" y="2805115"/>
            <a:ext cx="2162175" cy="1460500"/>
          </a:xfrm>
          <a:custGeom>
            <a:avLst/>
            <a:gdLst/>
            <a:ahLst/>
            <a:cxnLst>
              <a:cxn ang="0">
                <a:pos x="0" y="638"/>
              </a:cxn>
              <a:cxn ang="0">
                <a:pos x="121" y="204"/>
              </a:cxn>
              <a:cxn ang="0">
                <a:pos x="299" y="5"/>
              </a:cxn>
              <a:cxn ang="0">
                <a:pos x="419" y="172"/>
              </a:cxn>
              <a:cxn ang="0">
                <a:pos x="817" y="36"/>
              </a:cxn>
              <a:cxn ang="0">
                <a:pos x="953" y="261"/>
              </a:cxn>
              <a:cxn ang="0">
                <a:pos x="1016" y="266"/>
              </a:cxn>
              <a:cxn ang="0">
                <a:pos x="1126" y="858"/>
              </a:cxn>
              <a:cxn ang="0">
                <a:pos x="1362" y="638"/>
              </a:cxn>
            </a:cxnLst>
            <a:rect l="0" t="0" r="r" b="b"/>
            <a:pathLst>
              <a:path w="1362" h="920">
                <a:moveTo>
                  <a:pt x="0" y="638"/>
                </a:moveTo>
                <a:cubicBezTo>
                  <a:pt x="35" y="473"/>
                  <a:pt x="71" y="309"/>
                  <a:pt x="121" y="204"/>
                </a:cubicBezTo>
                <a:cubicBezTo>
                  <a:pt x="171" y="99"/>
                  <a:pt x="249" y="10"/>
                  <a:pt x="299" y="5"/>
                </a:cubicBezTo>
                <a:cubicBezTo>
                  <a:pt x="349" y="0"/>
                  <a:pt x="333" y="167"/>
                  <a:pt x="419" y="172"/>
                </a:cubicBezTo>
                <a:cubicBezTo>
                  <a:pt x="505" y="177"/>
                  <a:pt x="728" y="21"/>
                  <a:pt x="817" y="36"/>
                </a:cubicBezTo>
                <a:cubicBezTo>
                  <a:pt x="906" y="51"/>
                  <a:pt x="920" y="223"/>
                  <a:pt x="953" y="261"/>
                </a:cubicBezTo>
                <a:cubicBezTo>
                  <a:pt x="986" y="299"/>
                  <a:pt x="987" y="167"/>
                  <a:pt x="1016" y="266"/>
                </a:cubicBezTo>
                <a:cubicBezTo>
                  <a:pt x="1045" y="365"/>
                  <a:pt x="1068" y="796"/>
                  <a:pt x="1126" y="858"/>
                </a:cubicBezTo>
                <a:cubicBezTo>
                  <a:pt x="1184" y="920"/>
                  <a:pt x="1273" y="779"/>
                  <a:pt x="1362" y="638"/>
                </a:cubicBezTo>
              </a:path>
            </a:pathLst>
          </a:custGeom>
          <a:noFill/>
          <a:ln w="12700" cap="flat" cmpd="sng">
            <a:solidFill>
              <a:srgbClr val="063DE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E7AB8BE0-D9E0-0B20-C131-EFED81F88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3139" y="2795590"/>
            <a:ext cx="54927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i="1">
                <a:solidFill>
                  <a:srgbClr val="063DE8"/>
                </a:solidFill>
                <a:latin typeface="Times New Roman" pitchFamily="18" charset="0"/>
              </a:rPr>
              <a:t>g</a:t>
            </a:r>
            <a:r>
              <a:rPr lang="en-US">
                <a:solidFill>
                  <a:srgbClr val="063DE8"/>
                </a:solidFill>
                <a:latin typeface="Times New Roman" pitchFamily="18" charset="0"/>
              </a:rPr>
              <a:t>(</a:t>
            </a:r>
            <a:r>
              <a:rPr lang="en-US" i="1">
                <a:solidFill>
                  <a:srgbClr val="063DE8"/>
                </a:solidFill>
                <a:latin typeface="Times New Roman" pitchFamily="18" charset="0"/>
              </a:rPr>
              <a:t>t</a:t>
            </a:r>
            <a:r>
              <a:rPr lang="en-US">
                <a:solidFill>
                  <a:srgbClr val="063DE8"/>
                </a:solidFill>
                <a:latin typeface="Times New Roman" pitchFamily="18" charset="0"/>
              </a:rPr>
              <a:t>)</a:t>
            </a:r>
            <a:endParaRPr lang="en-US" i="1">
              <a:solidFill>
                <a:srgbClr val="063DE8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454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C26A6-F8D8-A999-E0DE-7AF0EB083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1F34A-C34D-7C43-C3C5-CAFF86062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 Série à Transformada de Fourier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6FDE954-E745-668E-EE6A-6382699E0E76}"/>
              </a:ext>
            </a:extLst>
          </p:cNvPr>
          <p:cNvSpPr txBox="1">
            <a:spLocks noChangeArrowheads="1"/>
          </p:cNvSpPr>
          <p:nvPr/>
        </p:nvSpPr>
        <p:spPr>
          <a:xfrm>
            <a:off x="1061585" y="1188694"/>
            <a:ext cx="8299450" cy="701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Criamos</a:t>
            </a:r>
            <a:r>
              <a:rPr lang="en-US" dirty="0"/>
              <a:t> um </a:t>
            </a:r>
            <a:r>
              <a:rPr lang="en-US" dirty="0" err="1"/>
              <a:t>sinal</a:t>
            </a:r>
            <a:r>
              <a:rPr lang="en-US" dirty="0"/>
              <a:t> </a:t>
            </a:r>
            <a:r>
              <a:rPr lang="en-US" dirty="0" err="1"/>
              <a:t>periódico</a:t>
            </a:r>
            <a:r>
              <a:rPr lang="en-US" dirty="0"/>
              <a:t> </a:t>
            </a:r>
            <a:r>
              <a:rPr lang="en-US" i="1" dirty="0">
                <a:latin typeface="Times New Roman" pitchFamily="18" charset="0"/>
              </a:rPr>
              <a:t>g</a:t>
            </a:r>
            <a:r>
              <a:rPr lang="en-US" i="1" baseline="-25000" dirty="0">
                <a:latin typeface="Times New Roman" pitchFamily="18" charset="0"/>
              </a:rPr>
              <a:t>T</a:t>
            </a:r>
            <a:r>
              <a:rPr lang="en-US" sz="1200" i="1" baseline="-25000" dirty="0">
                <a:latin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</a:rPr>
              <a:t>t</a:t>
            </a:r>
            <a:r>
              <a:rPr lang="en-US" dirty="0">
                <a:latin typeface="Times New Roman" pitchFamily="18" charset="0"/>
              </a:rPr>
              <a:t>)</a:t>
            </a:r>
            <a:r>
              <a:rPr lang="en-US" i="1" dirty="0">
                <a:latin typeface="Times New Roman" pitchFamily="18" charset="0"/>
              </a:rPr>
              <a:t> </a:t>
            </a:r>
            <a:r>
              <a:rPr lang="en-US" dirty="0"/>
              <a:t>com </a:t>
            </a:r>
            <a:r>
              <a:rPr lang="en-US" dirty="0" err="1"/>
              <a:t>período</a:t>
            </a:r>
            <a:r>
              <a:rPr lang="en-US" dirty="0"/>
              <a:t> </a:t>
            </a:r>
            <a:r>
              <a:rPr lang="en-US" i="1" dirty="0">
                <a:latin typeface="Times New Roman" pitchFamily="18" charset="0"/>
              </a:rPr>
              <a:t>T</a:t>
            </a:r>
            <a:r>
              <a:rPr lang="en-US" baseline="-25000" dirty="0">
                <a:latin typeface="Times New Roman" pitchFamily="18" charset="0"/>
              </a:rPr>
              <a:t>0</a:t>
            </a:r>
          </a:p>
        </p:txBody>
      </p:sp>
      <p:grpSp>
        <p:nvGrpSpPr>
          <p:cNvPr id="5" name="Group 14">
            <a:extLst>
              <a:ext uri="{FF2B5EF4-FFF2-40B4-BE49-F238E27FC236}">
                <a16:creationId xmlns:a16="http://schemas.microsoft.com/office/drawing/2014/main" id="{A4C64763-E4CA-B24F-6E01-81D7EF3C0216}"/>
              </a:ext>
            </a:extLst>
          </p:cNvPr>
          <p:cNvGrpSpPr>
            <a:grpSpLocks/>
          </p:cNvGrpSpPr>
          <p:nvPr/>
        </p:nvGrpSpPr>
        <p:grpSpPr bwMode="auto">
          <a:xfrm>
            <a:off x="1601335" y="2037445"/>
            <a:ext cx="8785225" cy="1747838"/>
            <a:chOff x="83" y="1208"/>
            <a:chExt cx="5534" cy="1101"/>
          </a:xfrm>
        </p:grpSpPr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A93D6448-4BFC-CFD5-0E28-C3DD00F30B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" y="2026"/>
              <a:ext cx="553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A67E0936-E3D6-8EDB-C78A-5A207F818D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0" y="1208"/>
              <a:ext cx="1" cy="109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91A467A-5292-C090-123A-EA9AB55D9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9" y="1383"/>
              <a:ext cx="1362" cy="920"/>
            </a:xfrm>
            <a:custGeom>
              <a:avLst/>
              <a:gdLst/>
              <a:ahLst/>
              <a:cxnLst>
                <a:cxn ang="0">
                  <a:pos x="0" y="638"/>
                </a:cxn>
                <a:cxn ang="0">
                  <a:pos x="121" y="204"/>
                </a:cxn>
                <a:cxn ang="0">
                  <a:pos x="299" y="5"/>
                </a:cxn>
                <a:cxn ang="0">
                  <a:pos x="419" y="172"/>
                </a:cxn>
                <a:cxn ang="0">
                  <a:pos x="817" y="36"/>
                </a:cxn>
                <a:cxn ang="0">
                  <a:pos x="953" y="261"/>
                </a:cxn>
                <a:cxn ang="0">
                  <a:pos x="1016" y="266"/>
                </a:cxn>
                <a:cxn ang="0">
                  <a:pos x="1126" y="858"/>
                </a:cxn>
                <a:cxn ang="0">
                  <a:pos x="1362" y="638"/>
                </a:cxn>
              </a:cxnLst>
              <a:rect l="0" t="0" r="r" b="b"/>
              <a:pathLst>
                <a:path w="1362" h="920">
                  <a:moveTo>
                    <a:pt x="0" y="638"/>
                  </a:moveTo>
                  <a:cubicBezTo>
                    <a:pt x="35" y="473"/>
                    <a:pt x="71" y="309"/>
                    <a:pt x="121" y="204"/>
                  </a:cubicBezTo>
                  <a:cubicBezTo>
                    <a:pt x="171" y="99"/>
                    <a:pt x="249" y="10"/>
                    <a:pt x="299" y="5"/>
                  </a:cubicBezTo>
                  <a:cubicBezTo>
                    <a:pt x="349" y="0"/>
                    <a:pt x="333" y="167"/>
                    <a:pt x="419" y="172"/>
                  </a:cubicBezTo>
                  <a:cubicBezTo>
                    <a:pt x="505" y="177"/>
                    <a:pt x="728" y="21"/>
                    <a:pt x="817" y="36"/>
                  </a:cubicBezTo>
                  <a:cubicBezTo>
                    <a:pt x="906" y="51"/>
                    <a:pt x="920" y="223"/>
                    <a:pt x="953" y="261"/>
                  </a:cubicBezTo>
                  <a:cubicBezTo>
                    <a:pt x="986" y="299"/>
                    <a:pt x="987" y="167"/>
                    <a:pt x="1016" y="266"/>
                  </a:cubicBezTo>
                  <a:cubicBezTo>
                    <a:pt x="1045" y="365"/>
                    <a:pt x="1068" y="796"/>
                    <a:pt x="1126" y="858"/>
                  </a:cubicBezTo>
                  <a:cubicBezTo>
                    <a:pt x="1184" y="920"/>
                    <a:pt x="1273" y="779"/>
                    <a:pt x="1362" y="638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B9B636AB-AF59-37FE-8E1A-AB96CCB104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3" y="1377"/>
              <a:ext cx="823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i="1">
                  <a:solidFill>
                    <a:srgbClr val="063DE8"/>
                  </a:solidFill>
                  <a:latin typeface="Times New Roman" pitchFamily="18" charset="0"/>
                </a:rPr>
                <a:t>g</a:t>
              </a:r>
              <a:r>
                <a:rPr lang="en-US" i="1" baseline="-25000">
                  <a:solidFill>
                    <a:srgbClr val="063DE8"/>
                  </a:solidFill>
                  <a:latin typeface="Times New Roman" pitchFamily="18" charset="0"/>
                </a:rPr>
                <a:t>T </a:t>
              </a:r>
              <a:r>
                <a:rPr lang="en-US">
                  <a:solidFill>
                    <a:srgbClr val="063DE8"/>
                  </a:solidFill>
                  <a:latin typeface="Times New Roman" pitchFamily="18" charset="0"/>
                </a:rPr>
                <a:t>(</a:t>
              </a:r>
              <a:r>
                <a:rPr lang="en-US" i="1">
                  <a:solidFill>
                    <a:srgbClr val="063DE8"/>
                  </a:solidFill>
                  <a:latin typeface="Times New Roman" pitchFamily="18" charset="0"/>
                </a:rPr>
                <a:t>t</a:t>
              </a:r>
              <a:r>
                <a:rPr lang="en-US">
                  <a:solidFill>
                    <a:srgbClr val="063DE8"/>
                  </a:solidFill>
                  <a:latin typeface="Times New Roman" pitchFamily="18" charset="0"/>
                </a:rPr>
                <a:t>)</a:t>
              </a:r>
              <a:endParaRPr lang="en-US" i="1">
                <a:solidFill>
                  <a:srgbClr val="063DE8"/>
                </a:solidFill>
                <a:latin typeface="Times New Roman" pitchFamily="18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2C53A95C-B4F3-AE70-034A-04C7911EB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1389"/>
              <a:ext cx="1362" cy="920"/>
            </a:xfrm>
            <a:custGeom>
              <a:avLst/>
              <a:gdLst/>
              <a:ahLst/>
              <a:cxnLst>
                <a:cxn ang="0">
                  <a:pos x="0" y="638"/>
                </a:cxn>
                <a:cxn ang="0">
                  <a:pos x="121" y="204"/>
                </a:cxn>
                <a:cxn ang="0">
                  <a:pos x="299" y="5"/>
                </a:cxn>
                <a:cxn ang="0">
                  <a:pos x="419" y="172"/>
                </a:cxn>
                <a:cxn ang="0">
                  <a:pos x="817" y="36"/>
                </a:cxn>
                <a:cxn ang="0">
                  <a:pos x="953" y="261"/>
                </a:cxn>
                <a:cxn ang="0">
                  <a:pos x="1016" y="266"/>
                </a:cxn>
                <a:cxn ang="0">
                  <a:pos x="1126" y="858"/>
                </a:cxn>
                <a:cxn ang="0">
                  <a:pos x="1362" y="638"/>
                </a:cxn>
              </a:cxnLst>
              <a:rect l="0" t="0" r="r" b="b"/>
              <a:pathLst>
                <a:path w="1362" h="920">
                  <a:moveTo>
                    <a:pt x="0" y="638"/>
                  </a:moveTo>
                  <a:cubicBezTo>
                    <a:pt x="35" y="473"/>
                    <a:pt x="71" y="309"/>
                    <a:pt x="121" y="204"/>
                  </a:cubicBezTo>
                  <a:cubicBezTo>
                    <a:pt x="171" y="99"/>
                    <a:pt x="249" y="10"/>
                    <a:pt x="299" y="5"/>
                  </a:cubicBezTo>
                  <a:cubicBezTo>
                    <a:pt x="349" y="0"/>
                    <a:pt x="333" y="167"/>
                    <a:pt x="419" y="172"/>
                  </a:cubicBezTo>
                  <a:cubicBezTo>
                    <a:pt x="505" y="177"/>
                    <a:pt x="728" y="21"/>
                    <a:pt x="817" y="36"/>
                  </a:cubicBezTo>
                  <a:cubicBezTo>
                    <a:pt x="906" y="51"/>
                    <a:pt x="920" y="223"/>
                    <a:pt x="953" y="261"/>
                  </a:cubicBezTo>
                  <a:cubicBezTo>
                    <a:pt x="986" y="299"/>
                    <a:pt x="987" y="167"/>
                    <a:pt x="1016" y="266"/>
                  </a:cubicBezTo>
                  <a:cubicBezTo>
                    <a:pt x="1045" y="365"/>
                    <a:pt x="1068" y="796"/>
                    <a:pt x="1126" y="858"/>
                  </a:cubicBezTo>
                  <a:cubicBezTo>
                    <a:pt x="1184" y="920"/>
                    <a:pt x="1273" y="779"/>
                    <a:pt x="1362" y="638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618B19C-51E0-8261-C75C-12B1868E5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" y="1384"/>
              <a:ext cx="1362" cy="920"/>
            </a:xfrm>
            <a:custGeom>
              <a:avLst/>
              <a:gdLst/>
              <a:ahLst/>
              <a:cxnLst>
                <a:cxn ang="0">
                  <a:pos x="0" y="638"/>
                </a:cxn>
                <a:cxn ang="0">
                  <a:pos x="121" y="204"/>
                </a:cxn>
                <a:cxn ang="0">
                  <a:pos x="299" y="5"/>
                </a:cxn>
                <a:cxn ang="0">
                  <a:pos x="419" y="172"/>
                </a:cxn>
                <a:cxn ang="0">
                  <a:pos x="817" y="36"/>
                </a:cxn>
                <a:cxn ang="0">
                  <a:pos x="953" y="261"/>
                </a:cxn>
                <a:cxn ang="0">
                  <a:pos x="1016" y="266"/>
                </a:cxn>
                <a:cxn ang="0">
                  <a:pos x="1126" y="858"/>
                </a:cxn>
                <a:cxn ang="0">
                  <a:pos x="1362" y="638"/>
                </a:cxn>
              </a:cxnLst>
              <a:rect l="0" t="0" r="r" b="b"/>
              <a:pathLst>
                <a:path w="1362" h="920">
                  <a:moveTo>
                    <a:pt x="0" y="638"/>
                  </a:moveTo>
                  <a:cubicBezTo>
                    <a:pt x="35" y="473"/>
                    <a:pt x="71" y="309"/>
                    <a:pt x="121" y="204"/>
                  </a:cubicBezTo>
                  <a:cubicBezTo>
                    <a:pt x="171" y="99"/>
                    <a:pt x="249" y="10"/>
                    <a:pt x="299" y="5"/>
                  </a:cubicBezTo>
                  <a:cubicBezTo>
                    <a:pt x="349" y="0"/>
                    <a:pt x="333" y="167"/>
                    <a:pt x="419" y="172"/>
                  </a:cubicBezTo>
                  <a:cubicBezTo>
                    <a:pt x="505" y="177"/>
                    <a:pt x="728" y="21"/>
                    <a:pt x="817" y="36"/>
                  </a:cubicBezTo>
                  <a:cubicBezTo>
                    <a:pt x="906" y="51"/>
                    <a:pt x="920" y="223"/>
                    <a:pt x="953" y="261"/>
                  </a:cubicBezTo>
                  <a:cubicBezTo>
                    <a:pt x="986" y="299"/>
                    <a:pt x="987" y="167"/>
                    <a:pt x="1016" y="266"/>
                  </a:cubicBezTo>
                  <a:cubicBezTo>
                    <a:pt x="1045" y="365"/>
                    <a:pt x="1068" y="796"/>
                    <a:pt x="1126" y="858"/>
                  </a:cubicBezTo>
                  <a:cubicBezTo>
                    <a:pt x="1184" y="920"/>
                    <a:pt x="1273" y="779"/>
                    <a:pt x="1362" y="638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FE10C510-EE97-ABAC-4D82-51CB8B9A10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7" y="1462"/>
              <a:ext cx="184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sz="1400" i="1" baseline="-25000">
                  <a:solidFill>
                    <a:srgbClr val="063DE8"/>
                  </a:solidFill>
                  <a:latin typeface="Times New Roman" pitchFamily="18" charset="0"/>
                </a:rPr>
                <a:t>0</a:t>
              </a:r>
              <a:endParaRPr lang="en-US" sz="1400" i="1">
                <a:solidFill>
                  <a:srgbClr val="063DE8"/>
                </a:solidFill>
                <a:latin typeface="Times New Roman" pitchFamily="18" charset="0"/>
              </a:endParaRPr>
            </a:p>
          </p:txBody>
        </p:sp>
      </p:grpSp>
      <p:sp>
        <p:nvSpPr>
          <p:cNvPr id="15" name="Rectangle 3">
            <a:extLst>
              <a:ext uri="{FF2B5EF4-FFF2-40B4-BE49-F238E27FC236}">
                <a16:creationId xmlns:a16="http://schemas.microsoft.com/office/drawing/2014/main" id="{9074E5FF-BED9-6B8E-7D31-4EB1011BB036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4176938"/>
            <a:ext cx="10515600" cy="900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Sinal</a:t>
            </a:r>
            <a:r>
              <a:rPr lang="en-US" dirty="0"/>
              <a:t> </a:t>
            </a:r>
            <a:r>
              <a:rPr lang="en-US" dirty="0" err="1"/>
              <a:t>periódico</a:t>
            </a:r>
            <a:r>
              <a:rPr lang="en-US" dirty="0"/>
              <a:t> </a:t>
            </a:r>
            <a:r>
              <a:rPr lang="en-US" i="1" dirty="0">
                <a:latin typeface="Times New Roman" pitchFamily="18" charset="0"/>
              </a:rPr>
              <a:t>g</a:t>
            </a:r>
            <a:r>
              <a:rPr lang="en-US" i="1" baseline="-25000" dirty="0">
                <a:latin typeface="Times New Roman" pitchFamily="18" charset="0"/>
              </a:rPr>
              <a:t>T</a:t>
            </a:r>
            <a:r>
              <a:rPr lang="en-US" sz="1200" i="1" baseline="-25000" dirty="0">
                <a:latin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</a:rPr>
              <a:t>t</a:t>
            </a:r>
            <a:r>
              <a:rPr lang="en-US" dirty="0">
                <a:latin typeface="Times New Roman" pitchFamily="18" charset="0"/>
              </a:rPr>
              <a:t>)</a:t>
            </a:r>
            <a:r>
              <a:rPr lang="en-US" i="1" dirty="0">
                <a:latin typeface="Times New Roman" pitchFamily="18" charset="0"/>
              </a:rPr>
              <a:t> 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ser </a:t>
            </a:r>
            <a:r>
              <a:rPr lang="en-US" dirty="0" err="1"/>
              <a:t>representado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série</a:t>
            </a:r>
            <a:r>
              <a:rPr lang="en-US" dirty="0"/>
              <a:t> </a:t>
            </a:r>
            <a:r>
              <a:rPr lang="en-US" dirty="0" err="1"/>
              <a:t>exponencial</a:t>
            </a:r>
            <a:r>
              <a:rPr lang="en-US" dirty="0"/>
              <a:t> de Fourier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89B308F9-6D83-C5B2-4E55-F6C7C1FE24CC}"/>
                  </a:ext>
                </a:extLst>
              </p:cNvPr>
              <p:cNvSpPr txBox="1"/>
              <p:nvPr/>
            </p:nvSpPr>
            <p:spPr bwMode="auto">
              <a:xfrm>
                <a:off x="1601788" y="4941434"/>
                <a:ext cx="5800498" cy="90011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 ,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89B308F9-6D83-C5B2-4E55-F6C7C1FE2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1788" y="4941434"/>
                <a:ext cx="5800498" cy="900112"/>
              </a:xfrm>
              <a:prstGeom prst="rect">
                <a:avLst/>
              </a:prstGeom>
              <a:blipFill>
                <a:blip r:embed="rId2"/>
                <a:stretch>
                  <a:fillRect b="-163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96A782BE-F060-4848-19C3-94686D0DC944}"/>
                  </a:ext>
                </a:extLst>
              </p:cNvPr>
              <p:cNvSpPr txBox="1"/>
              <p:nvPr/>
            </p:nvSpPr>
            <p:spPr bwMode="auto">
              <a:xfrm>
                <a:off x="7162800" y="5021263"/>
                <a:ext cx="4648200" cy="118076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brk m:alnAt="23"/>
                            </m:r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96A782BE-F060-4848-19C3-94686D0DC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62800" y="5021263"/>
                <a:ext cx="4648200" cy="11807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522BDB3D-4F62-BD77-E30A-B3103E0B3C7B}"/>
              </a:ext>
            </a:extLst>
          </p:cNvPr>
          <p:cNvCxnSpPr/>
          <p:nvPr/>
        </p:nvCxnSpPr>
        <p:spPr>
          <a:xfrm>
            <a:off x="4779057" y="3548743"/>
            <a:ext cx="2890838" cy="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5ECE794-1E9A-6BBA-F0A9-F56B245BA02E}"/>
              </a:ext>
            </a:extLst>
          </p:cNvPr>
          <p:cNvSpPr txBox="1"/>
          <p:nvPr/>
        </p:nvSpPr>
        <p:spPr>
          <a:xfrm>
            <a:off x="6136369" y="3579005"/>
            <a:ext cx="1740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latin typeface="Times New Roman" pitchFamily="18" charset="0"/>
              </a:rPr>
              <a:t>T</a:t>
            </a:r>
            <a:r>
              <a:rPr lang="en-US" sz="1800" baseline="-25000" dirty="0">
                <a:latin typeface="Times New Roman" pitchFamily="18" charset="0"/>
              </a:rPr>
              <a:t>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374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01E99-725B-62F7-3454-6219E621C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 Série à Transformada de Fourier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5">
                <a:extLst>
                  <a:ext uri="{FF2B5EF4-FFF2-40B4-BE49-F238E27FC236}">
                    <a16:creationId xmlns:a16="http://schemas.microsoft.com/office/drawing/2014/main" id="{2BAC3FC6-23F1-B398-1D70-042E6A6C9426}"/>
                  </a:ext>
                </a:extLst>
              </p:cNvPr>
              <p:cNvSpPr txBox="1"/>
              <p:nvPr/>
            </p:nvSpPr>
            <p:spPr bwMode="auto">
              <a:xfrm>
                <a:off x="1528763" y="3617911"/>
                <a:ext cx="5351008" cy="253251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pt-BR" sz="2400" dirty="0"/>
              </a:p>
              <a:p>
                <a:r>
                  <a:rPr lang="pt-BR" sz="2400" dirty="0"/>
                  <a:t>Com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pos m:val="top"/>
                        <m:vertJc m:val="top"/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pt-BR" sz="2400" dirty="0"/>
                  <a:t>,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pos m:val="top"/>
                        <m:vertJc m:val="top"/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pt-B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</p:txBody>
          </p:sp>
        </mc:Choice>
        <mc:Fallback>
          <p:sp>
            <p:nvSpPr>
              <p:cNvPr id="4" name="Object 5">
                <a:extLst>
                  <a:ext uri="{FF2B5EF4-FFF2-40B4-BE49-F238E27FC236}">
                    <a16:creationId xmlns:a16="http://schemas.microsoft.com/office/drawing/2014/main" id="{2BAC3FC6-23F1-B398-1D70-042E6A6C9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8763" y="3617911"/>
                <a:ext cx="5351008" cy="2532517"/>
              </a:xfrm>
              <a:prstGeom prst="rect">
                <a:avLst/>
              </a:prstGeom>
              <a:blipFill>
                <a:blip r:embed="rId2"/>
                <a:stretch>
                  <a:fillRect l="-18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2">
                <a:extLst>
                  <a:ext uri="{FF2B5EF4-FFF2-40B4-BE49-F238E27FC236}">
                    <a16:creationId xmlns:a16="http://schemas.microsoft.com/office/drawing/2014/main" id="{CF23B5B0-7B5D-8156-94E8-DBD80951F596}"/>
                  </a:ext>
                </a:extLst>
              </p:cNvPr>
              <p:cNvSpPr txBox="1"/>
              <p:nvPr/>
            </p:nvSpPr>
            <p:spPr bwMode="auto">
              <a:xfrm>
                <a:off x="7297512" y="1220067"/>
                <a:ext cx="3655786" cy="1031189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6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26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6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6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pt-BR" sz="2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600" i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600" i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pt-BR" sz="2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pt-BR" sz="2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2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pt-BR" sz="2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pt-BR" sz="2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pt-BR" sz="26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</m:e>
                      </m:func>
                      <m:r>
                        <a:rPr lang="pt-BR" sz="2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6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Object 12">
                <a:extLst>
                  <a:ext uri="{FF2B5EF4-FFF2-40B4-BE49-F238E27FC236}">
                    <a16:creationId xmlns:a16="http://schemas.microsoft.com/office/drawing/2014/main" id="{CF23B5B0-7B5D-8156-94E8-DBD80951F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97512" y="1220067"/>
                <a:ext cx="3655786" cy="10311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ine 4">
            <a:extLst>
              <a:ext uri="{FF2B5EF4-FFF2-40B4-BE49-F238E27FC236}">
                <a16:creationId xmlns:a16="http://schemas.microsoft.com/office/drawing/2014/main" id="{E764B59A-DA33-DB0C-691A-252C01ADBE1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959" y="2781981"/>
            <a:ext cx="11554277" cy="59191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5D708E47-97D0-BCFE-B652-3BF029B10C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46751" y="1542597"/>
            <a:ext cx="1588" cy="173831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CB6D0C5E-214D-A652-C684-6FEEA2B70E8C}"/>
              </a:ext>
            </a:extLst>
          </p:cNvPr>
          <p:cNvSpPr>
            <a:spLocks/>
          </p:cNvSpPr>
          <p:nvPr/>
        </p:nvSpPr>
        <p:spPr bwMode="auto">
          <a:xfrm>
            <a:off x="4760913" y="1820410"/>
            <a:ext cx="2162175" cy="1460500"/>
          </a:xfrm>
          <a:custGeom>
            <a:avLst/>
            <a:gdLst/>
            <a:ahLst/>
            <a:cxnLst>
              <a:cxn ang="0">
                <a:pos x="0" y="638"/>
              </a:cxn>
              <a:cxn ang="0">
                <a:pos x="121" y="204"/>
              </a:cxn>
              <a:cxn ang="0">
                <a:pos x="299" y="5"/>
              </a:cxn>
              <a:cxn ang="0">
                <a:pos x="419" y="172"/>
              </a:cxn>
              <a:cxn ang="0">
                <a:pos x="817" y="36"/>
              </a:cxn>
              <a:cxn ang="0">
                <a:pos x="953" y="261"/>
              </a:cxn>
              <a:cxn ang="0">
                <a:pos x="1016" y="266"/>
              </a:cxn>
              <a:cxn ang="0">
                <a:pos x="1126" y="858"/>
              </a:cxn>
              <a:cxn ang="0">
                <a:pos x="1362" y="638"/>
              </a:cxn>
            </a:cxnLst>
            <a:rect l="0" t="0" r="r" b="b"/>
            <a:pathLst>
              <a:path w="1362" h="920">
                <a:moveTo>
                  <a:pt x="0" y="638"/>
                </a:moveTo>
                <a:cubicBezTo>
                  <a:pt x="35" y="473"/>
                  <a:pt x="71" y="309"/>
                  <a:pt x="121" y="204"/>
                </a:cubicBezTo>
                <a:cubicBezTo>
                  <a:pt x="171" y="99"/>
                  <a:pt x="249" y="10"/>
                  <a:pt x="299" y="5"/>
                </a:cubicBezTo>
                <a:cubicBezTo>
                  <a:pt x="349" y="0"/>
                  <a:pt x="333" y="167"/>
                  <a:pt x="419" y="172"/>
                </a:cubicBezTo>
                <a:cubicBezTo>
                  <a:pt x="505" y="177"/>
                  <a:pt x="728" y="21"/>
                  <a:pt x="817" y="36"/>
                </a:cubicBezTo>
                <a:cubicBezTo>
                  <a:pt x="906" y="51"/>
                  <a:pt x="920" y="223"/>
                  <a:pt x="953" y="261"/>
                </a:cubicBezTo>
                <a:cubicBezTo>
                  <a:pt x="986" y="299"/>
                  <a:pt x="987" y="167"/>
                  <a:pt x="1016" y="266"/>
                </a:cubicBezTo>
                <a:cubicBezTo>
                  <a:pt x="1045" y="365"/>
                  <a:pt x="1068" y="796"/>
                  <a:pt x="1126" y="858"/>
                </a:cubicBezTo>
                <a:cubicBezTo>
                  <a:pt x="1184" y="920"/>
                  <a:pt x="1273" y="779"/>
                  <a:pt x="1362" y="638"/>
                </a:cubicBezTo>
              </a:path>
            </a:pathLst>
          </a:custGeom>
          <a:noFill/>
          <a:ln w="12700" cap="flat" cmpd="sng">
            <a:solidFill>
              <a:srgbClr val="063DE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35847BCD-6146-B1BB-8593-4B270CA77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7638" y="1810885"/>
            <a:ext cx="1306513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i="1">
                <a:solidFill>
                  <a:srgbClr val="063DE8"/>
                </a:solidFill>
                <a:latin typeface="Times New Roman" pitchFamily="18" charset="0"/>
              </a:rPr>
              <a:t>g</a:t>
            </a:r>
            <a:r>
              <a:rPr lang="en-US" i="1" baseline="-25000">
                <a:solidFill>
                  <a:srgbClr val="063DE8"/>
                </a:solidFill>
                <a:latin typeface="Times New Roman" pitchFamily="18" charset="0"/>
              </a:rPr>
              <a:t>T </a:t>
            </a:r>
            <a:r>
              <a:rPr lang="en-US">
                <a:solidFill>
                  <a:srgbClr val="063DE8"/>
                </a:solidFill>
                <a:latin typeface="Times New Roman" pitchFamily="18" charset="0"/>
              </a:rPr>
              <a:t>(</a:t>
            </a:r>
            <a:r>
              <a:rPr lang="en-US" i="1">
                <a:solidFill>
                  <a:srgbClr val="063DE8"/>
                </a:solidFill>
                <a:latin typeface="Times New Roman" pitchFamily="18" charset="0"/>
              </a:rPr>
              <a:t>t</a:t>
            </a:r>
            <a:r>
              <a:rPr lang="en-US">
                <a:solidFill>
                  <a:srgbClr val="063DE8"/>
                </a:solidFill>
                <a:latin typeface="Times New Roman" pitchFamily="18" charset="0"/>
              </a:rPr>
              <a:t>)</a:t>
            </a:r>
            <a:endParaRPr lang="en-US" i="1">
              <a:solidFill>
                <a:srgbClr val="063DE8"/>
              </a:solidFill>
              <a:latin typeface="Times New Roman" pitchFamily="18" charset="0"/>
            </a:endParaRPr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BD926300-9D04-A54F-798A-5E37D0402236}"/>
              </a:ext>
            </a:extLst>
          </p:cNvPr>
          <p:cNvSpPr>
            <a:spLocks/>
          </p:cNvSpPr>
          <p:nvPr/>
        </p:nvSpPr>
        <p:spPr bwMode="auto">
          <a:xfrm>
            <a:off x="10873923" y="1829935"/>
            <a:ext cx="2162175" cy="1460500"/>
          </a:xfrm>
          <a:custGeom>
            <a:avLst/>
            <a:gdLst/>
            <a:ahLst/>
            <a:cxnLst>
              <a:cxn ang="0">
                <a:pos x="0" y="638"/>
              </a:cxn>
              <a:cxn ang="0">
                <a:pos x="121" y="204"/>
              </a:cxn>
              <a:cxn ang="0">
                <a:pos x="299" y="5"/>
              </a:cxn>
              <a:cxn ang="0">
                <a:pos x="419" y="172"/>
              </a:cxn>
              <a:cxn ang="0">
                <a:pos x="817" y="36"/>
              </a:cxn>
              <a:cxn ang="0">
                <a:pos x="953" y="261"/>
              </a:cxn>
              <a:cxn ang="0">
                <a:pos x="1016" y="266"/>
              </a:cxn>
              <a:cxn ang="0">
                <a:pos x="1126" y="858"/>
              </a:cxn>
              <a:cxn ang="0">
                <a:pos x="1362" y="638"/>
              </a:cxn>
            </a:cxnLst>
            <a:rect l="0" t="0" r="r" b="b"/>
            <a:pathLst>
              <a:path w="1362" h="920">
                <a:moveTo>
                  <a:pt x="0" y="638"/>
                </a:moveTo>
                <a:cubicBezTo>
                  <a:pt x="35" y="473"/>
                  <a:pt x="71" y="309"/>
                  <a:pt x="121" y="204"/>
                </a:cubicBezTo>
                <a:cubicBezTo>
                  <a:pt x="171" y="99"/>
                  <a:pt x="249" y="10"/>
                  <a:pt x="299" y="5"/>
                </a:cubicBezTo>
                <a:cubicBezTo>
                  <a:pt x="349" y="0"/>
                  <a:pt x="333" y="167"/>
                  <a:pt x="419" y="172"/>
                </a:cubicBezTo>
                <a:cubicBezTo>
                  <a:pt x="505" y="177"/>
                  <a:pt x="728" y="21"/>
                  <a:pt x="817" y="36"/>
                </a:cubicBezTo>
                <a:cubicBezTo>
                  <a:pt x="906" y="51"/>
                  <a:pt x="920" y="223"/>
                  <a:pt x="953" y="261"/>
                </a:cubicBezTo>
                <a:cubicBezTo>
                  <a:pt x="986" y="299"/>
                  <a:pt x="987" y="167"/>
                  <a:pt x="1016" y="266"/>
                </a:cubicBezTo>
                <a:cubicBezTo>
                  <a:pt x="1045" y="365"/>
                  <a:pt x="1068" y="796"/>
                  <a:pt x="1126" y="858"/>
                </a:cubicBezTo>
                <a:cubicBezTo>
                  <a:pt x="1184" y="920"/>
                  <a:pt x="1273" y="779"/>
                  <a:pt x="1362" y="638"/>
                </a:cubicBezTo>
              </a:path>
            </a:pathLst>
          </a:custGeom>
          <a:noFill/>
          <a:ln w="12700" cap="flat" cmpd="sng">
            <a:solidFill>
              <a:srgbClr val="063DE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8E18B9F9-8221-D0B3-E3BC-6574B2224E86}"/>
              </a:ext>
            </a:extLst>
          </p:cNvPr>
          <p:cNvSpPr>
            <a:spLocks/>
          </p:cNvSpPr>
          <p:nvPr/>
        </p:nvSpPr>
        <p:spPr bwMode="auto">
          <a:xfrm>
            <a:off x="-68037" y="1821997"/>
            <a:ext cx="2162175" cy="1460500"/>
          </a:xfrm>
          <a:custGeom>
            <a:avLst/>
            <a:gdLst/>
            <a:ahLst/>
            <a:cxnLst>
              <a:cxn ang="0">
                <a:pos x="0" y="638"/>
              </a:cxn>
              <a:cxn ang="0">
                <a:pos x="121" y="204"/>
              </a:cxn>
              <a:cxn ang="0">
                <a:pos x="299" y="5"/>
              </a:cxn>
              <a:cxn ang="0">
                <a:pos x="419" y="172"/>
              </a:cxn>
              <a:cxn ang="0">
                <a:pos x="817" y="36"/>
              </a:cxn>
              <a:cxn ang="0">
                <a:pos x="953" y="261"/>
              </a:cxn>
              <a:cxn ang="0">
                <a:pos x="1016" y="266"/>
              </a:cxn>
              <a:cxn ang="0">
                <a:pos x="1126" y="858"/>
              </a:cxn>
              <a:cxn ang="0">
                <a:pos x="1362" y="638"/>
              </a:cxn>
            </a:cxnLst>
            <a:rect l="0" t="0" r="r" b="b"/>
            <a:pathLst>
              <a:path w="1362" h="920">
                <a:moveTo>
                  <a:pt x="0" y="638"/>
                </a:moveTo>
                <a:cubicBezTo>
                  <a:pt x="35" y="473"/>
                  <a:pt x="71" y="309"/>
                  <a:pt x="121" y="204"/>
                </a:cubicBezTo>
                <a:cubicBezTo>
                  <a:pt x="171" y="99"/>
                  <a:pt x="249" y="10"/>
                  <a:pt x="299" y="5"/>
                </a:cubicBezTo>
                <a:cubicBezTo>
                  <a:pt x="349" y="0"/>
                  <a:pt x="333" y="167"/>
                  <a:pt x="419" y="172"/>
                </a:cubicBezTo>
                <a:cubicBezTo>
                  <a:pt x="505" y="177"/>
                  <a:pt x="728" y="21"/>
                  <a:pt x="817" y="36"/>
                </a:cubicBezTo>
                <a:cubicBezTo>
                  <a:pt x="906" y="51"/>
                  <a:pt x="920" y="223"/>
                  <a:pt x="953" y="261"/>
                </a:cubicBezTo>
                <a:cubicBezTo>
                  <a:pt x="986" y="299"/>
                  <a:pt x="987" y="167"/>
                  <a:pt x="1016" y="266"/>
                </a:cubicBezTo>
                <a:cubicBezTo>
                  <a:pt x="1045" y="365"/>
                  <a:pt x="1068" y="796"/>
                  <a:pt x="1126" y="858"/>
                </a:cubicBezTo>
                <a:cubicBezTo>
                  <a:pt x="1184" y="920"/>
                  <a:pt x="1273" y="779"/>
                  <a:pt x="1362" y="638"/>
                </a:cubicBezTo>
              </a:path>
            </a:pathLst>
          </a:custGeom>
          <a:noFill/>
          <a:ln w="12700" cap="flat" cmpd="sng">
            <a:solidFill>
              <a:srgbClr val="063DE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3E8CA11E-9834-1746-CC2A-50ED8B4A6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0363" y="1945822"/>
            <a:ext cx="292100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sz="1400" i="1" baseline="-25000">
                <a:solidFill>
                  <a:srgbClr val="063DE8"/>
                </a:solidFill>
                <a:latin typeface="Times New Roman" pitchFamily="18" charset="0"/>
              </a:rPr>
              <a:t>0</a:t>
            </a:r>
            <a:endParaRPr lang="en-US" sz="1400" i="1">
              <a:solidFill>
                <a:srgbClr val="063DE8"/>
              </a:solidFill>
              <a:latin typeface="Times New Roman" pitchFamily="18" charset="0"/>
            </a:endParaRP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69655752-69DD-82A7-F6A7-6B5EC486CB31}"/>
              </a:ext>
            </a:extLst>
          </p:cNvPr>
          <p:cNvCxnSpPr>
            <a:cxnSpLocks/>
          </p:cNvCxnSpPr>
          <p:nvPr/>
        </p:nvCxnSpPr>
        <p:spPr>
          <a:xfrm>
            <a:off x="4779057" y="3548743"/>
            <a:ext cx="6094866" cy="30262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5E88ABE-3BD7-28DE-121B-5F2D7FBB8D10}"/>
              </a:ext>
            </a:extLst>
          </p:cNvPr>
          <p:cNvSpPr txBox="1"/>
          <p:nvPr/>
        </p:nvSpPr>
        <p:spPr>
          <a:xfrm>
            <a:off x="6136369" y="3579005"/>
            <a:ext cx="1740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latin typeface="Times New Roman" pitchFamily="18" charset="0"/>
              </a:rPr>
              <a:t>T</a:t>
            </a:r>
            <a:r>
              <a:rPr lang="en-US" sz="1800" baseline="-25000" dirty="0">
                <a:latin typeface="Times New Roman" pitchFamily="18" charset="0"/>
              </a:rPr>
              <a:t>0</a:t>
            </a:r>
            <a:endParaRPr lang="pt-BR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665E563-79A4-CF52-0517-E6245E327BFE}"/>
              </a:ext>
            </a:extLst>
          </p:cNvPr>
          <p:cNvSpPr/>
          <p:nvPr/>
        </p:nvSpPr>
        <p:spPr>
          <a:xfrm>
            <a:off x="1528763" y="4996898"/>
            <a:ext cx="3500437" cy="851005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77FADB3-B08C-65F8-D468-4973F063866F}"/>
              </a:ext>
            </a:extLst>
          </p:cNvPr>
          <p:cNvSpPr txBox="1"/>
          <p:nvPr/>
        </p:nvSpPr>
        <p:spPr>
          <a:xfrm>
            <a:off x="5187543" y="5191569"/>
            <a:ext cx="3326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accent1">
                    <a:lumMod val="75000"/>
                  </a:schemeClr>
                </a:solidFill>
              </a:rPr>
              <a:t>Transformada de Fourier</a:t>
            </a:r>
          </a:p>
        </p:txBody>
      </p:sp>
    </p:spTree>
    <p:extLst>
      <p:ext uri="{BB962C8B-B14F-4D97-AF65-F5344CB8AC3E}">
        <p14:creationId xmlns:p14="http://schemas.microsoft.com/office/powerpoint/2010/main" val="572662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33E815-71CD-5FF7-D3C2-290075061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 Série à Transformada de Fourier</a:t>
            </a:r>
          </a:p>
        </p:txBody>
      </p:sp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238186A4-6D7C-EC94-B88B-E55DBD6603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819083"/>
              </p:ext>
            </p:extLst>
          </p:nvPr>
        </p:nvGraphicFramePr>
        <p:xfrm>
          <a:off x="4364264" y="1424896"/>
          <a:ext cx="327025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2800" imgH="444240" progId="Equation.3">
                  <p:embed/>
                </p:oleObj>
              </mc:Choice>
              <mc:Fallback>
                <p:oleObj name="Equation" r:id="rId2" imgW="1612800" imgH="444240" progId="Equation.3">
                  <p:embed/>
                  <p:pic>
                    <p:nvPicPr>
                      <p:cNvPr id="150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4264" y="1424896"/>
                        <a:ext cx="3270250" cy="900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3C788ED8-A816-32EB-9614-CF5EA68B48FB}"/>
                  </a:ext>
                </a:extLst>
              </p:cNvPr>
              <p:cNvSpPr txBox="1"/>
              <p:nvPr/>
            </p:nvSpPr>
            <p:spPr bwMode="auto">
              <a:xfrm>
                <a:off x="1341437" y="2644775"/>
                <a:ext cx="7545387" cy="226468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com </m:t>
                    </m:r>
                    <m:sSub>
                      <m:sSubPr>
                        <m:ctrlPr>
                          <a:rPr lang="pt-B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pt-B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→∞ ,</m:t>
                    </m:r>
                    <m:sSub>
                      <m:sSubPr>
                        <m:ctrlPr>
                          <a:rPr lang="pt-B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pt-BR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sz="24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definimos </m:t>
                    </m:r>
                    <m:r>
                      <m:rPr>
                        <m:sty m:val="p"/>
                      </m:rPr>
                      <a:rPr lang="pt-BR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pt-BR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pt-BR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pt-BR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pt-BR" sz="2400" dirty="0"/>
              </a:p>
            </p:txBody>
          </p:sp>
        </mc:Choice>
        <mc:Fallback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3C788ED8-A816-32EB-9614-CF5EA68B4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1437" y="2644775"/>
                <a:ext cx="7545387" cy="22646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6">
                <a:extLst>
                  <a:ext uri="{FF2B5EF4-FFF2-40B4-BE49-F238E27FC236}">
                    <a16:creationId xmlns:a16="http://schemas.microsoft.com/office/drawing/2014/main" id="{E0F33174-D9DD-7182-0B1D-E501F5B86055}"/>
                  </a:ext>
                </a:extLst>
              </p:cNvPr>
              <p:cNvSpPr txBox="1"/>
              <p:nvPr/>
            </p:nvSpPr>
            <p:spPr bwMode="auto">
              <a:xfrm>
                <a:off x="4300538" y="3313113"/>
                <a:ext cx="5235348" cy="87471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sty m:val="p"/>
                            </m:r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9" name="Object 6">
                <a:extLst>
                  <a:ext uri="{FF2B5EF4-FFF2-40B4-BE49-F238E27FC236}">
                    <a16:creationId xmlns:a16="http://schemas.microsoft.com/office/drawing/2014/main" id="{E0F33174-D9DD-7182-0B1D-E501F5B86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00538" y="3313113"/>
                <a:ext cx="5235348" cy="874712"/>
              </a:xfrm>
              <a:prstGeom prst="rect">
                <a:avLst/>
              </a:prstGeom>
              <a:blipFill>
                <a:blip r:embed="rId5"/>
                <a:stretch>
                  <a:fillRect b="-19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3">
            <a:extLst>
              <a:ext uri="{FF2B5EF4-FFF2-40B4-BE49-F238E27FC236}">
                <a16:creationId xmlns:a16="http://schemas.microsoft.com/office/drawing/2014/main" id="{3F1D5E1E-4422-0FBD-C85D-D882F2F53364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509939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Podemos </a:t>
            </a:r>
            <a:r>
              <a:rPr lang="en-US" dirty="0" err="1"/>
              <a:t>reescrever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 </a:t>
            </a:r>
            <a:r>
              <a:rPr lang="en-US" dirty="0" err="1"/>
              <a:t>limite</a:t>
            </a:r>
            <a:r>
              <a:rPr lang="en-US" dirty="0"/>
              <a:t> </a:t>
            </a:r>
            <a:r>
              <a:rPr lang="en-US" dirty="0" err="1">
                <a:latin typeface="Symbol" pitchFamily="18" charset="2"/>
              </a:rPr>
              <a:t>D</a:t>
            </a:r>
            <a:r>
              <a:rPr lang="en-US" i="1" dirty="0" err="1">
                <a:latin typeface="Times New Roman" pitchFamily="18" charset="0"/>
              </a:rPr>
              <a:t>f</a:t>
            </a:r>
            <a:r>
              <a:rPr lang="en-US" i="1" dirty="0">
                <a:latin typeface="Times New Roman" pitchFamily="18" charset="0"/>
              </a:rPr>
              <a:t> </a:t>
            </a:r>
            <a:r>
              <a:rPr lang="en-US" dirty="0">
                <a:latin typeface="Symbol" pitchFamily="18" charset="2"/>
              </a:rPr>
              <a:t>®</a:t>
            </a:r>
            <a:r>
              <a:rPr lang="en-US" dirty="0">
                <a:latin typeface="Times New Roman" pitchFamily="18" charset="0"/>
              </a:rPr>
              <a:t>0</a:t>
            </a:r>
            <a:r>
              <a:rPr lang="en-US" dirty="0"/>
              <a:t> </a:t>
            </a:r>
            <a:r>
              <a:rPr lang="en-US" dirty="0" err="1"/>
              <a:t>temos</a:t>
            </a:r>
            <a:r>
              <a:rPr lang="en-US" dirty="0"/>
              <a:t> a integral</a:t>
            </a:r>
            <a:endParaRPr lang="en-US" dirty="0">
              <a:latin typeface="Times New Roman" pitchFamily="18" charset="0"/>
            </a:endParaRP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bject 4">
                <a:extLst>
                  <a:ext uri="{FF2B5EF4-FFF2-40B4-BE49-F238E27FC236}">
                    <a16:creationId xmlns:a16="http://schemas.microsoft.com/office/drawing/2014/main" id="{1ADA625E-7F11-994D-10BD-0EADC31F0E93}"/>
                  </a:ext>
                </a:extLst>
              </p:cNvPr>
              <p:cNvSpPr txBox="1"/>
              <p:nvPr/>
            </p:nvSpPr>
            <p:spPr bwMode="auto">
              <a:xfrm>
                <a:off x="2501900" y="5175250"/>
                <a:ext cx="7545388" cy="87471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sSub>
                            <m:sSub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sty m:val="p"/>
                            </m:r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groupChr>
                        <m:groupChrPr>
                          <m:chr m:val="→"/>
                          <m:pos m:val="top"/>
                          <m:vertJc m:val="top"/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 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pt-BR" sz="20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pt-BR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→∞ 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000" b="0" i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000" b="0" i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</m:e>
                                  <m:sub>
                                    <m:r>
                                      <a:rPr lang="pt-BR" sz="20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  <m:r>
                                  <a:rPr lang="pt-B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e>
                            </m:mr>
                          </m:m>
                        </m:e>
                      </m:groupCh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𝑓𝑡</m:t>
                              </m:r>
                            </m:sup>
                          </m:sSup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26" name="Object 4">
                <a:extLst>
                  <a:ext uri="{FF2B5EF4-FFF2-40B4-BE49-F238E27FC236}">
                    <a16:creationId xmlns:a16="http://schemas.microsoft.com/office/drawing/2014/main" id="{1ADA625E-7F11-994D-10BD-0EADC31F0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1900" y="5175250"/>
                <a:ext cx="7545388" cy="874713"/>
              </a:xfrm>
              <a:prstGeom prst="rect">
                <a:avLst/>
              </a:prstGeom>
              <a:blipFill>
                <a:blip r:embed="rId6"/>
                <a:stretch>
                  <a:fillRect b="-125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tângulo 26">
            <a:extLst>
              <a:ext uri="{FF2B5EF4-FFF2-40B4-BE49-F238E27FC236}">
                <a16:creationId xmlns:a16="http://schemas.microsoft.com/office/drawing/2014/main" id="{A7A7E5A7-3D43-B228-FB8D-D0EB552FB5D2}"/>
              </a:ext>
            </a:extLst>
          </p:cNvPr>
          <p:cNvSpPr/>
          <p:nvPr/>
        </p:nvSpPr>
        <p:spPr>
          <a:xfrm>
            <a:off x="7837488" y="5348061"/>
            <a:ext cx="2209800" cy="644977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A3D7887-DCDE-11B6-7851-2181A136FA29}"/>
              </a:ext>
            </a:extLst>
          </p:cNvPr>
          <p:cNvSpPr txBox="1"/>
          <p:nvPr/>
        </p:nvSpPr>
        <p:spPr>
          <a:xfrm>
            <a:off x="7593453" y="4822748"/>
            <a:ext cx="4219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accent1">
                    <a:lumMod val="75000"/>
                  </a:schemeClr>
                </a:solidFill>
              </a:rPr>
              <a:t>Transformada de Fourier Inversa</a:t>
            </a:r>
          </a:p>
        </p:txBody>
      </p:sp>
    </p:spTree>
    <p:extLst>
      <p:ext uri="{BB962C8B-B14F-4D97-AF65-F5344CB8AC3E}">
        <p14:creationId xmlns:p14="http://schemas.microsoft.com/office/powerpoint/2010/main" val="393691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4FF2CF-830A-DA28-9EEA-45D3E9DD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Série de Fourier Exponencial</a:t>
            </a:r>
            <a:br>
              <a:rPr lang="pt-BR" dirty="0"/>
            </a:br>
            <a:r>
              <a:rPr lang="pt-BR" dirty="0"/>
              <a:t>Por que a exponencial complexa?</a:t>
            </a:r>
            <a:br>
              <a:rPr lang="pt-BR" dirty="0"/>
            </a:b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802BAAE-813E-DF06-C0A3-B47E3FCD8B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Por que a exponencial complexa?</a:t>
                </a:r>
              </a:p>
              <a:p>
                <a:r>
                  <a:rPr lang="pt-BR" dirty="0"/>
                  <a:t>Uma função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é autofunção de uma transformação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pt-BR" dirty="0"/>
                  <a:t>    se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r>
                  <a:rPr lang="pt-BR" dirty="0"/>
                  <a:t>A exponencial complexa é uma autofunção de um sistema LTI,</a:t>
                </a:r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A transformada de Fourier da resposta </a:t>
                </a:r>
                <a:r>
                  <a:rPr lang="pt-BR" dirty="0" err="1"/>
                  <a:t>impulsional</a:t>
                </a:r>
                <a:r>
                  <a:rPr lang="pt-BR" dirty="0"/>
                  <a:t> é a resposta do sistema para uma dada frequência</a:t>
                </a:r>
              </a:p>
              <a:p>
                <a:pPr marL="0" indent="0" algn="ctr">
                  <a:buNone/>
                </a:pPr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802BAAE-813E-DF06-C0A3-B47E3FCD8B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941" r="-638" b="-29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A59D6473-DBB2-1EBB-0D05-43F494D20019}"/>
                  </a:ext>
                </a:extLst>
              </p:cNvPr>
              <p:cNvSpPr/>
              <p:nvPr/>
            </p:nvSpPr>
            <p:spPr>
              <a:xfrm>
                <a:off x="3635829" y="4005148"/>
                <a:ext cx="2024742" cy="112122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/>
                  <a:t>Sistema LIT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A59D6473-DBB2-1EBB-0D05-43F494D200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29" y="4005148"/>
                <a:ext cx="2024742" cy="11212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C993194-C848-0F55-27F4-35716A8CA3A7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775857" y="4565763"/>
            <a:ext cx="859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3D449E5A-4C89-DB76-644C-076FB0AC1B68}"/>
              </a:ext>
            </a:extLst>
          </p:cNvPr>
          <p:cNvCxnSpPr>
            <a:cxnSpLocks/>
          </p:cNvCxnSpPr>
          <p:nvPr/>
        </p:nvCxnSpPr>
        <p:spPr>
          <a:xfrm>
            <a:off x="5671454" y="4598417"/>
            <a:ext cx="859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30508C31-1237-D780-FF99-1798067BACB7}"/>
                  </a:ext>
                </a:extLst>
              </p:cNvPr>
              <p:cNvSpPr txBox="1"/>
              <p:nvPr/>
            </p:nvSpPr>
            <p:spPr>
              <a:xfrm>
                <a:off x="1054957" y="4040368"/>
                <a:ext cx="2320572" cy="5371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𝑓𝑡</m:t>
                          </m:r>
                        </m:sup>
                      </m:s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30508C31-1237-D780-FF99-1798067BA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957" y="4040368"/>
                <a:ext cx="2320572" cy="5371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3695E047-1302-E5A1-7945-82778F08741D}"/>
                  </a:ext>
                </a:extLst>
              </p:cNvPr>
              <p:cNvSpPr txBox="1"/>
              <p:nvPr/>
            </p:nvSpPr>
            <p:spPr>
              <a:xfrm>
                <a:off x="6542309" y="4040368"/>
                <a:ext cx="5029326" cy="10831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𝑓𝑡</m:t>
                        </m:r>
                      </m:sup>
                    </m:sSup>
                  </m:oMath>
                </a14:m>
                <a:r>
                  <a:rPr lang="pt-BR" sz="2800" dirty="0"/>
                  <a:t>,</a:t>
                </a:r>
              </a:p>
              <a:p>
                <a:r>
                  <a:rPr lang="pt-BR" sz="2800" dirty="0"/>
                  <a:t>Com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pt-BR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pt-BR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pt-BR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pt-BR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pt-BR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  <m:d>
                          <m:dPr>
                            <m:ctrlPr>
                              <a:rPr lang="pt-BR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sSup>
                          <m:sSupPr>
                            <m:ctrlPr>
                              <a:rPr lang="pt-BR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pt-BR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pt-BR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pt-BR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𝝅</m:t>
                            </m:r>
                            <m:r>
                              <a:rPr lang="pt-BR" sz="2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𝒇𝒕</m:t>
                            </m:r>
                          </m:sup>
                        </m:sSup>
                        <m:r>
                          <a:rPr lang="pt-BR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  <m:r>
                          <a:rPr lang="pt-BR" sz="2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pt-BR" sz="2800" b="1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3695E047-1302-E5A1-7945-82778F087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309" y="4040368"/>
                <a:ext cx="5029326" cy="1083117"/>
              </a:xfrm>
              <a:prstGeom prst="rect">
                <a:avLst/>
              </a:prstGeom>
              <a:blipFill>
                <a:blip r:embed="rId5"/>
                <a:stretch>
                  <a:fillRect l="-2424" t="-4520" b="-107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5370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F10ED-A550-1432-359E-9317A28DB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transformada de Fourier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02F1C580-B397-CEF7-C412-104E7E7BA3DC}"/>
                  </a:ext>
                </a:extLst>
              </p:cNvPr>
              <p:cNvSpPr txBox="1"/>
              <p:nvPr/>
            </p:nvSpPr>
            <p:spPr bwMode="auto">
              <a:xfrm>
                <a:off x="2544761" y="1449388"/>
                <a:ext cx="7110867" cy="1223964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pt-BR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pt-BR" sz="2800" i="0"/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𝑓𝑡</m:t>
                              </m:r>
                            </m:sup>
                          </m:sSup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02F1C580-B397-CEF7-C412-104E7E7BA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4761" y="1449388"/>
                <a:ext cx="7110867" cy="1223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7">
                <a:extLst>
                  <a:ext uri="{FF2B5EF4-FFF2-40B4-BE49-F238E27FC236}">
                    <a16:creationId xmlns:a16="http://schemas.microsoft.com/office/drawing/2014/main" id="{8CA92583-E31F-E3DE-8744-E5A022273382}"/>
                  </a:ext>
                </a:extLst>
              </p:cNvPr>
              <p:cNvSpPr txBox="1"/>
              <p:nvPr/>
            </p:nvSpPr>
            <p:spPr bwMode="auto">
              <a:xfrm>
                <a:off x="2544761" y="2859087"/>
                <a:ext cx="6961641" cy="1223964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pt-BR" sz="2800" i="0"/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pt-BR" sz="2800" i="0"/>
                            <m:t>ℱ</m:t>
                          </m:r>
                        </m:e>
                        <m:sup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𝑓𝑡</m:t>
                              </m:r>
                            </m:sup>
                          </m:sSup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5" name="Object 7">
                <a:extLst>
                  <a:ext uri="{FF2B5EF4-FFF2-40B4-BE49-F238E27FC236}">
                    <a16:creationId xmlns:a16="http://schemas.microsoft.com/office/drawing/2014/main" id="{8CA92583-E31F-E3DE-8744-E5A022273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4761" y="2859087"/>
                <a:ext cx="6961641" cy="1223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C6674097-08AA-3601-0E77-64B8D3A59962}"/>
                  </a:ext>
                </a:extLst>
              </p:cNvPr>
              <p:cNvSpPr txBox="1"/>
              <p:nvPr/>
            </p:nvSpPr>
            <p:spPr bwMode="auto">
              <a:xfrm>
                <a:off x="4659993" y="4268786"/>
                <a:ext cx="2361293" cy="7842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groupChr>
                        <m:groupChrPr>
                          <m:chr m:val="⇔"/>
                          <m:pos m:val="top"/>
                          <m:vertJc m:val="top"/>
                          <m:ctrlPr>
                            <a:rPr lang="pt-BR" sz="2800" i="0"/>
                          </m:ctrlPr>
                        </m:groupChrPr>
                        <m:e>
                          <m:r>
                            <m:rPr>
                              <m:nor/>
                            </m:rPr>
                            <a:rPr lang="pt-BR" sz="2800" i="0"/>
                            <m:t>ℱ</m:t>
                          </m:r>
                        </m:e>
                      </m:groupCh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C6674097-08AA-3601-0E77-64B8D3A59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9993" y="4268786"/>
                <a:ext cx="2361293" cy="7842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tângulo 13">
            <a:extLst>
              <a:ext uri="{FF2B5EF4-FFF2-40B4-BE49-F238E27FC236}">
                <a16:creationId xmlns:a16="http://schemas.microsoft.com/office/drawing/2014/main" id="{E0E53B21-249C-0395-50D1-71DCDD8B46FC}"/>
              </a:ext>
            </a:extLst>
          </p:cNvPr>
          <p:cNvSpPr/>
          <p:nvPr/>
        </p:nvSpPr>
        <p:spPr>
          <a:xfrm>
            <a:off x="2536372" y="1480215"/>
            <a:ext cx="6185582" cy="1103313"/>
          </a:xfrm>
          <a:prstGeom prst="rect">
            <a:avLst/>
          </a:prstGeom>
          <a:solidFill>
            <a:srgbClr val="92D05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116F497-FD68-3CB4-F531-34601193C4B0}"/>
              </a:ext>
            </a:extLst>
          </p:cNvPr>
          <p:cNvSpPr/>
          <p:nvPr/>
        </p:nvSpPr>
        <p:spPr>
          <a:xfrm>
            <a:off x="2517298" y="2859087"/>
            <a:ext cx="6185582" cy="1103313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0522C53-BAD3-9841-4DC2-5A4B37FA131F}"/>
              </a:ext>
            </a:extLst>
          </p:cNvPr>
          <p:cNvSpPr txBox="1"/>
          <p:nvPr/>
        </p:nvSpPr>
        <p:spPr>
          <a:xfrm>
            <a:off x="8702880" y="1564636"/>
            <a:ext cx="32571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solidFill>
                  <a:srgbClr val="00B050"/>
                </a:solidFill>
              </a:rPr>
              <a:t>Transformada de Fourier</a:t>
            </a:r>
          </a:p>
          <a:p>
            <a:pPr algn="ctr"/>
            <a:r>
              <a:rPr lang="pt-BR" sz="2400" dirty="0">
                <a:solidFill>
                  <a:srgbClr val="00B050"/>
                </a:solidFill>
              </a:rPr>
              <a:t>direta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703D190-5635-8324-D243-76A322E154B9}"/>
              </a:ext>
            </a:extLst>
          </p:cNvPr>
          <p:cNvSpPr txBox="1"/>
          <p:nvPr/>
        </p:nvSpPr>
        <p:spPr>
          <a:xfrm>
            <a:off x="8801217" y="2945856"/>
            <a:ext cx="32571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>
                <a:solidFill>
                  <a:srgbClr val="0070C0"/>
                </a:solidFill>
              </a:rPr>
              <a:t>Transformada de Fourier</a:t>
            </a:r>
          </a:p>
          <a:p>
            <a:pPr algn="ctr"/>
            <a:r>
              <a:rPr lang="pt-BR" sz="2400" dirty="0">
                <a:solidFill>
                  <a:srgbClr val="0070C0"/>
                </a:solidFill>
              </a:rPr>
              <a:t>inversa</a:t>
            </a:r>
          </a:p>
        </p:txBody>
      </p:sp>
    </p:spTree>
    <p:extLst>
      <p:ext uri="{BB962C8B-B14F-4D97-AF65-F5344CB8AC3E}">
        <p14:creationId xmlns:p14="http://schemas.microsoft.com/office/powerpoint/2010/main" val="346193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4826BC-E99F-0B35-3E70-B8C987ED3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transformada de Fourier</a:t>
            </a:r>
            <a:br>
              <a:rPr lang="pt-BR" dirty="0"/>
            </a:br>
            <a:r>
              <a:rPr lang="pt-BR" dirty="0"/>
              <a:t>Espectro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5265865-0389-1B8A-9C00-C6EECB6A6F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34585"/>
                <a:ext cx="10515600" cy="3012303"/>
              </a:xfrm>
            </p:spPr>
            <p:txBody>
              <a:bodyPr>
                <a:normAutofit/>
              </a:bodyPr>
              <a:lstStyle/>
              <a:p>
                <a:r>
                  <a:rPr lang="pt-BR" sz="3200" dirty="0"/>
                  <a:t>Se </a:t>
                </a:r>
                <a14:m>
                  <m:oMath xmlns:m="http://schemas.openxmlformats.org/officeDocument/2006/math">
                    <m:r>
                      <a:rPr lang="pt-BR" sz="32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pt-BR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3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groupChr>
                      <m:groupChrPr>
                        <m:chr m:val="⇒"/>
                        <m:pos m:val="top"/>
                        <m:vertJc m:val="top"/>
                        <m:ctrlPr>
                          <a:rPr lang="pt-B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pt-B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pt-BR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</m:d>
                          <m:r>
                            <a:rPr lang="pt-BR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pt-BR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pt-BR" sz="3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2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</m:d>
                        </m:e>
                      </m:mr>
                      <m:mr>
                        <m:e>
                          <m:r>
                            <a:rPr lang="pt-BR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∠</m:t>
                          </m:r>
                          <m:r>
                            <a:rPr lang="pt-BR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pt-BR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pt-BR" sz="32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pt-BR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∠</m:t>
                          </m:r>
                          <m:r>
                            <a:rPr lang="pt-BR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pt-BR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pt-BR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mr>
                    </m:m>
                  </m:oMath>
                </a14:m>
                <a:endParaRPr lang="pt-BR" sz="3200" dirty="0"/>
              </a:p>
              <a:p>
                <a:endParaRPr lang="pt-BR" sz="320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5265865-0389-1B8A-9C00-C6EECB6A6F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34585"/>
                <a:ext cx="10515600" cy="3012303"/>
              </a:xfrm>
              <a:blipFill>
                <a:blip r:embed="rId2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55F9F5FC-CC50-6E8F-4091-B8141E538529}"/>
                  </a:ext>
                </a:extLst>
              </p:cNvPr>
              <p:cNvSpPr txBox="1"/>
              <p:nvPr/>
            </p:nvSpPr>
            <p:spPr bwMode="auto">
              <a:xfrm>
                <a:off x="4383547" y="1759502"/>
                <a:ext cx="5079430" cy="7842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pt-BR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pt-BR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r>
                        <a:rPr lang="pt-BR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pt-BR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55F9F5FC-CC50-6E8F-4091-B8141E538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3547" y="1759502"/>
                <a:ext cx="5079430" cy="784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52E6B84E-2305-C68F-FED3-833393AE8AC1}"/>
              </a:ext>
            </a:extLst>
          </p:cNvPr>
          <p:cNvSpPr txBox="1"/>
          <p:nvPr/>
        </p:nvSpPr>
        <p:spPr>
          <a:xfrm>
            <a:off x="5688629" y="1390170"/>
            <a:ext cx="1326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70C0"/>
                </a:solidFill>
              </a:rPr>
              <a:t>Magnitude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084BF86-CB57-9224-7DBC-DDE8E7C2D03A}"/>
              </a:ext>
            </a:extLst>
          </p:cNvPr>
          <p:cNvSpPr txBox="1"/>
          <p:nvPr/>
        </p:nvSpPr>
        <p:spPr>
          <a:xfrm>
            <a:off x="6856611" y="2181138"/>
            <a:ext cx="6490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B050"/>
                </a:solidFill>
              </a:rPr>
              <a:t>Fase</a:t>
            </a:r>
          </a:p>
        </p:txBody>
      </p:sp>
    </p:spTree>
    <p:extLst>
      <p:ext uri="{BB962C8B-B14F-4D97-AF65-F5344CB8AC3E}">
        <p14:creationId xmlns:p14="http://schemas.microsoft.com/office/powerpoint/2010/main" val="66984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C88C9-415D-24A2-1F6D-E0088189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Algumas Transformadas</a:t>
            </a:r>
          </a:p>
        </p:txBody>
      </p:sp>
    </p:spTree>
    <p:extLst>
      <p:ext uri="{BB962C8B-B14F-4D97-AF65-F5344CB8AC3E}">
        <p14:creationId xmlns:p14="http://schemas.microsoft.com/office/powerpoint/2010/main" val="880728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5FC30-657B-20B9-98DE-570E2E9D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Linearidade da Transformada de Fourier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CE52FECD-C675-5484-DC21-1F645A7CBFFD}"/>
                  </a:ext>
                </a:extLst>
              </p:cNvPr>
              <p:cNvSpPr txBox="1"/>
              <p:nvPr/>
            </p:nvSpPr>
            <p:spPr bwMode="auto">
              <a:xfrm>
                <a:off x="3043238" y="1818368"/>
                <a:ext cx="5806848" cy="322126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⇓</m:t>
                      </m:r>
                    </m:oMath>
                    <m:oMath>
                      <m:r>
                        <m:rPr>
                          <m:nor/>
                        </m:rPr>
                        <a:rPr lang="pt-BR" sz="3200" i="0"/>
                        <m:t>ℱ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nor/>
                        </m:rPr>
                        <a:rPr lang="pt-BR" sz="3200" i="0"/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m:rPr>
                          <m:nor/>
                        </m:rPr>
                        <a:rPr lang="pt-BR" sz="3200" i="0"/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CE52FECD-C675-5484-DC21-1F645A7CB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3238" y="1818368"/>
                <a:ext cx="5806848" cy="32212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1882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906A8-A1C6-86E3-9B68-6FBF0CFEE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Fourier</a:t>
            </a:r>
            <a:br>
              <a:rPr lang="pt-BR" dirty="0"/>
            </a:br>
            <a:r>
              <a:rPr lang="pt-BR" dirty="0"/>
              <a:t>Pulso Retangular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AD1D1A93-A9AF-E44E-4A61-D29651610908}"/>
                  </a:ext>
                </a:extLst>
              </p:cNvPr>
              <p:cNvSpPr txBox="1"/>
              <p:nvPr/>
            </p:nvSpPr>
            <p:spPr bwMode="auto">
              <a:xfrm>
                <a:off x="2043098" y="1552578"/>
                <a:ext cx="3957671" cy="190023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pt-BR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rect</m:t>
                          </m:r>
                        </m:fName>
                        <m:e>
                          <m:d>
                            <m:d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pt-B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num>
                                  <m:den>
                                    <m: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pt-B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pt-B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num>
                                  <m:den>
                                    <m: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pt-B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pt-B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num>
                                  <m:den>
                                    <m:r>
                                      <a:rPr lang="pt-BR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AD1D1A93-A9AF-E44E-4A61-D29651610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3098" y="1552578"/>
                <a:ext cx="3957671" cy="19002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747B5C8B-B5D5-C7A4-5C83-48DDA0226E47}"/>
                  </a:ext>
                </a:extLst>
              </p:cNvPr>
              <p:cNvSpPr txBox="1"/>
              <p:nvPr/>
            </p:nvSpPr>
            <p:spPr bwMode="auto">
              <a:xfrm>
                <a:off x="1636679" y="3729038"/>
                <a:ext cx="3957671" cy="219366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:br>
                  <a:rPr lang="pt-BR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pt-BR" sz="2400" i="0"/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t-BR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rect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pt-BR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pt-BR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pt-BR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sinc</m:t>
                          </m:r>
                        </m:fName>
                        <m:e>
                          <m:d>
                            <m:d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m:rPr>
                          <m:nor/>
                        </m:rPr>
                        <a:rPr lang="pt-BR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onde </m:t>
                      </m:r>
                      <m:func>
                        <m:funcPr>
                          <m:ctrlPr>
                            <a:rPr lang="pt-BR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sinc</m:t>
                          </m:r>
                        </m:fName>
                        <m:e>
                          <m:d>
                            <m:d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pt-BR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747B5C8B-B5D5-C7A4-5C83-48DDA0226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6679" y="3729038"/>
                <a:ext cx="3957671" cy="21936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ine 4">
            <a:extLst>
              <a:ext uri="{FF2B5EF4-FFF2-40B4-BE49-F238E27FC236}">
                <a16:creationId xmlns:a16="http://schemas.microsoft.com/office/drawing/2014/main" id="{F1C43A3E-0C99-9663-4015-B1F4918867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24624" y="2935288"/>
            <a:ext cx="3810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D2F7D07F-562D-2F19-C46A-59D258433A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338077"/>
              </p:ext>
            </p:extLst>
          </p:nvPr>
        </p:nvGraphicFramePr>
        <p:xfrm>
          <a:off x="9594888" y="2959101"/>
          <a:ext cx="176213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01520" imgH="164880" progId="Equation.3">
                  <p:embed/>
                </p:oleObj>
              </mc:Choice>
              <mc:Fallback>
                <p:oleObj name="Equação" r:id="rId4" imgW="101520" imgH="164880" progId="Equation.3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94888" y="2959101"/>
                        <a:ext cx="176213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6">
            <a:extLst>
              <a:ext uri="{FF2B5EF4-FFF2-40B4-BE49-F238E27FC236}">
                <a16:creationId xmlns:a16="http://schemas.microsoft.com/office/drawing/2014/main" id="{211920A6-FCB5-816C-E2B4-72FB8E5574B1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7762" y="307975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1C60440E-9475-3F7A-A987-8AD9F17C9C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162954"/>
              </p:ext>
            </p:extLst>
          </p:nvPr>
        </p:nvGraphicFramePr>
        <p:xfrm>
          <a:off x="7634324" y="2946401"/>
          <a:ext cx="215900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126720" imgH="177480" progId="Equation.3">
                  <p:embed/>
                </p:oleObj>
              </mc:Choice>
              <mc:Fallback>
                <p:oleObj name="Equação" r:id="rId6" imgW="126720" imgH="177480" progId="Equation.3">
                  <p:embed/>
                  <p:pic>
                    <p:nvPicPr>
                      <p:cNvPr id="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4324" y="2946401"/>
                        <a:ext cx="215900" cy="255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reeform 8">
            <a:extLst>
              <a:ext uri="{FF2B5EF4-FFF2-40B4-BE49-F238E27FC236}">
                <a16:creationId xmlns:a16="http://schemas.microsoft.com/office/drawing/2014/main" id="{7BB3D80B-EB2C-4FD9-9F2B-BF8CEC919700}"/>
              </a:ext>
            </a:extLst>
          </p:cNvPr>
          <p:cNvSpPr>
            <a:spLocks/>
          </p:cNvSpPr>
          <p:nvPr/>
        </p:nvSpPr>
        <p:spPr bwMode="auto">
          <a:xfrm>
            <a:off x="6226213" y="1866901"/>
            <a:ext cx="3827463" cy="1063625"/>
          </a:xfrm>
          <a:custGeom>
            <a:avLst/>
            <a:gdLst/>
            <a:ahLst/>
            <a:cxnLst>
              <a:cxn ang="0">
                <a:pos x="0" y="670"/>
              </a:cxn>
              <a:cxn ang="0">
                <a:pos x="539" y="667"/>
              </a:cxn>
              <a:cxn ang="0">
                <a:pos x="539" y="0"/>
              </a:cxn>
              <a:cxn ang="0">
                <a:pos x="1530" y="1"/>
              </a:cxn>
              <a:cxn ang="0">
                <a:pos x="1529" y="667"/>
              </a:cxn>
              <a:cxn ang="0">
                <a:pos x="2411" y="667"/>
              </a:cxn>
            </a:cxnLst>
            <a:rect l="0" t="0" r="r" b="b"/>
            <a:pathLst>
              <a:path w="2411" h="670">
                <a:moveTo>
                  <a:pt x="0" y="670"/>
                </a:moveTo>
                <a:lnTo>
                  <a:pt x="539" y="667"/>
                </a:lnTo>
                <a:lnTo>
                  <a:pt x="539" y="0"/>
                </a:lnTo>
                <a:lnTo>
                  <a:pt x="1530" y="1"/>
                </a:lnTo>
                <a:lnTo>
                  <a:pt x="1529" y="667"/>
                </a:lnTo>
                <a:lnTo>
                  <a:pt x="2411" y="667"/>
                </a:lnTo>
              </a:path>
            </a:pathLst>
          </a:custGeom>
          <a:solidFill>
            <a:srgbClr val="FFCCCC"/>
          </a:solidFill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DD021690-23BC-BD64-7BDA-361C77EFF14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0862" y="1301750"/>
            <a:ext cx="0" cy="1839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FDA952DB-4F7F-537A-5295-AD37CA173F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9637287"/>
              </p:ext>
            </p:extLst>
          </p:nvPr>
        </p:nvGraphicFramePr>
        <p:xfrm>
          <a:off x="7424774" y="1236663"/>
          <a:ext cx="419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279360" imgH="203040" progId="Equation.3">
                  <p:embed/>
                </p:oleObj>
              </mc:Choice>
              <mc:Fallback>
                <p:oleObj name="Equação" r:id="rId8" imgW="279360" imgH="203040" progId="Equation.3">
                  <p:embed/>
                  <p:pic>
                    <p:nvPicPr>
                      <p:cNvPr id="13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4774" y="1236663"/>
                        <a:ext cx="4191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>
            <a:extLst>
              <a:ext uri="{FF2B5EF4-FFF2-40B4-BE49-F238E27FC236}">
                <a16:creationId xmlns:a16="http://schemas.microsoft.com/office/drawing/2014/main" id="{D8835D2C-D216-BF4C-3D87-9AF563D641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172911"/>
              </p:ext>
            </p:extLst>
          </p:nvPr>
        </p:nvGraphicFramePr>
        <p:xfrm>
          <a:off x="7695747" y="1608138"/>
          <a:ext cx="157163" cy="2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0" imgW="88560" imgH="164880" progId="Equation.3">
                  <p:embed/>
                </p:oleObj>
              </mc:Choice>
              <mc:Fallback>
                <p:oleObj name="Equação" r:id="rId10" imgW="88560" imgH="164880" progId="Equation.3">
                  <p:embed/>
                  <p:pic>
                    <p:nvPicPr>
                      <p:cNvPr id="1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5747" y="1608138"/>
                        <a:ext cx="157163" cy="246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>
            <a:extLst>
              <a:ext uri="{FF2B5EF4-FFF2-40B4-BE49-F238E27FC236}">
                <a16:creationId xmlns:a16="http://schemas.microsoft.com/office/drawing/2014/main" id="{5ADB15EC-056C-42CA-69D7-1A2D69CFCB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4587757"/>
              </p:ext>
            </p:extLst>
          </p:nvPr>
        </p:nvGraphicFramePr>
        <p:xfrm>
          <a:off x="8545059" y="2989263"/>
          <a:ext cx="2286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2" imgW="152280" imgH="330120" progId="Equation.3">
                  <p:embed/>
                </p:oleObj>
              </mc:Choice>
              <mc:Fallback>
                <p:oleObj name="Equação" r:id="rId12" imgW="152280" imgH="330120" progId="Equation.3">
                  <p:embed/>
                  <p:pic>
                    <p:nvPicPr>
                      <p:cNvPr id="1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5059" y="2989263"/>
                        <a:ext cx="228600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3">
            <a:extLst>
              <a:ext uri="{FF2B5EF4-FFF2-40B4-BE49-F238E27FC236}">
                <a16:creationId xmlns:a16="http://schemas.microsoft.com/office/drawing/2014/main" id="{0FD18693-A2E6-F3D6-A76F-98779A9A2C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460506"/>
              </p:ext>
            </p:extLst>
          </p:nvPr>
        </p:nvGraphicFramePr>
        <p:xfrm>
          <a:off x="6828971" y="2989263"/>
          <a:ext cx="3810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4" imgW="253800" imgH="330120" progId="Equation.3">
                  <p:embed/>
                </p:oleObj>
              </mc:Choice>
              <mc:Fallback>
                <p:oleObj name="Equação" r:id="rId14" imgW="253800" imgH="330120" progId="Equation.3">
                  <p:embed/>
                  <p:pic>
                    <p:nvPicPr>
                      <p:cNvPr id="1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8971" y="2989263"/>
                        <a:ext cx="381000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3D850527-0538-1859-B1D1-A90785D9094B}"/>
              </a:ext>
            </a:extLst>
          </p:cNvPr>
          <p:cNvGrpSpPr>
            <a:grpSpLocks/>
          </p:cNvGrpSpPr>
          <p:nvPr/>
        </p:nvGrpSpPr>
        <p:grpSpPr bwMode="auto">
          <a:xfrm>
            <a:off x="5623141" y="3897061"/>
            <a:ext cx="4418013" cy="2025650"/>
            <a:chOff x="2804" y="864"/>
            <a:chExt cx="2783" cy="1276"/>
          </a:xfrm>
        </p:grpSpPr>
        <p:graphicFrame>
          <p:nvGraphicFramePr>
            <p:cNvPr id="18" name="Object 17">
              <a:extLst>
                <a:ext uri="{FF2B5EF4-FFF2-40B4-BE49-F238E27FC236}">
                  <a16:creationId xmlns:a16="http://schemas.microsoft.com/office/drawing/2014/main" id="{001D80C1-F8DD-D7D6-D2DA-4E92E603FC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23" y="1838"/>
            <a:ext cx="120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16" imgW="126720" imgH="177480" progId="Equation.3">
                    <p:embed/>
                  </p:oleObj>
                </mc:Choice>
                <mc:Fallback>
                  <p:oleObj name="Equação" r:id="rId16" imgW="126720" imgH="177480" progId="Equation.3">
                    <p:embed/>
                    <p:pic>
                      <p:nvPicPr>
                        <p:cNvPr id="18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3" y="1838"/>
                          <a:ext cx="120" cy="1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8">
              <a:extLst>
                <a:ext uri="{FF2B5EF4-FFF2-40B4-BE49-F238E27FC236}">
                  <a16:creationId xmlns:a16="http://schemas.microsoft.com/office/drawing/2014/main" id="{287F30ED-5FEC-8A59-4F09-39B7D7FB88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22" y="1828"/>
            <a:ext cx="14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18" imgW="152280" imgH="330120" progId="Equation.3">
                    <p:embed/>
                  </p:oleObj>
                </mc:Choice>
                <mc:Fallback>
                  <p:oleObj name="Equação" r:id="rId18" imgW="152280" imgH="330120" progId="Equation.3">
                    <p:embed/>
                    <p:pic>
                      <p:nvPicPr>
                        <p:cNvPr id="19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2" y="1828"/>
                          <a:ext cx="144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9">
              <a:extLst>
                <a:ext uri="{FF2B5EF4-FFF2-40B4-BE49-F238E27FC236}">
                  <a16:creationId xmlns:a16="http://schemas.microsoft.com/office/drawing/2014/main" id="{66ECB85E-BA60-6CA9-96E8-028A909265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17" y="1828"/>
            <a:ext cx="14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20" imgW="152280" imgH="330120" progId="Equation.3">
                    <p:embed/>
                  </p:oleObj>
                </mc:Choice>
                <mc:Fallback>
                  <p:oleObj name="Equação" r:id="rId20" imgW="152280" imgH="330120" progId="Equation.3">
                    <p:embed/>
                    <p:pic>
                      <p:nvPicPr>
                        <p:cNvPr id="2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7" y="1828"/>
                          <a:ext cx="144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0">
              <a:extLst>
                <a:ext uri="{FF2B5EF4-FFF2-40B4-BE49-F238E27FC236}">
                  <a16:creationId xmlns:a16="http://schemas.microsoft.com/office/drawing/2014/main" id="{378FF3B7-3E71-C5D9-0892-9AB52FEEF8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00" y="1828"/>
            <a:ext cx="24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22" imgW="253800" imgH="330120" progId="Equation.3">
                    <p:embed/>
                  </p:oleObj>
                </mc:Choice>
                <mc:Fallback>
                  <p:oleObj name="Equação" r:id="rId22" imgW="253800" imgH="330120" progId="Equation.3">
                    <p:embed/>
                    <p:pic>
                      <p:nvPicPr>
                        <p:cNvPr id="21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0" y="1828"/>
                          <a:ext cx="240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1">
              <a:extLst>
                <a:ext uri="{FF2B5EF4-FFF2-40B4-BE49-F238E27FC236}">
                  <a16:creationId xmlns:a16="http://schemas.microsoft.com/office/drawing/2014/main" id="{531364AC-E7FA-D201-0BAE-7472BCD742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03" y="1883"/>
            <a:ext cx="15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24" imgW="164880" imgH="203040" progId="Equation.3">
                    <p:embed/>
                  </p:oleObj>
                </mc:Choice>
                <mc:Fallback>
                  <p:oleObj name="Equação" r:id="rId24" imgW="164880" imgH="203040" progId="Equation.3">
                    <p:embed/>
                    <p:pic>
                      <p:nvPicPr>
                        <p:cNvPr id="22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3" y="1883"/>
                          <a:ext cx="156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B2D20676-B47F-2564-448A-36EA7BC44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3" y="1992"/>
              <a:ext cx="1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24" name="Object 23">
              <a:extLst>
                <a:ext uri="{FF2B5EF4-FFF2-40B4-BE49-F238E27FC236}">
                  <a16:creationId xmlns:a16="http://schemas.microsoft.com/office/drawing/2014/main" id="{CA2EACB3-7E23-F534-B3C6-9027F88E8D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45" y="1074"/>
            <a:ext cx="120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26" imgW="126720" imgH="139680" progId="Equation.3">
                    <p:embed/>
                  </p:oleObj>
                </mc:Choice>
                <mc:Fallback>
                  <p:oleObj name="Equação" r:id="rId26" imgW="126720" imgH="139680" progId="Equation.3">
                    <p:embed/>
                    <p:pic>
                      <p:nvPicPr>
                        <p:cNvPr id="24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5" y="1074"/>
                          <a:ext cx="120" cy="1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4">
              <a:extLst>
                <a:ext uri="{FF2B5EF4-FFF2-40B4-BE49-F238E27FC236}">
                  <a16:creationId xmlns:a16="http://schemas.microsoft.com/office/drawing/2014/main" id="{882E7310-BD8E-7135-41E8-A134632BCB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71" y="864"/>
            <a:ext cx="34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28" imgW="368280" imgH="203040" progId="Equation.3">
                    <p:embed/>
                  </p:oleObj>
                </mc:Choice>
                <mc:Fallback>
                  <p:oleObj name="Equação" r:id="rId28" imgW="368280" imgH="20304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1" y="864"/>
                          <a:ext cx="348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774A9FB-49DD-9E8E-27E5-087C574276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3" y="1173"/>
              <a:ext cx="2575" cy="768"/>
              <a:chOff x="723" y="2517"/>
              <a:chExt cx="4435" cy="1158"/>
            </a:xfrm>
          </p:grpSpPr>
          <p:grpSp>
            <p:nvGrpSpPr>
              <p:cNvPr id="30" name="Group 26">
                <a:extLst>
                  <a:ext uri="{FF2B5EF4-FFF2-40B4-BE49-F238E27FC236}">
                    <a16:creationId xmlns:a16="http://schemas.microsoft.com/office/drawing/2014/main" id="{2E5D7B4E-2AEE-E9BE-6E64-806D7EE5B6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723" y="2517"/>
                <a:ext cx="2275" cy="1158"/>
                <a:chOff x="2883" y="2517"/>
                <a:chExt cx="2275" cy="1158"/>
              </a:xfrm>
            </p:grpSpPr>
            <p:sp>
              <p:nvSpPr>
                <p:cNvPr id="37" name="Freeform 27">
                  <a:extLst>
                    <a:ext uri="{FF2B5EF4-FFF2-40B4-BE49-F238E27FC236}">
                      <a16:creationId xmlns:a16="http://schemas.microsoft.com/office/drawing/2014/main" id="{2E0EDD0F-B455-DB0C-4473-B4E2B4F6B2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3" y="2517"/>
                  <a:ext cx="2275" cy="1158"/>
                </a:xfrm>
                <a:custGeom>
                  <a:avLst/>
                  <a:gdLst/>
                  <a:ahLst/>
                  <a:cxnLst>
                    <a:cxn ang="0">
                      <a:pos x="57" y="959"/>
                    </a:cxn>
                    <a:cxn ang="0">
                      <a:pos x="53" y="887"/>
                    </a:cxn>
                    <a:cxn ang="0">
                      <a:pos x="57" y="139"/>
                    </a:cxn>
                    <a:cxn ang="0">
                      <a:pos x="57" y="55"/>
                    </a:cxn>
                    <a:cxn ang="0">
                      <a:pos x="97" y="59"/>
                    </a:cxn>
                    <a:cxn ang="0">
                      <a:pos x="149" y="87"/>
                    </a:cxn>
                    <a:cxn ang="0">
                      <a:pos x="241" y="163"/>
                    </a:cxn>
                    <a:cxn ang="0">
                      <a:pos x="309" y="243"/>
                    </a:cxn>
                    <a:cxn ang="0">
                      <a:pos x="381" y="355"/>
                    </a:cxn>
                    <a:cxn ang="0">
                      <a:pos x="457" y="479"/>
                    </a:cxn>
                    <a:cxn ang="0">
                      <a:pos x="553" y="651"/>
                    </a:cxn>
                    <a:cxn ang="0">
                      <a:pos x="617" y="755"/>
                    </a:cxn>
                    <a:cxn ang="0">
                      <a:pos x="697" y="887"/>
                    </a:cxn>
                    <a:cxn ang="0">
                      <a:pos x="761" y="967"/>
                    </a:cxn>
                    <a:cxn ang="0">
                      <a:pos x="809" y="1015"/>
                    </a:cxn>
                    <a:cxn ang="0">
                      <a:pos x="861" y="1083"/>
                    </a:cxn>
                    <a:cxn ang="0">
                      <a:pos x="949" y="1135"/>
                    </a:cxn>
                    <a:cxn ang="0">
                      <a:pos x="1049" y="1155"/>
                    </a:cxn>
                    <a:cxn ang="0">
                      <a:pos x="1113" y="1151"/>
                    </a:cxn>
                    <a:cxn ang="0">
                      <a:pos x="1189" y="1127"/>
                    </a:cxn>
                    <a:cxn ang="0">
                      <a:pos x="1273" y="1079"/>
                    </a:cxn>
                    <a:cxn ang="0">
                      <a:pos x="1345" y="1031"/>
                    </a:cxn>
                    <a:cxn ang="0">
                      <a:pos x="1397" y="983"/>
                    </a:cxn>
                    <a:cxn ang="0">
                      <a:pos x="1457" y="951"/>
                    </a:cxn>
                    <a:cxn ang="0">
                      <a:pos x="1517" y="903"/>
                    </a:cxn>
                    <a:cxn ang="0">
                      <a:pos x="1597" y="875"/>
                    </a:cxn>
                    <a:cxn ang="0">
                      <a:pos x="1685" y="855"/>
                    </a:cxn>
                    <a:cxn ang="0">
                      <a:pos x="1765" y="839"/>
                    </a:cxn>
                    <a:cxn ang="0">
                      <a:pos x="1869" y="855"/>
                    </a:cxn>
                    <a:cxn ang="0">
                      <a:pos x="1957" y="879"/>
                    </a:cxn>
                    <a:cxn ang="0">
                      <a:pos x="2049" y="915"/>
                    </a:cxn>
                    <a:cxn ang="0">
                      <a:pos x="2109" y="947"/>
                    </a:cxn>
                    <a:cxn ang="0">
                      <a:pos x="2213" y="991"/>
                    </a:cxn>
                    <a:cxn ang="0">
                      <a:pos x="2261" y="1011"/>
                    </a:cxn>
                    <a:cxn ang="0">
                      <a:pos x="2273" y="971"/>
                    </a:cxn>
                    <a:cxn ang="0">
                      <a:pos x="2249" y="959"/>
                    </a:cxn>
                    <a:cxn ang="0">
                      <a:pos x="2217" y="959"/>
                    </a:cxn>
                    <a:cxn ang="0">
                      <a:pos x="2137" y="963"/>
                    </a:cxn>
                    <a:cxn ang="0">
                      <a:pos x="1757" y="955"/>
                    </a:cxn>
                    <a:cxn ang="0">
                      <a:pos x="1189" y="963"/>
                    </a:cxn>
                    <a:cxn ang="0">
                      <a:pos x="393" y="963"/>
                    </a:cxn>
                    <a:cxn ang="0">
                      <a:pos x="57" y="959"/>
                    </a:cxn>
                  </a:cxnLst>
                  <a:rect l="0" t="0" r="r" b="b"/>
                  <a:pathLst>
                    <a:path w="2275" h="1158">
                      <a:moveTo>
                        <a:pt x="57" y="959"/>
                      </a:moveTo>
                      <a:cubicBezTo>
                        <a:pt x="0" y="946"/>
                        <a:pt x="53" y="1024"/>
                        <a:pt x="53" y="887"/>
                      </a:cubicBezTo>
                      <a:cubicBezTo>
                        <a:pt x="53" y="750"/>
                        <a:pt x="56" y="278"/>
                        <a:pt x="57" y="139"/>
                      </a:cubicBezTo>
                      <a:cubicBezTo>
                        <a:pt x="58" y="0"/>
                        <a:pt x="50" y="68"/>
                        <a:pt x="57" y="55"/>
                      </a:cubicBezTo>
                      <a:cubicBezTo>
                        <a:pt x="64" y="42"/>
                        <a:pt x="82" y="54"/>
                        <a:pt x="97" y="59"/>
                      </a:cubicBezTo>
                      <a:cubicBezTo>
                        <a:pt x="112" y="64"/>
                        <a:pt x="125" y="70"/>
                        <a:pt x="149" y="87"/>
                      </a:cubicBezTo>
                      <a:cubicBezTo>
                        <a:pt x="173" y="104"/>
                        <a:pt x="214" y="137"/>
                        <a:pt x="241" y="163"/>
                      </a:cubicBezTo>
                      <a:cubicBezTo>
                        <a:pt x="268" y="189"/>
                        <a:pt x="286" y="211"/>
                        <a:pt x="309" y="243"/>
                      </a:cubicBezTo>
                      <a:cubicBezTo>
                        <a:pt x="332" y="275"/>
                        <a:pt x="356" y="316"/>
                        <a:pt x="381" y="355"/>
                      </a:cubicBezTo>
                      <a:cubicBezTo>
                        <a:pt x="406" y="394"/>
                        <a:pt x="428" y="430"/>
                        <a:pt x="457" y="479"/>
                      </a:cubicBezTo>
                      <a:cubicBezTo>
                        <a:pt x="486" y="528"/>
                        <a:pt x="526" y="605"/>
                        <a:pt x="553" y="651"/>
                      </a:cubicBezTo>
                      <a:cubicBezTo>
                        <a:pt x="580" y="697"/>
                        <a:pt x="593" y="716"/>
                        <a:pt x="617" y="755"/>
                      </a:cubicBezTo>
                      <a:cubicBezTo>
                        <a:pt x="641" y="794"/>
                        <a:pt x="673" y="852"/>
                        <a:pt x="697" y="887"/>
                      </a:cubicBezTo>
                      <a:cubicBezTo>
                        <a:pt x="721" y="922"/>
                        <a:pt x="742" y="946"/>
                        <a:pt x="761" y="967"/>
                      </a:cubicBezTo>
                      <a:cubicBezTo>
                        <a:pt x="780" y="988"/>
                        <a:pt x="792" y="996"/>
                        <a:pt x="809" y="1015"/>
                      </a:cubicBezTo>
                      <a:cubicBezTo>
                        <a:pt x="826" y="1034"/>
                        <a:pt x="838" y="1063"/>
                        <a:pt x="861" y="1083"/>
                      </a:cubicBezTo>
                      <a:cubicBezTo>
                        <a:pt x="884" y="1103"/>
                        <a:pt x="918" y="1123"/>
                        <a:pt x="949" y="1135"/>
                      </a:cubicBezTo>
                      <a:cubicBezTo>
                        <a:pt x="980" y="1147"/>
                        <a:pt x="1022" y="1152"/>
                        <a:pt x="1049" y="1155"/>
                      </a:cubicBezTo>
                      <a:cubicBezTo>
                        <a:pt x="1076" y="1158"/>
                        <a:pt x="1090" y="1156"/>
                        <a:pt x="1113" y="1151"/>
                      </a:cubicBezTo>
                      <a:cubicBezTo>
                        <a:pt x="1136" y="1146"/>
                        <a:pt x="1162" y="1139"/>
                        <a:pt x="1189" y="1127"/>
                      </a:cubicBezTo>
                      <a:cubicBezTo>
                        <a:pt x="1216" y="1115"/>
                        <a:pt x="1247" y="1095"/>
                        <a:pt x="1273" y="1079"/>
                      </a:cubicBezTo>
                      <a:cubicBezTo>
                        <a:pt x="1299" y="1063"/>
                        <a:pt x="1324" y="1047"/>
                        <a:pt x="1345" y="1031"/>
                      </a:cubicBezTo>
                      <a:cubicBezTo>
                        <a:pt x="1366" y="1015"/>
                        <a:pt x="1378" y="996"/>
                        <a:pt x="1397" y="983"/>
                      </a:cubicBezTo>
                      <a:cubicBezTo>
                        <a:pt x="1416" y="970"/>
                        <a:pt x="1437" y="964"/>
                        <a:pt x="1457" y="951"/>
                      </a:cubicBezTo>
                      <a:cubicBezTo>
                        <a:pt x="1477" y="938"/>
                        <a:pt x="1494" y="916"/>
                        <a:pt x="1517" y="903"/>
                      </a:cubicBezTo>
                      <a:cubicBezTo>
                        <a:pt x="1540" y="890"/>
                        <a:pt x="1569" y="883"/>
                        <a:pt x="1597" y="875"/>
                      </a:cubicBezTo>
                      <a:cubicBezTo>
                        <a:pt x="1625" y="867"/>
                        <a:pt x="1657" y="861"/>
                        <a:pt x="1685" y="855"/>
                      </a:cubicBezTo>
                      <a:cubicBezTo>
                        <a:pt x="1713" y="849"/>
                        <a:pt x="1734" y="839"/>
                        <a:pt x="1765" y="839"/>
                      </a:cubicBezTo>
                      <a:cubicBezTo>
                        <a:pt x="1796" y="839"/>
                        <a:pt x="1837" y="848"/>
                        <a:pt x="1869" y="855"/>
                      </a:cubicBezTo>
                      <a:cubicBezTo>
                        <a:pt x="1901" y="862"/>
                        <a:pt x="1927" y="869"/>
                        <a:pt x="1957" y="879"/>
                      </a:cubicBezTo>
                      <a:cubicBezTo>
                        <a:pt x="1987" y="889"/>
                        <a:pt x="2024" y="904"/>
                        <a:pt x="2049" y="915"/>
                      </a:cubicBezTo>
                      <a:cubicBezTo>
                        <a:pt x="2074" y="926"/>
                        <a:pt x="2082" y="934"/>
                        <a:pt x="2109" y="947"/>
                      </a:cubicBezTo>
                      <a:cubicBezTo>
                        <a:pt x="2136" y="960"/>
                        <a:pt x="2188" y="980"/>
                        <a:pt x="2213" y="991"/>
                      </a:cubicBezTo>
                      <a:cubicBezTo>
                        <a:pt x="2238" y="1002"/>
                        <a:pt x="2251" y="1014"/>
                        <a:pt x="2261" y="1011"/>
                      </a:cubicBezTo>
                      <a:cubicBezTo>
                        <a:pt x="2271" y="1008"/>
                        <a:pt x="2275" y="980"/>
                        <a:pt x="2273" y="971"/>
                      </a:cubicBezTo>
                      <a:cubicBezTo>
                        <a:pt x="2271" y="962"/>
                        <a:pt x="2258" y="961"/>
                        <a:pt x="2249" y="959"/>
                      </a:cubicBezTo>
                      <a:cubicBezTo>
                        <a:pt x="2240" y="957"/>
                        <a:pt x="2236" y="958"/>
                        <a:pt x="2217" y="959"/>
                      </a:cubicBezTo>
                      <a:cubicBezTo>
                        <a:pt x="2198" y="960"/>
                        <a:pt x="2214" y="964"/>
                        <a:pt x="2137" y="963"/>
                      </a:cubicBezTo>
                      <a:cubicBezTo>
                        <a:pt x="2060" y="962"/>
                        <a:pt x="1915" y="955"/>
                        <a:pt x="1757" y="955"/>
                      </a:cubicBezTo>
                      <a:cubicBezTo>
                        <a:pt x="1599" y="955"/>
                        <a:pt x="1416" y="962"/>
                        <a:pt x="1189" y="963"/>
                      </a:cubicBezTo>
                      <a:cubicBezTo>
                        <a:pt x="962" y="964"/>
                        <a:pt x="582" y="963"/>
                        <a:pt x="393" y="963"/>
                      </a:cubicBezTo>
                      <a:cubicBezTo>
                        <a:pt x="204" y="963"/>
                        <a:pt x="114" y="972"/>
                        <a:pt x="57" y="959"/>
                      </a:cubicBezTo>
                      <a:close/>
                    </a:path>
                  </a:pathLst>
                </a:custGeom>
                <a:solidFill>
                  <a:srgbClr val="CCFFCC"/>
                </a:solidFill>
                <a:ln w="9525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grpSp>
              <p:nvGrpSpPr>
                <p:cNvPr id="38" name="Group 28">
                  <a:extLst>
                    <a:ext uri="{FF2B5EF4-FFF2-40B4-BE49-F238E27FC236}">
                      <a16:creationId xmlns:a16="http://schemas.microsoft.com/office/drawing/2014/main" id="{920B85D3-AB8B-79FF-568C-7520EF94022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39" y="2570"/>
                  <a:ext cx="2218" cy="1103"/>
                  <a:chOff x="2939" y="2570"/>
                  <a:chExt cx="2218" cy="1103"/>
                </a:xfrm>
              </p:grpSpPr>
              <p:sp>
                <p:nvSpPr>
                  <p:cNvPr id="39" name="Freeform 29">
                    <a:extLst>
                      <a:ext uri="{FF2B5EF4-FFF2-40B4-BE49-F238E27FC236}">
                        <a16:creationId xmlns:a16="http://schemas.microsoft.com/office/drawing/2014/main" id="{9B33C634-E63D-CA19-3B2B-9E508849FEA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26" y="3468"/>
                    <a:ext cx="705" cy="205"/>
                  </a:xfrm>
                  <a:custGeom>
                    <a:avLst/>
                    <a:gdLst/>
                    <a:ahLst/>
                    <a:cxnLst>
                      <a:cxn ang="0">
                        <a:pos x="705" y="7"/>
                      </a:cxn>
                      <a:cxn ang="0">
                        <a:pos x="685" y="21"/>
                      </a:cxn>
                      <a:cxn ang="0">
                        <a:pos x="657" y="40"/>
                      </a:cxn>
                      <a:cxn ang="0">
                        <a:pos x="625" y="63"/>
                      </a:cxn>
                      <a:cxn ang="0">
                        <a:pos x="589" y="86"/>
                      </a:cxn>
                      <a:cxn ang="0">
                        <a:pos x="557" y="110"/>
                      </a:cxn>
                      <a:cxn ang="0">
                        <a:pos x="525" y="129"/>
                      </a:cxn>
                      <a:cxn ang="0">
                        <a:pos x="487" y="150"/>
                      </a:cxn>
                      <a:cxn ang="0">
                        <a:pos x="441" y="175"/>
                      </a:cxn>
                      <a:cxn ang="0">
                        <a:pos x="397" y="191"/>
                      </a:cxn>
                      <a:cxn ang="0">
                        <a:pos x="357" y="200"/>
                      </a:cxn>
                      <a:cxn ang="0">
                        <a:pos x="319" y="205"/>
                      </a:cxn>
                      <a:cxn ang="0">
                        <a:pos x="275" y="203"/>
                      </a:cxn>
                      <a:cxn ang="0">
                        <a:pos x="237" y="193"/>
                      </a:cxn>
                      <a:cxn ang="0">
                        <a:pos x="205" y="182"/>
                      </a:cxn>
                      <a:cxn ang="0">
                        <a:pos x="171" y="161"/>
                      </a:cxn>
                      <a:cxn ang="0">
                        <a:pos x="141" y="143"/>
                      </a:cxn>
                      <a:cxn ang="0">
                        <a:pos x="113" y="118"/>
                      </a:cxn>
                      <a:cxn ang="0">
                        <a:pos x="77" y="85"/>
                      </a:cxn>
                      <a:cxn ang="0">
                        <a:pos x="41" y="4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705" h="205">
                        <a:moveTo>
                          <a:pt x="705" y="7"/>
                        </a:moveTo>
                        <a:cubicBezTo>
                          <a:pt x="699" y="12"/>
                          <a:pt x="693" y="16"/>
                          <a:pt x="685" y="21"/>
                        </a:cubicBezTo>
                        <a:cubicBezTo>
                          <a:pt x="677" y="26"/>
                          <a:pt x="667" y="33"/>
                          <a:pt x="657" y="40"/>
                        </a:cubicBezTo>
                        <a:cubicBezTo>
                          <a:pt x="647" y="47"/>
                          <a:pt x="636" y="55"/>
                          <a:pt x="625" y="63"/>
                        </a:cubicBezTo>
                        <a:cubicBezTo>
                          <a:pt x="614" y="71"/>
                          <a:pt x="600" y="78"/>
                          <a:pt x="589" y="86"/>
                        </a:cubicBezTo>
                        <a:cubicBezTo>
                          <a:pt x="578" y="93"/>
                          <a:pt x="568" y="103"/>
                          <a:pt x="557" y="110"/>
                        </a:cubicBezTo>
                        <a:cubicBezTo>
                          <a:pt x="546" y="118"/>
                          <a:pt x="537" y="123"/>
                          <a:pt x="525" y="129"/>
                        </a:cubicBezTo>
                        <a:cubicBezTo>
                          <a:pt x="513" y="136"/>
                          <a:pt x="501" y="143"/>
                          <a:pt x="487" y="150"/>
                        </a:cubicBezTo>
                        <a:cubicBezTo>
                          <a:pt x="473" y="158"/>
                          <a:pt x="456" y="169"/>
                          <a:pt x="441" y="175"/>
                        </a:cubicBezTo>
                        <a:cubicBezTo>
                          <a:pt x="426" y="182"/>
                          <a:pt x="411" y="187"/>
                          <a:pt x="397" y="191"/>
                        </a:cubicBezTo>
                        <a:cubicBezTo>
                          <a:pt x="383" y="195"/>
                          <a:pt x="370" y="198"/>
                          <a:pt x="357" y="200"/>
                        </a:cubicBezTo>
                        <a:cubicBezTo>
                          <a:pt x="344" y="203"/>
                          <a:pt x="333" y="204"/>
                          <a:pt x="319" y="205"/>
                        </a:cubicBezTo>
                        <a:cubicBezTo>
                          <a:pt x="305" y="205"/>
                          <a:pt x="289" y="205"/>
                          <a:pt x="275" y="203"/>
                        </a:cubicBezTo>
                        <a:cubicBezTo>
                          <a:pt x="261" y="201"/>
                          <a:pt x="249" y="197"/>
                          <a:pt x="237" y="193"/>
                        </a:cubicBezTo>
                        <a:cubicBezTo>
                          <a:pt x="225" y="189"/>
                          <a:pt x="216" y="187"/>
                          <a:pt x="205" y="182"/>
                        </a:cubicBezTo>
                        <a:cubicBezTo>
                          <a:pt x="194" y="176"/>
                          <a:pt x="182" y="168"/>
                          <a:pt x="171" y="161"/>
                        </a:cubicBezTo>
                        <a:cubicBezTo>
                          <a:pt x="160" y="155"/>
                          <a:pt x="151" y="150"/>
                          <a:pt x="141" y="143"/>
                        </a:cubicBezTo>
                        <a:cubicBezTo>
                          <a:pt x="131" y="136"/>
                          <a:pt x="124" y="128"/>
                          <a:pt x="113" y="118"/>
                        </a:cubicBezTo>
                        <a:cubicBezTo>
                          <a:pt x="102" y="108"/>
                          <a:pt x="89" y="97"/>
                          <a:pt x="77" y="85"/>
                        </a:cubicBezTo>
                        <a:cubicBezTo>
                          <a:pt x="65" y="73"/>
                          <a:pt x="54" y="57"/>
                          <a:pt x="41" y="43"/>
                        </a:cubicBezTo>
                        <a:cubicBezTo>
                          <a:pt x="28" y="29"/>
                          <a:pt x="9" y="9"/>
                          <a:pt x="0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rgbClr val="0066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pt-BR"/>
                  </a:p>
                </p:txBody>
              </p:sp>
              <p:sp>
                <p:nvSpPr>
                  <p:cNvPr id="40" name="Freeform 30">
                    <a:extLst>
                      <a:ext uri="{FF2B5EF4-FFF2-40B4-BE49-F238E27FC236}">
                        <a16:creationId xmlns:a16="http://schemas.microsoft.com/office/drawing/2014/main" id="{E7A668C2-7931-A957-7D10-3A907791392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2939" y="2570"/>
                    <a:ext cx="693" cy="904"/>
                  </a:xfrm>
                  <a:custGeom>
                    <a:avLst/>
                    <a:gdLst/>
                    <a:ahLst/>
                    <a:cxnLst>
                      <a:cxn ang="0">
                        <a:pos x="0" y="904"/>
                      </a:cxn>
                      <a:cxn ang="0">
                        <a:pos x="44" y="844"/>
                      </a:cxn>
                      <a:cxn ang="0">
                        <a:pos x="108" y="742"/>
                      </a:cxn>
                      <a:cxn ang="0">
                        <a:pos x="177" y="627"/>
                      </a:cxn>
                      <a:cxn ang="0">
                        <a:pos x="240" y="515"/>
                      </a:cxn>
                      <a:cxn ang="0">
                        <a:pos x="323" y="365"/>
                      </a:cxn>
                      <a:cxn ang="0">
                        <a:pos x="390" y="258"/>
                      </a:cxn>
                      <a:cxn ang="0">
                        <a:pos x="441" y="180"/>
                      </a:cxn>
                      <a:cxn ang="0">
                        <a:pos x="506" y="109"/>
                      </a:cxn>
                      <a:cxn ang="0">
                        <a:pos x="576" y="50"/>
                      </a:cxn>
                      <a:cxn ang="0">
                        <a:pos x="626" y="16"/>
                      </a:cxn>
                      <a:cxn ang="0">
                        <a:pos x="693" y="0"/>
                      </a:cxn>
                    </a:cxnLst>
                    <a:rect l="0" t="0" r="r" b="b"/>
                    <a:pathLst>
                      <a:path w="693" h="904">
                        <a:moveTo>
                          <a:pt x="0" y="904"/>
                        </a:moveTo>
                        <a:cubicBezTo>
                          <a:pt x="12" y="888"/>
                          <a:pt x="26" y="871"/>
                          <a:pt x="44" y="844"/>
                        </a:cubicBezTo>
                        <a:cubicBezTo>
                          <a:pt x="62" y="817"/>
                          <a:pt x="86" y="778"/>
                          <a:pt x="108" y="742"/>
                        </a:cubicBezTo>
                        <a:cubicBezTo>
                          <a:pt x="130" y="706"/>
                          <a:pt x="155" y="665"/>
                          <a:pt x="177" y="627"/>
                        </a:cubicBezTo>
                        <a:cubicBezTo>
                          <a:pt x="199" y="589"/>
                          <a:pt x="216" y="559"/>
                          <a:pt x="240" y="515"/>
                        </a:cubicBezTo>
                        <a:cubicBezTo>
                          <a:pt x="264" y="472"/>
                          <a:pt x="298" y="408"/>
                          <a:pt x="323" y="365"/>
                        </a:cubicBezTo>
                        <a:cubicBezTo>
                          <a:pt x="348" y="322"/>
                          <a:pt x="370" y="289"/>
                          <a:pt x="390" y="258"/>
                        </a:cubicBezTo>
                        <a:cubicBezTo>
                          <a:pt x="410" y="227"/>
                          <a:pt x="422" y="205"/>
                          <a:pt x="441" y="180"/>
                        </a:cubicBezTo>
                        <a:cubicBezTo>
                          <a:pt x="460" y="155"/>
                          <a:pt x="483" y="131"/>
                          <a:pt x="506" y="109"/>
                        </a:cubicBezTo>
                        <a:cubicBezTo>
                          <a:pt x="529" y="87"/>
                          <a:pt x="556" y="65"/>
                          <a:pt x="576" y="50"/>
                        </a:cubicBezTo>
                        <a:cubicBezTo>
                          <a:pt x="596" y="34"/>
                          <a:pt x="606" y="24"/>
                          <a:pt x="626" y="16"/>
                        </a:cubicBezTo>
                        <a:cubicBezTo>
                          <a:pt x="646" y="8"/>
                          <a:pt x="679" y="3"/>
                          <a:pt x="693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rgbClr val="0066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pt-BR"/>
                  </a:p>
                </p:txBody>
              </p:sp>
              <p:sp>
                <p:nvSpPr>
                  <p:cNvPr id="41" name="Freeform 31">
                    <a:extLst>
                      <a:ext uri="{FF2B5EF4-FFF2-40B4-BE49-F238E27FC236}">
                        <a16:creationId xmlns:a16="http://schemas.microsoft.com/office/drawing/2014/main" id="{A5E406F9-2C2D-8F8B-96C8-2411E1BEFD4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31" y="3358"/>
                    <a:ext cx="826" cy="169"/>
                  </a:xfrm>
                  <a:custGeom>
                    <a:avLst/>
                    <a:gdLst/>
                    <a:ahLst/>
                    <a:cxnLst>
                      <a:cxn ang="0">
                        <a:pos x="826" y="169"/>
                      </a:cxn>
                      <a:cxn ang="0">
                        <a:pos x="795" y="161"/>
                      </a:cxn>
                      <a:cxn ang="0">
                        <a:pos x="750" y="143"/>
                      </a:cxn>
                      <a:cxn ang="0">
                        <a:pos x="718" y="131"/>
                      </a:cxn>
                      <a:cxn ang="0">
                        <a:pos x="699" y="124"/>
                      </a:cxn>
                      <a:cxn ang="0">
                        <a:pos x="678" y="110"/>
                      </a:cxn>
                      <a:cxn ang="0">
                        <a:pos x="642" y="95"/>
                      </a:cxn>
                      <a:cxn ang="0">
                        <a:pos x="608" y="80"/>
                      </a:cxn>
                      <a:cxn ang="0">
                        <a:pos x="564" y="62"/>
                      </a:cxn>
                      <a:cxn ang="0">
                        <a:pos x="524" y="44"/>
                      </a:cxn>
                      <a:cxn ang="0">
                        <a:pos x="486" y="30"/>
                      </a:cxn>
                      <a:cxn ang="0">
                        <a:pos x="450" y="21"/>
                      </a:cxn>
                      <a:cxn ang="0">
                        <a:pos x="422" y="14"/>
                      </a:cxn>
                      <a:cxn ang="0">
                        <a:pos x="386" y="6"/>
                      </a:cxn>
                      <a:cxn ang="0">
                        <a:pos x="348" y="2"/>
                      </a:cxn>
                      <a:cxn ang="0">
                        <a:pos x="322" y="0"/>
                      </a:cxn>
                      <a:cxn ang="0">
                        <a:pos x="278" y="2"/>
                      </a:cxn>
                      <a:cxn ang="0">
                        <a:pos x="230" y="10"/>
                      </a:cxn>
                      <a:cxn ang="0">
                        <a:pos x="192" y="20"/>
                      </a:cxn>
                      <a:cxn ang="0">
                        <a:pos x="156" y="32"/>
                      </a:cxn>
                      <a:cxn ang="0">
                        <a:pos x="122" y="47"/>
                      </a:cxn>
                      <a:cxn ang="0">
                        <a:pos x="88" y="65"/>
                      </a:cxn>
                      <a:cxn ang="0">
                        <a:pos x="56" y="81"/>
                      </a:cxn>
                      <a:cxn ang="0">
                        <a:pos x="24" y="101"/>
                      </a:cxn>
                      <a:cxn ang="0">
                        <a:pos x="0" y="118"/>
                      </a:cxn>
                    </a:cxnLst>
                    <a:rect l="0" t="0" r="r" b="b"/>
                    <a:pathLst>
                      <a:path w="826" h="169">
                        <a:moveTo>
                          <a:pt x="826" y="169"/>
                        </a:moveTo>
                        <a:cubicBezTo>
                          <a:pt x="821" y="168"/>
                          <a:pt x="808" y="165"/>
                          <a:pt x="795" y="161"/>
                        </a:cubicBezTo>
                        <a:cubicBezTo>
                          <a:pt x="782" y="157"/>
                          <a:pt x="763" y="148"/>
                          <a:pt x="750" y="143"/>
                        </a:cubicBezTo>
                        <a:cubicBezTo>
                          <a:pt x="737" y="138"/>
                          <a:pt x="726" y="134"/>
                          <a:pt x="718" y="131"/>
                        </a:cubicBezTo>
                        <a:cubicBezTo>
                          <a:pt x="710" y="128"/>
                          <a:pt x="706" y="128"/>
                          <a:pt x="699" y="124"/>
                        </a:cubicBezTo>
                        <a:cubicBezTo>
                          <a:pt x="692" y="120"/>
                          <a:pt x="687" y="115"/>
                          <a:pt x="678" y="110"/>
                        </a:cubicBezTo>
                        <a:cubicBezTo>
                          <a:pt x="669" y="105"/>
                          <a:pt x="654" y="100"/>
                          <a:pt x="642" y="95"/>
                        </a:cubicBezTo>
                        <a:cubicBezTo>
                          <a:pt x="630" y="90"/>
                          <a:pt x="621" y="85"/>
                          <a:pt x="608" y="80"/>
                        </a:cubicBezTo>
                        <a:cubicBezTo>
                          <a:pt x="595" y="74"/>
                          <a:pt x="578" y="69"/>
                          <a:pt x="564" y="62"/>
                        </a:cubicBezTo>
                        <a:cubicBezTo>
                          <a:pt x="550" y="56"/>
                          <a:pt x="537" y="49"/>
                          <a:pt x="524" y="44"/>
                        </a:cubicBezTo>
                        <a:cubicBezTo>
                          <a:pt x="511" y="38"/>
                          <a:pt x="498" y="34"/>
                          <a:pt x="486" y="30"/>
                        </a:cubicBezTo>
                        <a:cubicBezTo>
                          <a:pt x="474" y="27"/>
                          <a:pt x="461" y="23"/>
                          <a:pt x="450" y="21"/>
                        </a:cubicBezTo>
                        <a:cubicBezTo>
                          <a:pt x="439" y="18"/>
                          <a:pt x="433" y="16"/>
                          <a:pt x="422" y="14"/>
                        </a:cubicBezTo>
                        <a:cubicBezTo>
                          <a:pt x="411" y="12"/>
                          <a:pt x="398" y="8"/>
                          <a:pt x="386" y="6"/>
                        </a:cubicBezTo>
                        <a:cubicBezTo>
                          <a:pt x="374" y="4"/>
                          <a:pt x="359" y="3"/>
                          <a:pt x="348" y="2"/>
                        </a:cubicBezTo>
                        <a:cubicBezTo>
                          <a:pt x="337" y="2"/>
                          <a:pt x="334" y="0"/>
                          <a:pt x="322" y="0"/>
                        </a:cubicBezTo>
                        <a:cubicBezTo>
                          <a:pt x="310" y="0"/>
                          <a:pt x="293" y="1"/>
                          <a:pt x="278" y="2"/>
                        </a:cubicBezTo>
                        <a:cubicBezTo>
                          <a:pt x="263" y="4"/>
                          <a:pt x="244" y="7"/>
                          <a:pt x="230" y="10"/>
                        </a:cubicBezTo>
                        <a:cubicBezTo>
                          <a:pt x="216" y="13"/>
                          <a:pt x="204" y="16"/>
                          <a:pt x="192" y="20"/>
                        </a:cubicBezTo>
                        <a:cubicBezTo>
                          <a:pt x="180" y="23"/>
                          <a:pt x="168" y="28"/>
                          <a:pt x="156" y="32"/>
                        </a:cubicBezTo>
                        <a:cubicBezTo>
                          <a:pt x="144" y="37"/>
                          <a:pt x="133" y="42"/>
                          <a:pt x="122" y="47"/>
                        </a:cubicBezTo>
                        <a:cubicBezTo>
                          <a:pt x="111" y="52"/>
                          <a:pt x="99" y="59"/>
                          <a:pt x="88" y="65"/>
                        </a:cubicBezTo>
                        <a:cubicBezTo>
                          <a:pt x="77" y="71"/>
                          <a:pt x="67" y="75"/>
                          <a:pt x="56" y="81"/>
                        </a:cubicBezTo>
                        <a:cubicBezTo>
                          <a:pt x="45" y="88"/>
                          <a:pt x="33" y="95"/>
                          <a:pt x="24" y="101"/>
                        </a:cubicBezTo>
                        <a:cubicBezTo>
                          <a:pt x="15" y="107"/>
                          <a:pt x="8" y="112"/>
                          <a:pt x="0" y="118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rgbClr val="0066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pt-BR"/>
                  </a:p>
                </p:txBody>
              </p:sp>
            </p:grpSp>
          </p:grpSp>
          <p:grpSp>
            <p:nvGrpSpPr>
              <p:cNvPr id="31" name="Group 32">
                <a:extLst>
                  <a:ext uri="{FF2B5EF4-FFF2-40B4-BE49-F238E27FC236}">
                    <a16:creationId xmlns:a16="http://schemas.microsoft.com/office/drawing/2014/main" id="{DC142FC2-A59E-CD63-E224-BA93A5C097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3" y="2517"/>
                <a:ext cx="2275" cy="1158"/>
                <a:chOff x="2883" y="2517"/>
                <a:chExt cx="2275" cy="1158"/>
              </a:xfrm>
            </p:grpSpPr>
            <p:sp>
              <p:nvSpPr>
                <p:cNvPr id="32" name="Freeform 33">
                  <a:extLst>
                    <a:ext uri="{FF2B5EF4-FFF2-40B4-BE49-F238E27FC236}">
                      <a16:creationId xmlns:a16="http://schemas.microsoft.com/office/drawing/2014/main" id="{9397A2F5-7E57-C6FD-FD35-743B36BD5A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3" y="2517"/>
                  <a:ext cx="2275" cy="1158"/>
                </a:xfrm>
                <a:custGeom>
                  <a:avLst/>
                  <a:gdLst/>
                  <a:ahLst/>
                  <a:cxnLst>
                    <a:cxn ang="0">
                      <a:pos x="57" y="959"/>
                    </a:cxn>
                    <a:cxn ang="0">
                      <a:pos x="53" y="887"/>
                    </a:cxn>
                    <a:cxn ang="0">
                      <a:pos x="57" y="139"/>
                    </a:cxn>
                    <a:cxn ang="0">
                      <a:pos x="57" y="55"/>
                    </a:cxn>
                    <a:cxn ang="0">
                      <a:pos x="97" y="59"/>
                    </a:cxn>
                    <a:cxn ang="0">
                      <a:pos x="149" y="87"/>
                    </a:cxn>
                    <a:cxn ang="0">
                      <a:pos x="241" y="163"/>
                    </a:cxn>
                    <a:cxn ang="0">
                      <a:pos x="309" y="243"/>
                    </a:cxn>
                    <a:cxn ang="0">
                      <a:pos x="381" y="355"/>
                    </a:cxn>
                    <a:cxn ang="0">
                      <a:pos x="457" y="479"/>
                    </a:cxn>
                    <a:cxn ang="0">
                      <a:pos x="553" y="651"/>
                    </a:cxn>
                    <a:cxn ang="0">
                      <a:pos x="617" y="755"/>
                    </a:cxn>
                    <a:cxn ang="0">
                      <a:pos x="697" y="887"/>
                    </a:cxn>
                    <a:cxn ang="0">
                      <a:pos x="761" y="967"/>
                    </a:cxn>
                    <a:cxn ang="0">
                      <a:pos x="809" y="1015"/>
                    </a:cxn>
                    <a:cxn ang="0">
                      <a:pos x="861" y="1083"/>
                    </a:cxn>
                    <a:cxn ang="0">
                      <a:pos x="949" y="1135"/>
                    </a:cxn>
                    <a:cxn ang="0">
                      <a:pos x="1049" y="1155"/>
                    </a:cxn>
                    <a:cxn ang="0">
                      <a:pos x="1113" y="1151"/>
                    </a:cxn>
                    <a:cxn ang="0">
                      <a:pos x="1189" y="1127"/>
                    </a:cxn>
                    <a:cxn ang="0">
                      <a:pos x="1273" y="1079"/>
                    </a:cxn>
                    <a:cxn ang="0">
                      <a:pos x="1345" y="1031"/>
                    </a:cxn>
                    <a:cxn ang="0">
                      <a:pos x="1397" y="983"/>
                    </a:cxn>
                    <a:cxn ang="0">
                      <a:pos x="1457" y="951"/>
                    </a:cxn>
                    <a:cxn ang="0">
                      <a:pos x="1517" y="903"/>
                    </a:cxn>
                    <a:cxn ang="0">
                      <a:pos x="1597" y="875"/>
                    </a:cxn>
                    <a:cxn ang="0">
                      <a:pos x="1685" y="855"/>
                    </a:cxn>
                    <a:cxn ang="0">
                      <a:pos x="1765" y="839"/>
                    </a:cxn>
                    <a:cxn ang="0">
                      <a:pos x="1869" y="855"/>
                    </a:cxn>
                    <a:cxn ang="0">
                      <a:pos x="1957" y="879"/>
                    </a:cxn>
                    <a:cxn ang="0">
                      <a:pos x="2049" y="915"/>
                    </a:cxn>
                    <a:cxn ang="0">
                      <a:pos x="2109" y="947"/>
                    </a:cxn>
                    <a:cxn ang="0">
                      <a:pos x="2213" y="991"/>
                    </a:cxn>
                    <a:cxn ang="0">
                      <a:pos x="2261" y="1011"/>
                    </a:cxn>
                    <a:cxn ang="0">
                      <a:pos x="2273" y="971"/>
                    </a:cxn>
                    <a:cxn ang="0">
                      <a:pos x="2249" y="959"/>
                    </a:cxn>
                    <a:cxn ang="0">
                      <a:pos x="2217" y="959"/>
                    </a:cxn>
                    <a:cxn ang="0">
                      <a:pos x="2137" y="963"/>
                    </a:cxn>
                    <a:cxn ang="0">
                      <a:pos x="1757" y="955"/>
                    </a:cxn>
                    <a:cxn ang="0">
                      <a:pos x="1189" y="963"/>
                    </a:cxn>
                    <a:cxn ang="0">
                      <a:pos x="393" y="963"/>
                    </a:cxn>
                    <a:cxn ang="0">
                      <a:pos x="57" y="959"/>
                    </a:cxn>
                  </a:cxnLst>
                  <a:rect l="0" t="0" r="r" b="b"/>
                  <a:pathLst>
                    <a:path w="2275" h="1158">
                      <a:moveTo>
                        <a:pt x="57" y="959"/>
                      </a:moveTo>
                      <a:cubicBezTo>
                        <a:pt x="0" y="946"/>
                        <a:pt x="53" y="1024"/>
                        <a:pt x="53" y="887"/>
                      </a:cubicBezTo>
                      <a:cubicBezTo>
                        <a:pt x="53" y="750"/>
                        <a:pt x="56" y="278"/>
                        <a:pt x="57" y="139"/>
                      </a:cubicBezTo>
                      <a:cubicBezTo>
                        <a:pt x="58" y="0"/>
                        <a:pt x="50" y="68"/>
                        <a:pt x="57" y="55"/>
                      </a:cubicBezTo>
                      <a:cubicBezTo>
                        <a:pt x="64" y="42"/>
                        <a:pt x="82" y="54"/>
                        <a:pt x="97" y="59"/>
                      </a:cubicBezTo>
                      <a:cubicBezTo>
                        <a:pt x="112" y="64"/>
                        <a:pt x="125" y="70"/>
                        <a:pt x="149" y="87"/>
                      </a:cubicBezTo>
                      <a:cubicBezTo>
                        <a:pt x="173" y="104"/>
                        <a:pt x="214" y="137"/>
                        <a:pt x="241" y="163"/>
                      </a:cubicBezTo>
                      <a:cubicBezTo>
                        <a:pt x="268" y="189"/>
                        <a:pt x="286" y="211"/>
                        <a:pt x="309" y="243"/>
                      </a:cubicBezTo>
                      <a:cubicBezTo>
                        <a:pt x="332" y="275"/>
                        <a:pt x="356" y="316"/>
                        <a:pt x="381" y="355"/>
                      </a:cubicBezTo>
                      <a:cubicBezTo>
                        <a:pt x="406" y="394"/>
                        <a:pt x="428" y="430"/>
                        <a:pt x="457" y="479"/>
                      </a:cubicBezTo>
                      <a:cubicBezTo>
                        <a:pt x="486" y="528"/>
                        <a:pt x="526" y="605"/>
                        <a:pt x="553" y="651"/>
                      </a:cubicBezTo>
                      <a:cubicBezTo>
                        <a:pt x="580" y="697"/>
                        <a:pt x="593" y="716"/>
                        <a:pt x="617" y="755"/>
                      </a:cubicBezTo>
                      <a:cubicBezTo>
                        <a:pt x="641" y="794"/>
                        <a:pt x="673" y="852"/>
                        <a:pt x="697" y="887"/>
                      </a:cubicBezTo>
                      <a:cubicBezTo>
                        <a:pt x="721" y="922"/>
                        <a:pt x="742" y="946"/>
                        <a:pt x="761" y="967"/>
                      </a:cubicBezTo>
                      <a:cubicBezTo>
                        <a:pt x="780" y="988"/>
                        <a:pt x="792" y="996"/>
                        <a:pt x="809" y="1015"/>
                      </a:cubicBezTo>
                      <a:cubicBezTo>
                        <a:pt x="826" y="1034"/>
                        <a:pt x="838" y="1063"/>
                        <a:pt x="861" y="1083"/>
                      </a:cubicBezTo>
                      <a:cubicBezTo>
                        <a:pt x="884" y="1103"/>
                        <a:pt x="918" y="1123"/>
                        <a:pt x="949" y="1135"/>
                      </a:cubicBezTo>
                      <a:cubicBezTo>
                        <a:pt x="980" y="1147"/>
                        <a:pt x="1022" y="1152"/>
                        <a:pt x="1049" y="1155"/>
                      </a:cubicBezTo>
                      <a:cubicBezTo>
                        <a:pt x="1076" y="1158"/>
                        <a:pt x="1090" y="1156"/>
                        <a:pt x="1113" y="1151"/>
                      </a:cubicBezTo>
                      <a:cubicBezTo>
                        <a:pt x="1136" y="1146"/>
                        <a:pt x="1162" y="1139"/>
                        <a:pt x="1189" y="1127"/>
                      </a:cubicBezTo>
                      <a:cubicBezTo>
                        <a:pt x="1216" y="1115"/>
                        <a:pt x="1247" y="1095"/>
                        <a:pt x="1273" y="1079"/>
                      </a:cubicBezTo>
                      <a:cubicBezTo>
                        <a:pt x="1299" y="1063"/>
                        <a:pt x="1324" y="1047"/>
                        <a:pt x="1345" y="1031"/>
                      </a:cubicBezTo>
                      <a:cubicBezTo>
                        <a:pt x="1366" y="1015"/>
                        <a:pt x="1378" y="996"/>
                        <a:pt x="1397" y="983"/>
                      </a:cubicBezTo>
                      <a:cubicBezTo>
                        <a:pt x="1416" y="970"/>
                        <a:pt x="1437" y="964"/>
                        <a:pt x="1457" y="951"/>
                      </a:cubicBezTo>
                      <a:cubicBezTo>
                        <a:pt x="1477" y="938"/>
                        <a:pt x="1494" y="916"/>
                        <a:pt x="1517" y="903"/>
                      </a:cubicBezTo>
                      <a:cubicBezTo>
                        <a:pt x="1540" y="890"/>
                        <a:pt x="1569" y="883"/>
                        <a:pt x="1597" y="875"/>
                      </a:cubicBezTo>
                      <a:cubicBezTo>
                        <a:pt x="1625" y="867"/>
                        <a:pt x="1657" y="861"/>
                        <a:pt x="1685" y="855"/>
                      </a:cubicBezTo>
                      <a:cubicBezTo>
                        <a:pt x="1713" y="849"/>
                        <a:pt x="1734" y="839"/>
                        <a:pt x="1765" y="839"/>
                      </a:cubicBezTo>
                      <a:cubicBezTo>
                        <a:pt x="1796" y="839"/>
                        <a:pt x="1837" y="848"/>
                        <a:pt x="1869" y="855"/>
                      </a:cubicBezTo>
                      <a:cubicBezTo>
                        <a:pt x="1901" y="862"/>
                        <a:pt x="1927" y="869"/>
                        <a:pt x="1957" y="879"/>
                      </a:cubicBezTo>
                      <a:cubicBezTo>
                        <a:pt x="1987" y="889"/>
                        <a:pt x="2024" y="904"/>
                        <a:pt x="2049" y="915"/>
                      </a:cubicBezTo>
                      <a:cubicBezTo>
                        <a:pt x="2074" y="926"/>
                        <a:pt x="2082" y="934"/>
                        <a:pt x="2109" y="947"/>
                      </a:cubicBezTo>
                      <a:cubicBezTo>
                        <a:pt x="2136" y="960"/>
                        <a:pt x="2188" y="980"/>
                        <a:pt x="2213" y="991"/>
                      </a:cubicBezTo>
                      <a:cubicBezTo>
                        <a:pt x="2238" y="1002"/>
                        <a:pt x="2251" y="1014"/>
                        <a:pt x="2261" y="1011"/>
                      </a:cubicBezTo>
                      <a:cubicBezTo>
                        <a:pt x="2271" y="1008"/>
                        <a:pt x="2275" y="980"/>
                        <a:pt x="2273" y="971"/>
                      </a:cubicBezTo>
                      <a:cubicBezTo>
                        <a:pt x="2271" y="962"/>
                        <a:pt x="2258" y="961"/>
                        <a:pt x="2249" y="959"/>
                      </a:cubicBezTo>
                      <a:cubicBezTo>
                        <a:pt x="2240" y="957"/>
                        <a:pt x="2236" y="958"/>
                        <a:pt x="2217" y="959"/>
                      </a:cubicBezTo>
                      <a:cubicBezTo>
                        <a:pt x="2198" y="960"/>
                        <a:pt x="2214" y="964"/>
                        <a:pt x="2137" y="963"/>
                      </a:cubicBezTo>
                      <a:cubicBezTo>
                        <a:pt x="2060" y="962"/>
                        <a:pt x="1915" y="955"/>
                        <a:pt x="1757" y="955"/>
                      </a:cubicBezTo>
                      <a:cubicBezTo>
                        <a:pt x="1599" y="955"/>
                        <a:pt x="1416" y="962"/>
                        <a:pt x="1189" y="963"/>
                      </a:cubicBezTo>
                      <a:cubicBezTo>
                        <a:pt x="962" y="964"/>
                        <a:pt x="582" y="963"/>
                        <a:pt x="393" y="963"/>
                      </a:cubicBezTo>
                      <a:cubicBezTo>
                        <a:pt x="204" y="963"/>
                        <a:pt x="114" y="972"/>
                        <a:pt x="57" y="959"/>
                      </a:cubicBezTo>
                      <a:close/>
                    </a:path>
                  </a:pathLst>
                </a:custGeom>
                <a:solidFill>
                  <a:srgbClr val="CCFFCC"/>
                </a:solidFill>
                <a:ln w="9525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grpSp>
              <p:nvGrpSpPr>
                <p:cNvPr id="33" name="Group 34">
                  <a:extLst>
                    <a:ext uri="{FF2B5EF4-FFF2-40B4-BE49-F238E27FC236}">
                      <a16:creationId xmlns:a16="http://schemas.microsoft.com/office/drawing/2014/main" id="{019B7A46-D46C-3EBE-E3CA-62F1ABB2B75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39" y="2570"/>
                  <a:ext cx="2218" cy="1103"/>
                  <a:chOff x="2939" y="2570"/>
                  <a:chExt cx="2218" cy="1103"/>
                </a:xfrm>
              </p:grpSpPr>
              <p:sp>
                <p:nvSpPr>
                  <p:cNvPr id="34" name="Freeform 35">
                    <a:extLst>
                      <a:ext uri="{FF2B5EF4-FFF2-40B4-BE49-F238E27FC236}">
                        <a16:creationId xmlns:a16="http://schemas.microsoft.com/office/drawing/2014/main" id="{9EACB930-1C48-E96E-271A-9A9E2F452B4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26" y="3468"/>
                    <a:ext cx="705" cy="205"/>
                  </a:xfrm>
                  <a:custGeom>
                    <a:avLst/>
                    <a:gdLst/>
                    <a:ahLst/>
                    <a:cxnLst>
                      <a:cxn ang="0">
                        <a:pos x="705" y="7"/>
                      </a:cxn>
                      <a:cxn ang="0">
                        <a:pos x="685" y="21"/>
                      </a:cxn>
                      <a:cxn ang="0">
                        <a:pos x="657" y="40"/>
                      </a:cxn>
                      <a:cxn ang="0">
                        <a:pos x="625" y="63"/>
                      </a:cxn>
                      <a:cxn ang="0">
                        <a:pos x="589" y="86"/>
                      </a:cxn>
                      <a:cxn ang="0">
                        <a:pos x="557" y="110"/>
                      </a:cxn>
                      <a:cxn ang="0">
                        <a:pos x="525" y="129"/>
                      </a:cxn>
                      <a:cxn ang="0">
                        <a:pos x="487" y="150"/>
                      </a:cxn>
                      <a:cxn ang="0">
                        <a:pos x="441" y="175"/>
                      </a:cxn>
                      <a:cxn ang="0">
                        <a:pos x="397" y="191"/>
                      </a:cxn>
                      <a:cxn ang="0">
                        <a:pos x="357" y="200"/>
                      </a:cxn>
                      <a:cxn ang="0">
                        <a:pos x="319" y="205"/>
                      </a:cxn>
                      <a:cxn ang="0">
                        <a:pos x="275" y="203"/>
                      </a:cxn>
                      <a:cxn ang="0">
                        <a:pos x="237" y="193"/>
                      </a:cxn>
                      <a:cxn ang="0">
                        <a:pos x="205" y="182"/>
                      </a:cxn>
                      <a:cxn ang="0">
                        <a:pos x="171" y="161"/>
                      </a:cxn>
                      <a:cxn ang="0">
                        <a:pos x="141" y="143"/>
                      </a:cxn>
                      <a:cxn ang="0">
                        <a:pos x="113" y="118"/>
                      </a:cxn>
                      <a:cxn ang="0">
                        <a:pos x="77" y="85"/>
                      </a:cxn>
                      <a:cxn ang="0">
                        <a:pos x="41" y="4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705" h="205">
                        <a:moveTo>
                          <a:pt x="705" y="7"/>
                        </a:moveTo>
                        <a:cubicBezTo>
                          <a:pt x="699" y="12"/>
                          <a:pt x="693" y="16"/>
                          <a:pt x="685" y="21"/>
                        </a:cubicBezTo>
                        <a:cubicBezTo>
                          <a:pt x="677" y="26"/>
                          <a:pt x="667" y="33"/>
                          <a:pt x="657" y="40"/>
                        </a:cubicBezTo>
                        <a:cubicBezTo>
                          <a:pt x="647" y="47"/>
                          <a:pt x="636" y="55"/>
                          <a:pt x="625" y="63"/>
                        </a:cubicBezTo>
                        <a:cubicBezTo>
                          <a:pt x="614" y="71"/>
                          <a:pt x="600" y="78"/>
                          <a:pt x="589" y="86"/>
                        </a:cubicBezTo>
                        <a:cubicBezTo>
                          <a:pt x="578" y="93"/>
                          <a:pt x="568" y="103"/>
                          <a:pt x="557" y="110"/>
                        </a:cubicBezTo>
                        <a:cubicBezTo>
                          <a:pt x="546" y="118"/>
                          <a:pt x="537" y="123"/>
                          <a:pt x="525" y="129"/>
                        </a:cubicBezTo>
                        <a:cubicBezTo>
                          <a:pt x="513" y="136"/>
                          <a:pt x="501" y="143"/>
                          <a:pt x="487" y="150"/>
                        </a:cubicBezTo>
                        <a:cubicBezTo>
                          <a:pt x="473" y="158"/>
                          <a:pt x="456" y="169"/>
                          <a:pt x="441" y="175"/>
                        </a:cubicBezTo>
                        <a:cubicBezTo>
                          <a:pt x="426" y="182"/>
                          <a:pt x="411" y="187"/>
                          <a:pt x="397" y="191"/>
                        </a:cubicBezTo>
                        <a:cubicBezTo>
                          <a:pt x="383" y="195"/>
                          <a:pt x="370" y="198"/>
                          <a:pt x="357" y="200"/>
                        </a:cubicBezTo>
                        <a:cubicBezTo>
                          <a:pt x="344" y="203"/>
                          <a:pt x="333" y="204"/>
                          <a:pt x="319" y="205"/>
                        </a:cubicBezTo>
                        <a:cubicBezTo>
                          <a:pt x="305" y="205"/>
                          <a:pt x="289" y="205"/>
                          <a:pt x="275" y="203"/>
                        </a:cubicBezTo>
                        <a:cubicBezTo>
                          <a:pt x="261" y="201"/>
                          <a:pt x="249" y="197"/>
                          <a:pt x="237" y="193"/>
                        </a:cubicBezTo>
                        <a:cubicBezTo>
                          <a:pt x="225" y="189"/>
                          <a:pt x="216" y="187"/>
                          <a:pt x="205" y="182"/>
                        </a:cubicBezTo>
                        <a:cubicBezTo>
                          <a:pt x="194" y="176"/>
                          <a:pt x="182" y="168"/>
                          <a:pt x="171" y="161"/>
                        </a:cubicBezTo>
                        <a:cubicBezTo>
                          <a:pt x="160" y="155"/>
                          <a:pt x="151" y="150"/>
                          <a:pt x="141" y="143"/>
                        </a:cubicBezTo>
                        <a:cubicBezTo>
                          <a:pt x="131" y="136"/>
                          <a:pt x="124" y="128"/>
                          <a:pt x="113" y="118"/>
                        </a:cubicBezTo>
                        <a:cubicBezTo>
                          <a:pt x="102" y="108"/>
                          <a:pt x="89" y="97"/>
                          <a:pt x="77" y="85"/>
                        </a:cubicBezTo>
                        <a:cubicBezTo>
                          <a:pt x="65" y="73"/>
                          <a:pt x="54" y="57"/>
                          <a:pt x="41" y="43"/>
                        </a:cubicBezTo>
                        <a:cubicBezTo>
                          <a:pt x="28" y="29"/>
                          <a:pt x="9" y="9"/>
                          <a:pt x="0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rgbClr val="0066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pt-BR"/>
                  </a:p>
                </p:txBody>
              </p:sp>
              <p:sp>
                <p:nvSpPr>
                  <p:cNvPr id="35" name="Freeform 36">
                    <a:extLst>
                      <a:ext uri="{FF2B5EF4-FFF2-40B4-BE49-F238E27FC236}">
                        <a16:creationId xmlns:a16="http://schemas.microsoft.com/office/drawing/2014/main" id="{78D268FC-88F8-78F0-A02A-ECBAB7BF11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2939" y="2570"/>
                    <a:ext cx="693" cy="904"/>
                  </a:xfrm>
                  <a:custGeom>
                    <a:avLst/>
                    <a:gdLst/>
                    <a:ahLst/>
                    <a:cxnLst>
                      <a:cxn ang="0">
                        <a:pos x="0" y="904"/>
                      </a:cxn>
                      <a:cxn ang="0">
                        <a:pos x="44" y="844"/>
                      </a:cxn>
                      <a:cxn ang="0">
                        <a:pos x="108" y="742"/>
                      </a:cxn>
                      <a:cxn ang="0">
                        <a:pos x="177" y="627"/>
                      </a:cxn>
                      <a:cxn ang="0">
                        <a:pos x="240" y="515"/>
                      </a:cxn>
                      <a:cxn ang="0">
                        <a:pos x="323" y="365"/>
                      </a:cxn>
                      <a:cxn ang="0">
                        <a:pos x="390" y="258"/>
                      </a:cxn>
                      <a:cxn ang="0">
                        <a:pos x="441" y="180"/>
                      </a:cxn>
                      <a:cxn ang="0">
                        <a:pos x="506" y="109"/>
                      </a:cxn>
                      <a:cxn ang="0">
                        <a:pos x="576" y="50"/>
                      </a:cxn>
                      <a:cxn ang="0">
                        <a:pos x="626" y="16"/>
                      </a:cxn>
                      <a:cxn ang="0">
                        <a:pos x="693" y="0"/>
                      </a:cxn>
                    </a:cxnLst>
                    <a:rect l="0" t="0" r="r" b="b"/>
                    <a:pathLst>
                      <a:path w="693" h="904">
                        <a:moveTo>
                          <a:pt x="0" y="904"/>
                        </a:moveTo>
                        <a:cubicBezTo>
                          <a:pt x="12" y="888"/>
                          <a:pt x="26" y="871"/>
                          <a:pt x="44" y="844"/>
                        </a:cubicBezTo>
                        <a:cubicBezTo>
                          <a:pt x="62" y="817"/>
                          <a:pt x="86" y="778"/>
                          <a:pt x="108" y="742"/>
                        </a:cubicBezTo>
                        <a:cubicBezTo>
                          <a:pt x="130" y="706"/>
                          <a:pt x="155" y="665"/>
                          <a:pt x="177" y="627"/>
                        </a:cubicBezTo>
                        <a:cubicBezTo>
                          <a:pt x="199" y="589"/>
                          <a:pt x="216" y="559"/>
                          <a:pt x="240" y="515"/>
                        </a:cubicBezTo>
                        <a:cubicBezTo>
                          <a:pt x="264" y="472"/>
                          <a:pt x="298" y="408"/>
                          <a:pt x="323" y="365"/>
                        </a:cubicBezTo>
                        <a:cubicBezTo>
                          <a:pt x="348" y="322"/>
                          <a:pt x="370" y="289"/>
                          <a:pt x="390" y="258"/>
                        </a:cubicBezTo>
                        <a:cubicBezTo>
                          <a:pt x="410" y="227"/>
                          <a:pt x="422" y="205"/>
                          <a:pt x="441" y="180"/>
                        </a:cubicBezTo>
                        <a:cubicBezTo>
                          <a:pt x="460" y="155"/>
                          <a:pt x="483" y="131"/>
                          <a:pt x="506" y="109"/>
                        </a:cubicBezTo>
                        <a:cubicBezTo>
                          <a:pt x="529" y="87"/>
                          <a:pt x="556" y="65"/>
                          <a:pt x="576" y="50"/>
                        </a:cubicBezTo>
                        <a:cubicBezTo>
                          <a:pt x="596" y="34"/>
                          <a:pt x="606" y="24"/>
                          <a:pt x="626" y="16"/>
                        </a:cubicBezTo>
                        <a:cubicBezTo>
                          <a:pt x="646" y="8"/>
                          <a:pt x="679" y="3"/>
                          <a:pt x="693" y="0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rgbClr val="0066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pt-BR"/>
                  </a:p>
                </p:txBody>
              </p:sp>
              <p:sp>
                <p:nvSpPr>
                  <p:cNvPr id="36" name="Freeform 37">
                    <a:extLst>
                      <a:ext uri="{FF2B5EF4-FFF2-40B4-BE49-F238E27FC236}">
                        <a16:creationId xmlns:a16="http://schemas.microsoft.com/office/drawing/2014/main" id="{D90F8BF8-D2D1-A9BD-7724-99CA0DC58A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331" y="3358"/>
                    <a:ext cx="826" cy="169"/>
                  </a:xfrm>
                  <a:custGeom>
                    <a:avLst/>
                    <a:gdLst/>
                    <a:ahLst/>
                    <a:cxnLst>
                      <a:cxn ang="0">
                        <a:pos x="826" y="169"/>
                      </a:cxn>
                      <a:cxn ang="0">
                        <a:pos x="795" y="161"/>
                      </a:cxn>
                      <a:cxn ang="0">
                        <a:pos x="750" y="143"/>
                      </a:cxn>
                      <a:cxn ang="0">
                        <a:pos x="718" y="131"/>
                      </a:cxn>
                      <a:cxn ang="0">
                        <a:pos x="699" y="124"/>
                      </a:cxn>
                      <a:cxn ang="0">
                        <a:pos x="678" y="110"/>
                      </a:cxn>
                      <a:cxn ang="0">
                        <a:pos x="642" y="95"/>
                      </a:cxn>
                      <a:cxn ang="0">
                        <a:pos x="608" y="80"/>
                      </a:cxn>
                      <a:cxn ang="0">
                        <a:pos x="564" y="62"/>
                      </a:cxn>
                      <a:cxn ang="0">
                        <a:pos x="524" y="44"/>
                      </a:cxn>
                      <a:cxn ang="0">
                        <a:pos x="486" y="30"/>
                      </a:cxn>
                      <a:cxn ang="0">
                        <a:pos x="450" y="21"/>
                      </a:cxn>
                      <a:cxn ang="0">
                        <a:pos x="422" y="14"/>
                      </a:cxn>
                      <a:cxn ang="0">
                        <a:pos x="386" y="6"/>
                      </a:cxn>
                      <a:cxn ang="0">
                        <a:pos x="348" y="2"/>
                      </a:cxn>
                      <a:cxn ang="0">
                        <a:pos x="322" y="0"/>
                      </a:cxn>
                      <a:cxn ang="0">
                        <a:pos x="278" y="2"/>
                      </a:cxn>
                      <a:cxn ang="0">
                        <a:pos x="230" y="10"/>
                      </a:cxn>
                      <a:cxn ang="0">
                        <a:pos x="192" y="20"/>
                      </a:cxn>
                      <a:cxn ang="0">
                        <a:pos x="156" y="32"/>
                      </a:cxn>
                      <a:cxn ang="0">
                        <a:pos x="122" y="47"/>
                      </a:cxn>
                      <a:cxn ang="0">
                        <a:pos x="88" y="65"/>
                      </a:cxn>
                      <a:cxn ang="0">
                        <a:pos x="56" y="81"/>
                      </a:cxn>
                      <a:cxn ang="0">
                        <a:pos x="24" y="101"/>
                      </a:cxn>
                      <a:cxn ang="0">
                        <a:pos x="0" y="118"/>
                      </a:cxn>
                    </a:cxnLst>
                    <a:rect l="0" t="0" r="r" b="b"/>
                    <a:pathLst>
                      <a:path w="826" h="169">
                        <a:moveTo>
                          <a:pt x="826" y="169"/>
                        </a:moveTo>
                        <a:cubicBezTo>
                          <a:pt x="821" y="168"/>
                          <a:pt x="808" y="165"/>
                          <a:pt x="795" y="161"/>
                        </a:cubicBezTo>
                        <a:cubicBezTo>
                          <a:pt x="782" y="157"/>
                          <a:pt x="763" y="148"/>
                          <a:pt x="750" y="143"/>
                        </a:cubicBezTo>
                        <a:cubicBezTo>
                          <a:pt x="737" y="138"/>
                          <a:pt x="726" y="134"/>
                          <a:pt x="718" y="131"/>
                        </a:cubicBezTo>
                        <a:cubicBezTo>
                          <a:pt x="710" y="128"/>
                          <a:pt x="706" y="128"/>
                          <a:pt x="699" y="124"/>
                        </a:cubicBezTo>
                        <a:cubicBezTo>
                          <a:pt x="692" y="120"/>
                          <a:pt x="687" y="115"/>
                          <a:pt x="678" y="110"/>
                        </a:cubicBezTo>
                        <a:cubicBezTo>
                          <a:pt x="669" y="105"/>
                          <a:pt x="654" y="100"/>
                          <a:pt x="642" y="95"/>
                        </a:cubicBezTo>
                        <a:cubicBezTo>
                          <a:pt x="630" y="90"/>
                          <a:pt x="621" y="85"/>
                          <a:pt x="608" y="80"/>
                        </a:cubicBezTo>
                        <a:cubicBezTo>
                          <a:pt x="595" y="74"/>
                          <a:pt x="578" y="69"/>
                          <a:pt x="564" y="62"/>
                        </a:cubicBezTo>
                        <a:cubicBezTo>
                          <a:pt x="550" y="56"/>
                          <a:pt x="537" y="49"/>
                          <a:pt x="524" y="44"/>
                        </a:cubicBezTo>
                        <a:cubicBezTo>
                          <a:pt x="511" y="38"/>
                          <a:pt x="498" y="34"/>
                          <a:pt x="486" y="30"/>
                        </a:cubicBezTo>
                        <a:cubicBezTo>
                          <a:pt x="474" y="27"/>
                          <a:pt x="461" y="23"/>
                          <a:pt x="450" y="21"/>
                        </a:cubicBezTo>
                        <a:cubicBezTo>
                          <a:pt x="439" y="18"/>
                          <a:pt x="433" y="16"/>
                          <a:pt x="422" y="14"/>
                        </a:cubicBezTo>
                        <a:cubicBezTo>
                          <a:pt x="411" y="12"/>
                          <a:pt x="398" y="8"/>
                          <a:pt x="386" y="6"/>
                        </a:cubicBezTo>
                        <a:cubicBezTo>
                          <a:pt x="374" y="4"/>
                          <a:pt x="359" y="3"/>
                          <a:pt x="348" y="2"/>
                        </a:cubicBezTo>
                        <a:cubicBezTo>
                          <a:pt x="337" y="2"/>
                          <a:pt x="334" y="0"/>
                          <a:pt x="322" y="0"/>
                        </a:cubicBezTo>
                        <a:cubicBezTo>
                          <a:pt x="310" y="0"/>
                          <a:pt x="293" y="1"/>
                          <a:pt x="278" y="2"/>
                        </a:cubicBezTo>
                        <a:cubicBezTo>
                          <a:pt x="263" y="4"/>
                          <a:pt x="244" y="7"/>
                          <a:pt x="230" y="10"/>
                        </a:cubicBezTo>
                        <a:cubicBezTo>
                          <a:pt x="216" y="13"/>
                          <a:pt x="204" y="16"/>
                          <a:pt x="192" y="20"/>
                        </a:cubicBezTo>
                        <a:cubicBezTo>
                          <a:pt x="180" y="23"/>
                          <a:pt x="168" y="28"/>
                          <a:pt x="156" y="32"/>
                        </a:cubicBezTo>
                        <a:cubicBezTo>
                          <a:pt x="144" y="37"/>
                          <a:pt x="133" y="42"/>
                          <a:pt x="122" y="47"/>
                        </a:cubicBezTo>
                        <a:cubicBezTo>
                          <a:pt x="111" y="52"/>
                          <a:pt x="99" y="59"/>
                          <a:pt x="88" y="65"/>
                        </a:cubicBezTo>
                        <a:cubicBezTo>
                          <a:pt x="77" y="71"/>
                          <a:pt x="67" y="75"/>
                          <a:pt x="56" y="81"/>
                        </a:cubicBezTo>
                        <a:cubicBezTo>
                          <a:pt x="45" y="88"/>
                          <a:pt x="33" y="95"/>
                          <a:pt x="24" y="101"/>
                        </a:cubicBezTo>
                        <a:cubicBezTo>
                          <a:pt x="15" y="107"/>
                          <a:pt x="8" y="112"/>
                          <a:pt x="0" y="118"/>
                        </a:cubicBezTo>
                      </a:path>
                    </a:pathLst>
                  </a:custGeom>
                  <a:noFill/>
                  <a:ln w="38100" cap="flat" cmpd="sng">
                    <a:solidFill>
                      <a:srgbClr val="0066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pt-BR"/>
                  </a:p>
                </p:txBody>
              </p:sp>
            </p:grpSp>
          </p:grpSp>
        </p:grpSp>
        <p:sp>
          <p:nvSpPr>
            <p:cNvPr id="27" name="Line 38">
              <a:extLst>
                <a:ext uri="{FF2B5EF4-FFF2-40B4-BE49-F238E27FC236}">
                  <a16:creationId xmlns:a16="http://schemas.microsoft.com/office/drawing/2014/main" id="{DED0A85F-86CB-17BC-3B92-63CD61F45B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4" y="1818"/>
              <a:ext cx="27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" name="Line 39">
              <a:extLst>
                <a:ext uri="{FF2B5EF4-FFF2-40B4-BE49-F238E27FC236}">
                  <a16:creationId xmlns:a16="http://schemas.microsoft.com/office/drawing/2014/main" id="{4A44930B-B8BD-4E21-B3EC-E05C1B67D7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0" y="895"/>
              <a:ext cx="0" cy="1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29" name="Object 40">
              <a:extLst>
                <a:ext uri="{FF2B5EF4-FFF2-40B4-BE49-F238E27FC236}">
                  <a16:creationId xmlns:a16="http://schemas.microsoft.com/office/drawing/2014/main" id="{0F3A7E6B-F35A-AB1C-9682-41082FB160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32" y="1828"/>
            <a:ext cx="24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30" imgW="253800" imgH="330120" progId="Equation.3">
                    <p:embed/>
                  </p:oleObj>
                </mc:Choice>
                <mc:Fallback>
                  <p:oleObj name="Equação" r:id="rId30" imgW="253800" imgH="330120" progId="Equation.3">
                    <p:embed/>
                    <p:pic>
                      <p:nvPicPr>
                        <p:cNvPr id="29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2" y="1828"/>
                          <a:ext cx="240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49285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B9F9A-CC89-4858-D00D-6E9EEE5B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Fourier</a:t>
            </a:r>
            <a:br>
              <a:rPr lang="pt-BR" dirty="0"/>
            </a:br>
            <a:r>
              <a:rPr lang="pt-BR" dirty="0"/>
              <a:t>Impulso (delta de Dirac)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E6AB1FF5-3B68-D96A-9ABF-B5747166D1AA}"/>
                  </a:ext>
                </a:extLst>
              </p:cNvPr>
              <p:cNvSpPr txBox="1"/>
              <p:nvPr/>
            </p:nvSpPr>
            <p:spPr bwMode="auto">
              <a:xfrm>
                <a:off x="1399710" y="1871656"/>
                <a:ext cx="2708427" cy="8731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:br>
                  <a:rPr lang="pt-BR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pt-BR" sz="2800" i="0"/>
                        <m:t>ℱ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E6AB1FF5-3B68-D96A-9ABF-B5747166D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9710" y="1871656"/>
                <a:ext cx="2708427" cy="873125"/>
              </a:xfrm>
              <a:prstGeom prst="rect">
                <a:avLst/>
              </a:prstGeom>
              <a:blipFill>
                <a:blip r:embed="rId2"/>
                <a:stretch>
                  <a:fillRect b="-20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ine 24">
            <a:extLst>
              <a:ext uri="{FF2B5EF4-FFF2-40B4-BE49-F238E27FC236}">
                <a16:creationId xmlns:a16="http://schemas.microsoft.com/office/drawing/2014/main" id="{7A6C13B4-2A10-6514-B4A1-132D4295B9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1029" y="3184535"/>
            <a:ext cx="19145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6" name="Line 25">
            <a:extLst>
              <a:ext uri="{FF2B5EF4-FFF2-40B4-BE49-F238E27FC236}">
                <a16:creationId xmlns:a16="http://schemas.microsoft.com/office/drawing/2014/main" id="{5961ED29-A91F-3E3A-A15B-1AB7DE3370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1954" y="2374910"/>
            <a:ext cx="2598738" cy="95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7" name="Rectangle 26">
            <a:extLst>
              <a:ext uri="{FF2B5EF4-FFF2-40B4-BE49-F238E27FC236}">
                <a16:creationId xmlns:a16="http://schemas.microsoft.com/office/drawing/2014/main" id="{5E177F07-A3AE-8DAD-46A9-A4DEB61CA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7354" y="2387610"/>
            <a:ext cx="2540000" cy="790575"/>
          </a:xfrm>
          <a:prstGeom prst="rect">
            <a:avLst/>
          </a:prstGeom>
          <a:solidFill>
            <a:srgbClr val="FF660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8" name="Object 27">
            <a:extLst>
              <a:ext uri="{FF2B5EF4-FFF2-40B4-BE49-F238E27FC236}">
                <a16:creationId xmlns:a16="http://schemas.microsoft.com/office/drawing/2014/main" id="{D0ED9F82-803D-A0AC-1C52-6D5761A0A0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0204" y="1625610"/>
          <a:ext cx="1082675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711000" imgH="203040" progId="Equation.3">
                  <p:embed/>
                </p:oleObj>
              </mc:Choice>
              <mc:Fallback>
                <p:oleObj name="Equação" r:id="rId3" imgW="711000" imgH="203040" progId="Equation.3">
                  <p:embed/>
                  <p:pic>
                    <p:nvPicPr>
                      <p:cNvPr id="1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0204" y="1625610"/>
                        <a:ext cx="1082675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28">
            <a:extLst>
              <a:ext uri="{FF2B5EF4-FFF2-40B4-BE49-F238E27FC236}">
                <a16:creationId xmlns:a16="http://schemas.microsoft.com/office/drawing/2014/main" id="{D3BEEDAA-3B53-9CC7-CCD9-3518ED637C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07329" y="1660535"/>
            <a:ext cx="0" cy="1695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0" name="Line 29">
            <a:extLst>
              <a:ext uri="{FF2B5EF4-FFF2-40B4-BE49-F238E27FC236}">
                <a16:creationId xmlns:a16="http://schemas.microsoft.com/office/drawing/2014/main" id="{0E6EA17C-D7E5-C6D4-5092-5E2BFF6D16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7329" y="2032010"/>
            <a:ext cx="0" cy="11811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lg"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11" name="Object 30">
            <a:extLst>
              <a:ext uri="{FF2B5EF4-FFF2-40B4-BE49-F238E27FC236}">
                <a16:creationId xmlns:a16="http://schemas.microsoft.com/office/drawing/2014/main" id="{20B718FA-10A9-CDAC-2A29-3BEDD2959A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3492" y="3206760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126720" imgH="177480" progId="Equation.3">
                  <p:embed/>
                </p:oleObj>
              </mc:Choice>
              <mc:Fallback>
                <p:oleObj name="Equação" r:id="rId5" imgW="126720" imgH="177480" progId="Equation.3">
                  <p:embed/>
                  <p:pic>
                    <p:nvPicPr>
                      <p:cNvPr id="1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492" y="3206760"/>
                        <a:ext cx="1905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1">
            <a:extLst>
              <a:ext uri="{FF2B5EF4-FFF2-40B4-BE49-F238E27FC236}">
                <a16:creationId xmlns:a16="http://schemas.microsoft.com/office/drawing/2014/main" id="{5757A491-FE55-B621-CD3C-A14F831171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3592" y="3216285"/>
          <a:ext cx="150813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7" imgW="101520" imgH="164880" progId="Equation.3">
                  <p:embed/>
                </p:oleObj>
              </mc:Choice>
              <mc:Fallback>
                <p:oleObj name="Equação" r:id="rId7" imgW="101520" imgH="164880" progId="Equation.3">
                  <p:embed/>
                  <p:pic>
                    <p:nvPicPr>
                      <p:cNvPr id="15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3592" y="3216285"/>
                        <a:ext cx="150813" cy="249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32">
            <a:extLst>
              <a:ext uri="{FF2B5EF4-FFF2-40B4-BE49-F238E27FC236}">
                <a16:creationId xmlns:a16="http://schemas.microsoft.com/office/drawing/2014/main" id="{B079BF66-FFFD-F5A1-6188-E1D3A6C21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0754" y="3346460"/>
            <a:ext cx="28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4" name="Line 33">
            <a:extLst>
              <a:ext uri="{FF2B5EF4-FFF2-40B4-BE49-F238E27FC236}">
                <a16:creationId xmlns:a16="http://schemas.microsoft.com/office/drawing/2014/main" id="{53687F8E-5D69-584A-9AF6-281D53EBA3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50529" y="3175010"/>
            <a:ext cx="25336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15" name="Object 34">
            <a:extLst>
              <a:ext uri="{FF2B5EF4-FFF2-40B4-BE49-F238E27FC236}">
                <a16:creationId xmlns:a16="http://schemas.microsoft.com/office/drawing/2014/main" id="{BCBFFC57-54D3-0FFD-DF66-0DB1A6E9EA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8704" y="1625610"/>
          <a:ext cx="581025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9" imgW="380880" imgH="203040" progId="Equation.3">
                  <p:embed/>
                </p:oleObj>
              </mc:Choice>
              <mc:Fallback>
                <p:oleObj name="Equação" r:id="rId9" imgW="380880" imgH="203040" progId="Equation.3">
                  <p:embed/>
                  <p:pic>
                    <p:nvPicPr>
                      <p:cNvPr id="18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8704" y="1625610"/>
                        <a:ext cx="581025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35">
            <a:extLst>
              <a:ext uri="{FF2B5EF4-FFF2-40B4-BE49-F238E27FC236}">
                <a16:creationId xmlns:a16="http://schemas.microsoft.com/office/drawing/2014/main" id="{C693E4F3-3CEE-4F4C-F65D-ACB244B372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07829" y="1660535"/>
            <a:ext cx="0" cy="1695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17" name="Object 36">
            <a:extLst>
              <a:ext uri="{FF2B5EF4-FFF2-40B4-BE49-F238E27FC236}">
                <a16:creationId xmlns:a16="http://schemas.microsoft.com/office/drawing/2014/main" id="{08AF8C72-57B2-2BE4-00E5-976BB2CB29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3992" y="3206760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1" imgW="126720" imgH="177480" progId="Equation.3">
                  <p:embed/>
                </p:oleObj>
              </mc:Choice>
              <mc:Fallback>
                <p:oleObj name="Equação" r:id="rId11" imgW="126720" imgH="177480" progId="Equation.3">
                  <p:embed/>
                  <p:pic>
                    <p:nvPicPr>
                      <p:cNvPr id="2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3992" y="3206760"/>
                        <a:ext cx="1905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7">
            <a:extLst>
              <a:ext uri="{FF2B5EF4-FFF2-40B4-BE49-F238E27FC236}">
                <a16:creationId xmlns:a16="http://schemas.microsoft.com/office/drawing/2014/main" id="{05242266-D228-653A-D7B6-789180C3FD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69829" y="3205173"/>
          <a:ext cx="246063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3" imgW="164880" imgH="203040" progId="Equation.3">
                  <p:embed/>
                </p:oleObj>
              </mc:Choice>
              <mc:Fallback>
                <p:oleObj name="Equação" r:id="rId13" imgW="164880" imgH="203040" progId="Equation.3">
                  <p:embed/>
                  <p:pic>
                    <p:nvPicPr>
                      <p:cNvPr id="21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9829" y="3205173"/>
                        <a:ext cx="246063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Line 38">
            <a:extLst>
              <a:ext uri="{FF2B5EF4-FFF2-40B4-BE49-F238E27FC236}">
                <a16:creationId xmlns:a16="http://schemas.microsoft.com/office/drawing/2014/main" id="{BFF833D2-344A-3513-ABEF-11DE698B9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9598429" y="3346460"/>
            <a:ext cx="28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20" name="Object 39">
            <a:extLst>
              <a:ext uri="{FF2B5EF4-FFF2-40B4-BE49-F238E27FC236}">
                <a16:creationId xmlns:a16="http://schemas.microsoft.com/office/drawing/2014/main" id="{4EB44BBD-D84C-5C04-8AF5-62E823E34B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93517" y="2111385"/>
          <a:ext cx="1714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5" imgW="114120" imgH="164880" progId="Equation.3">
                  <p:embed/>
                </p:oleObj>
              </mc:Choice>
              <mc:Fallback>
                <p:oleObj name="Equação" r:id="rId15" imgW="114120" imgH="164880" progId="Equation.3">
                  <p:embed/>
                  <p:pic>
                    <p:nvPicPr>
                      <p:cNvPr id="23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3517" y="2111385"/>
                        <a:ext cx="171450" cy="24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AutoShape 40">
            <a:extLst>
              <a:ext uri="{FF2B5EF4-FFF2-40B4-BE49-F238E27FC236}">
                <a16:creationId xmlns:a16="http://schemas.microsoft.com/office/drawing/2014/main" id="{192F7D79-9DEF-A029-FA60-705EBF88E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9892" y="2660660"/>
            <a:ext cx="619125" cy="76200"/>
          </a:xfrm>
          <a:prstGeom prst="leftRightArrow">
            <a:avLst>
              <a:gd name="adj1" fmla="val 50000"/>
              <a:gd name="adj2" fmla="val 1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2" name="Line 41">
            <a:extLst>
              <a:ext uri="{FF2B5EF4-FFF2-40B4-BE49-F238E27FC236}">
                <a16:creationId xmlns:a16="http://schemas.microsoft.com/office/drawing/2014/main" id="{D50683C6-DF61-E9EB-AFE2-BB80BBEE7F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1029" y="3175010"/>
            <a:ext cx="19145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4">
                <a:extLst>
                  <a:ext uri="{FF2B5EF4-FFF2-40B4-BE49-F238E27FC236}">
                    <a16:creationId xmlns:a16="http://schemas.microsoft.com/office/drawing/2014/main" id="{B610F36E-C743-5075-5E1A-DD684B38380C}"/>
                  </a:ext>
                </a:extLst>
              </p:cNvPr>
              <p:cNvSpPr txBox="1"/>
              <p:nvPr/>
            </p:nvSpPr>
            <p:spPr bwMode="auto">
              <a:xfrm>
                <a:off x="1319465" y="3340110"/>
                <a:ext cx="4464646" cy="8731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:br>
                  <a:rPr lang="pt-BR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pt-BR" sz="2800" i="0"/>
                        <m:t>ℱ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0" name="Object 4">
                <a:extLst>
                  <a:ext uri="{FF2B5EF4-FFF2-40B4-BE49-F238E27FC236}">
                    <a16:creationId xmlns:a16="http://schemas.microsoft.com/office/drawing/2014/main" id="{B610F36E-C743-5075-5E1A-DD684B383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19465" y="3340110"/>
                <a:ext cx="4464646" cy="873125"/>
              </a:xfrm>
              <a:prstGeom prst="rect">
                <a:avLst/>
              </a:prstGeom>
              <a:blipFill>
                <a:blip r:embed="rId17"/>
                <a:stretch>
                  <a:fillRect b="-34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Line 24">
            <a:extLst>
              <a:ext uri="{FF2B5EF4-FFF2-40B4-BE49-F238E27FC236}">
                <a16:creationId xmlns:a16="http://schemas.microsoft.com/office/drawing/2014/main" id="{F1E96ED8-BA69-0058-84C7-F876A8FA34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7102" y="5984445"/>
            <a:ext cx="19145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54" name="Line 25">
            <a:extLst>
              <a:ext uri="{FF2B5EF4-FFF2-40B4-BE49-F238E27FC236}">
                <a16:creationId xmlns:a16="http://schemas.microsoft.com/office/drawing/2014/main" id="{16CACE45-9952-08CB-4883-9C71A12F4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8027" y="4600662"/>
            <a:ext cx="2598738" cy="95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58" name="Object 27">
            <a:extLst>
              <a:ext uri="{FF2B5EF4-FFF2-40B4-BE49-F238E27FC236}">
                <a16:creationId xmlns:a16="http://schemas.microsoft.com/office/drawing/2014/main" id="{19D0F201-54CF-DC7F-0BB4-B1A13C2C65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7456490"/>
              </p:ext>
            </p:extLst>
          </p:nvPr>
        </p:nvGraphicFramePr>
        <p:xfrm>
          <a:off x="3526277" y="4425520"/>
          <a:ext cx="1082675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711000" imgH="203040" progId="Equation.3">
                  <p:embed/>
                </p:oleObj>
              </mc:Choice>
              <mc:Fallback>
                <p:oleObj name="Equação" r:id="rId3" imgW="711000" imgH="203040" progId="Equation.3">
                  <p:embed/>
                  <p:pic>
                    <p:nvPicPr>
                      <p:cNvPr id="8" name="Object 27">
                        <a:extLst>
                          <a:ext uri="{FF2B5EF4-FFF2-40B4-BE49-F238E27FC236}">
                            <a16:creationId xmlns:a16="http://schemas.microsoft.com/office/drawing/2014/main" id="{D0ED9F82-803D-A0AC-1C52-6D5761A0A0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6277" y="4425520"/>
                        <a:ext cx="1082675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Line 28">
            <a:extLst>
              <a:ext uri="{FF2B5EF4-FFF2-40B4-BE49-F238E27FC236}">
                <a16:creationId xmlns:a16="http://schemas.microsoft.com/office/drawing/2014/main" id="{26A21565-F68E-6A99-B996-3DA6B8C202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53402" y="4460445"/>
            <a:ext cx="0" cy="1695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62" name="Line 29">
            <a:extLst>
              <a:ext uri="{FF2B5EF4-FFF2-40B4-BE49-F238E27FC236}">
                <a16:creationId xmlns:a16="http://schemas.microsoft.com/office/drawing/2014/main" id="{97B61ED1-0D15-D825-C12E-6745CC5B06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9339" y="4831920"/>
            <a:ext cx="0" cy="11811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lg"/>
            <a:tailEnd/>
          </a:ln>
          <a:effectLst/>
        </p:spPr>
        <p:txBody>
          <a:bodyPr/>
          <a:lstStyle/>
          <a:p>
            <a:endParaRPr lang="pt-BR"/>
          </a:p>
        </p:txBody>
      </p:sp>
      <p:graphicFrame>
        <p:nvGraphicFramePr>
          <p:cNvPr id="64" name="Object 30">
            <a:extLst>
              <a:ext uri="{FF2B5EF4-FFF2-40B4-BE49-F238E27FC236}">
                <a16:creationId xmlns:a16="http://schemas.microsoft.com/office/drawing/2014/main" id="{3408E625-9389-5664-473C-35BB06D1C6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239736"/>
              </p:ext>
            </p:extLst>
          </p:nvPr>
        </p:nvGraphicFramePr>
        <p:xfrm>
          <a:off x="4429565" y="6006670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126720" imgH="177480" progId="Equation.3">
                  <p:embed/>
                </p:oleObj>
              </mc:Choice>
              <mc:Fallback>
                <p:oleObj name="Equação" r:id="rId5" imgW="126720" imgH="177480" progId="Equation.3">
                  <p:embed/>
                  <p:pic>
                    <p:nvPicPr>
                      <p:cNvPr id="11" name="Object 30">
                        <a:extLst>
                          <a:ext uri="{FF2B5EF4-FFF2-40B4-BE49-F238E27FC236}">
                            <a16:creationId xmlns:a16="http://schemas.microsoft.com/office/drawing/2014/main" id="{20B718FA-10A9-CDAC-2A29-3BEDD2959A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565" y="6006670"/>
                        <a:ext cx="1905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31">
            <a:extLst>
              <a:ext uri="{FF2B5EF4-FFF2-40B4-BE49-F238E27FC236}">
                <a16:creationId xmlns:a16="http://schemas.microsoft.com/office/drawing/2014/main" id="{968562F7-98FE-B237-52D1-E9EB75CB9B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51946"/>
              </p:ext>
            </p:extLst>
          </p:nvPr>
        </p:nvGraphicFramePr>
        <p:xfrm>
          <a:off x="5229665" y="6016195"/>
          <a:ext cx="150813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7" imgW="101520" imgH="164880" progId="Equation.3">
                  <p:embed/>
                </p:oleObj>
              </mc:Choice>
              <mc:Fallback>
                <p:oleObj name="Equação" r:id="rId7" imgW="101520" imgH="164880" progId="Equation.3">
                  <p:embed/>
                  <p:pic>
                    <p:nvPicPr>
                      <p:cNvPr id="12" name="Object 31">
                        <a:extLst>
                          <a:ext uri="{FF2B5EF4-FFF2-40B4-BE49-F238E27FC236}">
                            <a16:creationId xmlns:a16="http://schemas.microsoft.com/office/drawing/2014/main" id="{5757A491-FE55-B621-CD3C-A14F831171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9665" y="6016195"/>
                        <a:ext cx="150813" cy="249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Line 32">
            <a:extLst>
              <a:ext uri="{FF2B5EF4-FFF2-40B4-BE49-F238E27FC236}">
                <a16:creationId xmlns:a16="http://schemas.microsoft.com/office/drawing/2014/main" id="{65D0B21C-6A97-E55A-34FF-8DDC779F04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6827" y="6146370"/>
            <a:ext cx="28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70" name="Line 33">
            <a:extLst>
              <a:ext uri="{FF2B5EF4-FFF2-40B4-BE49-F238E27FC236}">
                <a16:creationId xmlns:a16="http://schemas.microsoft.com/office/drawing/2014/main" id="{50D4FC87-34D4-668C-5A76-D06FED32BA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6602" y="5071151"/>
            <a:ext cx="25336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bject 34">
                <a:extLst>
                  <a:ext uri="{FF2B5EF4-FFF2-40B4-BE49-F238E27FC236}">
                    <a16:creationId xmlns:a16="http://schemas.microsoft.com/office/drawing/2014/main" id="{F6A4B524-CC8D-C77B-2FC1-A1FF84D58263}"/>
                  </a:ext>
                </a:extLst>
              </p:cNvPr>
              <p:cNvSpPr txBox="1"/>
              <p:nvPr/>
            </p:nvSpPr>
            <p:spPr bwMode="auto">
              <a:xfrm>
                <a:off x="8034338" y="3766732"/>
                <a:ext cx="581025" cy="306388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|"/>
                          <m:endChr m:val="|"/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Object 34">
                <a:extLst>
                  <a:ext uri="{FF2B5EF4-FFF2-40B4-BE49-F238E27FC236}">
                    <a16:creationId xmlns:a16="http://schemas.microsoft.com/office/drawing/2014/main" id="{F6A4B524-CC8D-C77B-2FC1-A1FF84D58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34338" y="3766732"/>
                <a:ext cx="581025" cy="306388"/>
              </a:xfrm>
              <a:prstGeom prst="rect">
                <a:avLst/>
              </a:prstGeom>
              <a:blipFill>
                <a:blip r:embed="rId1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Line 35">
            <a:extLst>
              <a:ext uri="{FF2B5EF4-FFF2-40B4-BE49-F238E27FC236}">
                <a16:creationId xmlns:a16="http://schemas.microsoft.com/office/drawing/2014/main" id="{398D02E0-CD51-DC7A-1F34-EF244ED4FB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53901" y="4156739"/>
            <a:ext cx="1" cy="109538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76" name="Object 36">
            <a:extLst>
              <a:ext uri="{FF2B5EF4-FFF2-40B4-BE49-F238E27FC236}">
                <a16:creationId xmlns:a16="http://schemas.microsoft.com/office/drawing/2014/main" id="{2D19AFBD-3BCC-EA6B-2B0B-B57C5D57AD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3643435"/>
              </p:ext>
            </p:extLst>
          </p:nvPr>
        </p:nvGraphicFramePr>
        <p:xfrm>
          <a:off x="8430065" y="5102901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1" imgW="126720" imgH="177480" progId="Equation.3">
                  <p:embed/>
                </p:oleObj>
              </mc:Choice>
              <mc:Fallback>
                <p:oleObj name="Equação" r:id="rId11" imgW="126720" imgH="177480" progId="Equation.3">
                  <p:embed/>
                  <p:pic>
                    <p:nvPicPr>
                      <p:cNvPr id="17" name="Object 36">
                        <a:extLst>
                          <a:ext uri="{FF2B5EF4-FFF2-40B4-BE49-F238E27FC236}">
                            <a16:creationId xmlns:a16="http://schemas.microsoft.com/office/drawing/2014/main" id="{08AF8C72-57B2-2BE4-00E5-976BB2CB29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0065" y="5102901"/>
                        <a:ext cx="1905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37">
            <a:extLst>
              <a:ext uri="{FF2B5EF4-FFF2-40B4-BE49-F238E27FC236}">
                <a16:creationId xmlns:a16="http://schemas.microsoft.com/office/drawing/2014/main" id="{01B5997F-D603-28DA-9C67-D28B6118CB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820541"/>
              </p:ext>
            </p:extLst>
          </p:nvPr>
        </p:nvGraphicFramePr>
        <p:xfrm>
          <a:off x="9415902" y="5101314"/>
          <a:ext cx="246063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3" imgW="164880" imgH="203040" progId="Equation.3">
                  <p:embed/>
                </p:oleObj>
              </mc:Choice>
              <mc:Fallback>
                <p:oleObj name="Equação" r:id="rId13" imgW="164880" imgH="203040" progId="Equation.3">
                  <p:embed/>
                  <p:pic>
                    <p:nvPicPr>
                      <p:cNvPr id="18" name="Object 37">
                        <a:extLst>
                          <a:ext uri="{FF2B5EF4-FFF2-40B4-BE49-F238E27FC236}">
                            <a16:creationId xmlns:a16="http://schemas.microsoft.com/office/drawing/2014/main" id="{05242266-D228-653A-D7B6-789180C3FD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5902" y="5101314"/>
                        <a:ext cx="246063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Line 38">
            <a:extLst>
              <a:ext uri="{FF2B5EF4-FFF2-40B4-BE49-F238E27FC236}">
                <a16:creationId xmlns:a16="http://schemas.microsoft.com/office/drawing/2014/main" id="{A667E555-15EB-E4F1-AFAC-01CF1528160A}"/>
              </a:ext>
            </a:extLst>
          </p:cNvPr>
          <p:cNvSpPr>
            <a:spLocks noChangeShapeType="1"/>
          </p:cNvSpPr>
          <p:nvPr/>
        </p:nvSpPr>
        <p:spPr bwMode="auto">
          <a:xfrm>
            <a:off x="9644502" y="5242601"/>
            <a:ext cx="28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82" name="Object 39">
            <a:extLst>
              <a:ext uri="{FF2B5EF4-FFF2-40B4-BE49-F238E27FC236}">
                <a16:creationId xmlns:a16="http://schemas.microsoft.com/office/drawing/2014/main" id="{A63227DA-AFB3-8E08-F437-073667FF4C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093831"/>
              </p:ext>
            </p:extLst>
          </p:nvPr>
        </p:nvGraphicFramePr>
        <p:xfrm>
          <a:off x="8439590" y="4337137"/>
          <a:ext cx="1714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5" imgW="114120" imgH="164880" progId="Equation.3">
                  <p:embed/>
                </p:oleObj>
              </mc:Choice>
              <mc:Fallback>
                <p:oleObj name="Equação" r:id="rId15" imgW="114120" imgH="164880" progId="Equation.3">
                  <p:embed/>
                  <p:pic>
                    <p:nvPicPr>
                      <p:cNvPr id="20" name="Object 39">
                        <a:extLst>
                          <a:ext uri="{FF2B5EF4-FFF2-40B4-BE49-F238E27FC236}">
                            <a16:creationId xmlns:a16="http://schemas.microsoft.com/office/drawing/2014/main" id="{4EB44BBD-D84C-5C04-8AF5-62E823E34B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9590" y="4337137"/>
                        <a:ext cx="171450" cy="24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AutoShape 40">
            <a:extLst>
              <a:ext uri="{FF2B5EF4-FFF2-40B4-BE49-F238E27FC236}">
                <a16:creationId xmlns:a16="http://schemas.microsoft.com/office/drawing/2014/main" id="{A2B2CD79-A5EA-F1D1-B8F5-2C3324275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5965" y="5460570"/>
            <a:ext cx="619125" cy="76200"/>
          </a:xfrm>
          <a:prstGeom prst="leftRightArrow">
            <a:avLst>
              <a:gd name="adj1" fmla="val 50000"/>
              <a:gd name="adj2" fmla="val 1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86" name="Line 41">
            <a:extLst>
              <a:ext uri="{FF2B5EF4-FFF2-40B4-BE49-F238E27FC236}">
                <a16:creationId xmlns:a16="http://schemas.microsoft.com/office/drawing/2014/main" id="{B0246EF5-75EE-0024-1FD3-C980DB51AC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7102" y="5974920"/>
            <a:ext cx="19145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CaixaDeTexto 88">
                <a:extLst>
                  <a:ext uri="{FF2B5EF4-FFF2-40B4-BE49-F238E27FC236}">
                    <a16:creationId xmlns:a16="http://schemas.microsoft.com/office/drawing/2014/main" id="{215CD1C1-8C90-9BF6-9B24-33EF4F32BA69}"/>
                  </a:ext>
                </a:extLst>
              </p:cNvPr>
              <p:cNvSpPr txBox="1"/>
              <p:nvPr/>
            </p:nvSpPr>
            <p:spPr>
              <a:xfrm>
                <a:off x="2134706" y="5994298"/>
                <a:ext cx="609777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9" name="CaixaDeTexto 88">
                <a:extLst>
                  <a:ext uri="{FF2B5EF4-FFF2-40B4-BE49-F238E27FC236}">
                    <a16:creationId xmlns:a16="http://schemas.microsoft.com/office/drawing/2014/main" id="{215CD1C1-8C90-9BF6-9B24-33EF4F32B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706" y="5994298"/>
                <a:ext cx="6097772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Line 25">
            <a:extLst>
              <a:ext uri="{FF2B5EF4-FFF2-40B4-BE49-F238E27FC236}">
                <a16:creationId xmlns:a16="http://schemas.microsoft.com/office/drawing/2014/main" id="{4C3C24C6-08B4-8177-F621-5D9178CC10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8599" y="5510888"/>
            <a:ext cx="2331404" cy="103260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5" name="Line 33">
            <a:extLst>
              <a:ext uri="{FF2B5EF4-FFF2-40B4-BE49-F238E27FC236}">
                <a16:creationId xmlns:a16="http://schemas.microsoft.com/office/drawing/2014/main" id="{EBBD048D-66D4-1962-89BB-CFA5005A0D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10777" y="6020273"/>
            <a:ext cx="25336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99" name="Line 35">
            <a:extLst>
              <a:ext uri="{FF2B5EF4-FFF2-40B4-BE49-F238E27FC236}">
                <a16:creationId xmlns:a16="http://schemas.microsoft.com/office/drawing/2014/main" id="{469E8087-9AC0-F619-D205-8F846F54ECE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53901" y="5410288"/>
            <a:ext cx="14176" cy="134457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101" name="Object 36">
            <a:extLst>
              <a:ext uri="{FF2B5EF4-FFF2-40B4-BE49-F238E27FC236}">
                <a16:creationId xmlns:a16="http://schemas.microsoft.com/office/drawing/2014/main" id="{4662875D-27F0-36E8-3770-BCE1834A80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419190"/>
              </p:ext>
            </p:extLst>
          </p:nvPr>
        </p:nvGraphicFramePr>
        <p:xfrm>
          <a:off x="8444240" y="6605641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1" imgW="126720" imgH="177480" progId="Equation.3">
                  <p:embed/>
                </p:oleObj>
              </mc:Choice>
              <mc:Fallback>
                <p:oleObj name="Equação" r:id="rId11" imgW="126720" imgH="177480" progId="Equation.3">
                  <p:embed/>
                  <p:pic>
                    <p:nvPicPr>
                      <p:cNvPr id="76" name="Object 36">
                        <a:extLst>
                          <a:ext uri="{FF2B5EF4-FFF2-40B4-BE49-F238E27FC236}">
                            <a16:creationId xmlns:a16="http://schemas.microsoft.com/office/drawing/2014/main" id="{2D19AFBD-3BCC-EA6B-2B0B-B57C5D57AD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4240" y="6605641"/>
                        <a:ext cx="1905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37">
            <a:extLst>
              <a:ext uri="{FF2B5EF4-FFF2-40B4-BE49-F238E27FC236}">
                <a16:creationId xmlns:a16="http://schemas.microsoft.com/office/drawing/2014/main" id="{3E232F69-3364-5667-6BC0-22EC4714F3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825244"/>
              </p:ext>
            </p:extLst>
          </p:nvPr>
        </p:nvGraphicFramePr>
        <p:xfrm>
          <a:off x="9430077" y="6604054"/>
          <a:ext cx="246063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3" imgW="164880" imgH="203040" progId="Equation.3">
                  <p:embed/>
                </p:oleObj>
              </mc:Choice>
              <mc:Fallback>
                <p:oleObj name="Equação" r:id="rId13" imgW="164880" imgH="203040" progId="Equation.3">
                  <p:embed/>
                  <p:pic>
                    <p:nvPicPr>
                      <p:cNvPr id="78" name="Object 37">
                        <a:extLst>
                          <a:ext uri="{FF2B5EF4-FFF2-40B4-BE49-F238E27FC236}">
                            <a16:creationId xmlns:a16="http://schemas.microsoft.com/office/drawing/2014/main" id="{01B5997F-D603-28DA-9C67-D28B6118CB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30077" y="6604054"/>
                        <a:ext cx="246063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Line 38">
            <a:extLst>
              <a:ext uri="{FF2B5EF4-FFF2-40B4-BE49-F238E27FC236}">
                <a16:creationId xmlns:a16="http://schemas.microsoft.com/office/drawing/2014/main" id="{A49870CC-3A5D-13FA-8E86-2022E64F8E31}"/>
              </a:ext>
            </a:extLst>
          </p:cNvPr>
          <p:cNvSpPr>
            <a:spLocks noChangeShapeType="1"/>
          </p:cNvSpPr>
          <p:nvPr/>
        </p:nvSpPr>
        <p:spPr bwMode="auto">
          <a:xfrm>
            <a:off x="9658677" y="6745341"/>
            <a:ext cx="28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Object 34">
                <a:extLst>
                  <a:ext uri="{FF2B5EF4-FFF2-40B4-BE49-F238E27FC236}">
                    <a16:creationId xmlns:a16="http://schemas.microsoft.com/office/drawing/2014/main" id="{E144AF91-9284-315F-AD40-B51752D77FC0}"/>
                  </a:ext>
                </a:extLst>
              </p:cNvPr>
              <p:cNvSpPr txBox="1"/>
              <p:nvPr/>
            </p:nvSpPr>
            <p:spPr bwMode="auto">
              <a:xfrm>
                <a:off x="8063295" y="5377539"/>
                <a:ext cx="581025" cy="306388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∠ 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9" name="Object 34">
                <a:extLst>
                  <a:ext uri="{FF2B5EF4-FFF2-40B4-BE49-F238E27FC236}">
                    <a16:creationId xmlns:a16="http://schemas.microsoft.com/office/drawing/2014/main" id="{E144AF91-9284-315F-AD40-B51752D77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63295" y="5377539"/>
                <a:ext cx="581025" cy="306388"/>
              </a:xfrm>
              <a:prstGeom prst="rect">
                <a:avLst/>
              </a:prstGeom>
              <a:blipFill>
                <a:blip r:embed="rId20"/>
                <a:stretch>
                  <a:fillRect r="-21053" b="-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581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F1413D-BC09-6730-4D08-07C412325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Fourier</a:t>
            </a:r>
            <a:br>
              <a:rPr lang="pt-BR" dirty="0"/>
            </a:br>
            <a:r>
              <a:rPr lang="pt-BR" dirty="0"/>
              <a:t>Função </a:t>
            </a:r>
            <a:r>
              <a:rPr lang="pt-BR" dirty="0" err="1"/>
              <a:t>Signum</a:t>
            </a:r>
            <a:endParaRPr lang="pt-BR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6C63BF9-270D-9B2B-4088-03AF6C12F913}"/>
              </a:ext>
            </a:extLst>
          </p:cNvPr>
          <p:cNvSpPr txBox="1">
            <a:spLocks noChangeArrowheads="1"/>
          </p:cNvSpPr>
          <p:nvPr/>
        </p:nvSpPr>
        <p:spPr>
          <a:xfrm>
            <a:off x="1347216" y="1202366"/>
            <a:ext cx="8299450" cy="16398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Funçao</a:t>
            </a:r>
            <a:r>
              <a:rPr lang="en-US" dirty="0"/>
              <a:t> signum (</a:t>
            </a:r>
            <a:r>
              <a:rPr lang="en-US" dirty="0" err="1"/>
              <a:t>sinal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72A8BEAC-3E29-0FE7-AC60-FDBB8234A67E}"/>
                  </a:ext>
                </a:extLst>
              </p:cNvPr>
              <p:cNvSpPr txBox="1"/>
              <p:nvPr/>
            </p:nvSpPr>
            <p:spPr bwMode="auto">
              <a:xfrm>
                <a:off x="1581150" y="1749425"/>
                <a:ext cx="7828026" cy="14382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 xmlns:m="http://schemas.openxmlformats.org/officeDocument/2006/math">
                    <m:func>
                      <m:funcPr>
                        <m:ctrlPr>
                          <a:rPr lang="pt-BR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sign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pt-B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pt-B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mr>
                          <m:m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  <m:mr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</m:m>
                      </m:e>
                    </m:d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       </m:t>
                    </m:r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begChr m:val="{"/>
                        <m:endChr m:val="}"/>
                        <m:ctrlPr>
                          <a:rPr lang="pt-BR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t-BR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sign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pt-B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72A8BEAC-3E29-0FE7-AC60-FDBB8234A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1150" y="1749425"/>
                <a:ext cx="7828026" cy="1438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 descr="符号函数的傅里叶变换 - 技术教程">
            <a:extLst>
              <a:ext uri="{FF2B5EF4-FFF2-40B4-BE49-F238E27FC236}">
                <a16:creationId xmlns:a16="http://schemas.microsoft.com/office/drawing/2014/main" id="{C235FB27-07EA-7934-008C-A3BA0BB03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038" y="3375653"/>
            <a:ext cx="6666667" cy="2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91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AE5AF-2A53-8266-0491-096117484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</a:t>
            </a:r>
          </a:p>
        </p:txBody>
      </p:sp>
    </p:spTree>
    <p:extLst>
      <p:ext uri="{BB962C8B-B14F-4D97-AF65-F5344CB8AC3E}">
        <p14:creationId xmlns:p14="http://schemas.microsoft.com/office/powerpoint/2010/main" val="15065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F1548-B488-50FA-7B0D-BA34D640D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 da Transformada de Fourier</a:t>
            </a:r>
            <a:br>
              <a:rPr lang="pt-BR" dirty="0"/>
            </a:br>
            <a:r>
              <a:rPr lang="pt-BR" dirty="0"/>
              <a:t>Simetria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F5EDA653-6C41-5BB6-5170-7225F89FD2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4455715"/>
              </p:ext>
            </p:extLst>
          </p:nvPr>
        </p:nvGraphicFramePr>
        <p:xfrm>
          <a:off x="4841007" y="1144328"/>
          <a:ext cx="234632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431640" progId="Equation.3">
                  <p:embed/>
                </p:oleObj>
              </mc:Choice>
              <mc:Fallback>
                <p:oleObj name="Equation" r:id="rId2" imgW="1155600" imgH="431640" progId="Equation.3">
                  <p:embed/>
                  <p:pic>
                    <p:nvPicPr>
                      <p:cNvPr id="1607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007" y="1144328"/>
                        <a:ext cx="2346325" cy="874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upo 156">
            <a:extLst>
              <a:ext uri="{FF2B5EF4-FFF2-40B4-BE49-F238E27FC236}">
                <a16:creationId xmlns:a16="http://schemas.microsoft.com/office/drawing/2014/main" id="{61C27C9D-C6FC-0D93-F832-05E6982AF4A9}"/>
              </a:ext>
            </a:extLst>
          </p:cNvPr>
          <p:cNvGrpSpPr/>
          <p:nvPr/>
        </p:nvGrpSpPr>
        <p:grpSpPr>
          <a:xfrm>
            <a:off x="2464802" y="2576751"/>
            <a:ext cx="8312630" cy="3482840"/>
            <a:chOff x="88900" y="1235075"/>
            <a:chExt cx="10202863" cy="4464050"/>
          </a:xfrm>
        </p:grpSpPr>
        <p:grpSp>
          <p:nvGrpSpPr>
            <p:cNvPr id="6" name="Group 149">
              <a:extLst>
                <a:ext uri="{FF2B5EF4-FFF2-40B4-BE49-F238E27FC236}">
                  <a16:creationId xmlns:a16="http://schemas.microsoft.com/office/drawing/2014/main" id="{3779896A-98E9-45A4-D77E-6583AD062F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501" y="1235075"/>
              <a:ext cx="3295649" cy="2289174"/>
              <a:chOff x="280" y="934"/>
              <a:chExt cx="2076" cy="1442"/>
            </a:xfrm>
          </p:grpSpPr>
          <p:sp>
            <p:nvSpPr>
              <p:cNvPr id="72" name="Line 4">
                <a:extLst>
                  <a:ext uri="{FF2B5EF4-FFF2-40B4-BE49-F238E27FC236}">
                    <a16:creationId xmlns:a16="http://schemas.microsoft.com/office/drawing/2014/main" id="{5577B96B-CA85-DA64-A094-2C867830A1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5" y="2031"/>
                <a:ext cx="17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73" name="Object 5">
                    <a:extLst>
                      <a:ext uri="{FF2B5EF4-FFF2-40B4-BE49-F238E27FC236}">
                        <a16:creationId xmlns:a16="http://schemas.microsoft.com/office/drawing/2014/main" id="{A146504B-DDCB-B226-E177-10C9E242CB6E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104" y="2046"/>
                  <a:ext cx="111" cy="15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4" imgW="101520" imgH="164880" progId="Equation.3">
                          <p:embed/>
                        </p:oleObj>
                      </mc:Choice>
                      <mc:Fallback>
                        <p:oleObj name="Equação" r:id="rId4" imgW="101520" imgH="164880" progId="Equation.3">
                          <p:embed/>
                          <p:pic>
                            <p:nvPicPr>
                              <p:cNvPr id="84" name="Object 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04" y="2046"/>
                                <a:ext cx="111" cy="15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73" name="Object 5">
                    <a:extLst>
                      <a:ext uri="{FF2B5EF4-FFF2-40B4-BE49-F238E27FC236}">
                        <a16:creationId xmlns:a16="http://schemas.microsoft.com/office/drawing/2014/main" id="{A146504B-DDCB-B226-E177-10C9E242CB6E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104" y="2046"/>
                  <a:ext cx="111" cy="15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4" imgW="101520" imgH="164880" progId="Equation.3">
                          <p:embed/>
                        </p:oleObj>
                      </mc:Choice>
                      <mc:Fallback>
                        <p:oleObj name="Equação" r:id="rId4" imgW="101520" imgH="164880" progId="Equation.3">
                          <p:embed/>
                          <p:pic>
                            <p:nvPicPr>
                              <p:cNvPr id="84" name="Object 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04" y="2046"/>
                                <a:ext cx="111" cy="15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74" name="Object 7">
                    <a:extLst>
                      <a:ext uri="{FF2B5EF4-FFF2-40B4-BE49-F238E27FC236}">
                        <a16:creationId xmlns:a16="http://schemas.microsoft.com/office/drawing/2014/main" id="{2CF9544F-6775-3519-3150-864B92252684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1243" y="2038"/>
                  <a:ext cx="136" cy="16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6" imgW="126720" imgH="177480" progId="Equation.3">
                          <p:embed/>
                        </p:oleObj>
                      </mc:Choice>
                      <mc:Fallback>
                        <p:oleObj name="Equação" r:id="rId6" imgW="126720" imgH="177480" progId="Equation.3">
                          <p:embed/>
                          <p:pic>
                            <p:nvPicPr>
                              <p:cNvPr id="85" name="Object 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243" y="2038"/>
                                <a:ext cx="136" cy="161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74" name="Object 7">
                    <a:extLst>
                      <a:ext uri="{FF2B5EF4-FFF2-40B4-BE49-F238E27FC236}">
                        <a16:creationId xmlns:a16="http://schemas.microsoft.com/office/drawing/2014/main" id="{2CF9544F-6775-3519-3150-864B92252684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1243" y="2038"/>
                  <a:ext cx="136" cy="16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6" imgW="126720" imgH="177480" progId="Equation.3">
                          <p:embed/>
                        </p:oleObj>
                      </mc:Choice>
                      <mc:Fallback>
                        <p:oleObj name="Equação" r:id="rId6" imgW="126720" imgH="177480" progId="Equation.3">
                          <p:embed/>
                          <p:pic>
                            <p:nvPicPr>
                              <p:cNvPr id="85" name="Object 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243" y="2038"/>
                                <a:ext cx="136" cy="161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03FE29E1-081E-493F-4690-785A68324C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" y="1502"/>
                <a:ext cx="1760" cy="520"/>
              </a:xfrm>
              <a:custGeom>
                <a:avLst/>
                <a:gdLst/>
                <a:ahLst/>
                <a:cxnLst>
                  <a:cxn ang="0">
                    <a:pos x="0" y="670"/>
                  </a:cxn>
                  <a:cxn ang="0">
                    <a:pos x="367" y="667"/>
                  </a:cxn>
                  <a:cxn ang="0">
                    <a:pos x="367" y="0"/>
                  </a:cxn>
                  <a:cxn ang="0">
                    <a:pos x="1233" y="1"/>
                  </a:cxn>
                  <a:cxn ang="0">
                    <a:pos x="1232" y="667"/>
                  </a:cxn>
                  <a:cxn ang="0">
                    <a:pos x="1760" y="670"/>
                  </a:cxn>
                </a:cxnLst>
                <a:rect l="0" t="0" r="r" b="b"/>
                <a:pathLst>
                  <a:path w="1760" h="670">
                    <a:moveTo>
                      <a:pt x="0" y="670"/>
                    </a:moveTo>
                    <a:lnTo>
                      <a:pt x="367" y="667"/>
                    </a:lnTo>
                    <a:lnTo>
                      <a:pt x="367" y="0"/>
                    </a:lnTo>
                    <a:lnTo>
                      <a:pt x="1233" y="1"/>
                    </a:lnTo>
                    <a:lnTo>
                      <a:pt x="1232" y="667"/>
                    </a:lnTo>
                    <a:lnTo>
                      <a:pt x="1760" y="670"/>
                    </a:lnTo>
                  </a:path>
                </a:pathLst>
              </a:custGeom>
              <a:solidFill>
                <a:srgbClr val="FFCCCC"/>
              </a:solidFill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76" name="Line 9">
                <a:extLst>
                  <a:ext uri="{FF2B5EF4-FFF2-40B4-BE49-F238E27FC236}">
                    <a16:creationId xmlns:a16="http://schemas.microsoft.com/office/drawing/2014/main" id="{82CD6AB6-EB26-E55B-00B0-4E2899CBE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098"/>
                <a:ext cx="0" cy="106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7" name="Object 10">
                    <a:extLst>
                      <a:ext uri="{FF2B5EF4-FFF2-40B4-BE49-F238E27FC236}">
                        <a16:creationId xmlns:a16="http://schemas.microsoft.com/office/drawing/2014/main" id="{00353B49-7931-B428-779A-71015F445EAE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280" y="934"/>
                    <a:ext cx="1342" cy="402"/>
                  </a:xfrm>
                  <a:prstGeom prst="rect">
                    <a:avLst/>
                  </a:prstGeom>
                  <a:noFill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rect</m:t>
                          </m:r>
                          <m:d>
                            <m:d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>
              <p:sp>
                <p:nvSpPr>
                  <p:cNvPr id="77" name="Object 10">
                    <a:extLst>
                      <a:ext uri="{FF2B5EF4-FFF2-40B4-BE49-F238E27FC236}">
                        <a16:creationId xmlns:a16="http://schemas.microsoft.com/office/drawing/2014/main" id="{00353B49-7931-B428-779A-71015F445E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80" y="934"/>
                    <a:ext cx="1342" cy="40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78" name="Object 11">
                    <a:extLst>
                      <a:ext uri="{FF2B5EF4-FFF2-40B4-BE49-F238E27FC236}">
                        <a16:creationId xmlns:a16="http://schemas.microsoft.com/office/drawing/2014/main" id="{9704425B-2A44-3A77-999A-F6D1E57CD19C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1240" y="1333"/>
                  <a:ext cx="183" cy="15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9" imgW="164880" imgH="164880" progId="Equation.3">
                          <p:embed/>
                        </p:oleObj>
                      </mc:Choice>
                      <mc:Fallback>
                        <p:oleObj name="Equação" r:id="rId9" imgW="164880" imgH="164880" progId="Equation.3">
                          <p:embed/>
                          <p:pic>
                            <p:nvPicPr>
                              <p:cNvPr id="89" name="Object 1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240" y="1333"/>
                                <a:ext cx="183" cy="15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78" name="Object 11">
                    <a:extLst>
                      <a:ext uri="{FF2B5EF4-FFF2-40B4-BE49-F238E27FC236}">
                        <a16:creationId xmlns:a16="http://schemas.microsoft.com/office/drawing/2014/main" id="{9704425B-2A44-3A77-999A-F6D1E57CD19C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1240" y="1333"/>
                  <a:ext cx="183" cy="15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9" imgW="164880" imgH="164880" progId="Equation.3">
                          <p:embed/>
                        </p:oleObj>
                      </mc:Choice>
                      <mc:Fallback>
                        <p:oleObj name="Equação" r:id="rId9" imgW="164880" imgH="164880" progId="Equation.3">
                          <p:embed/>
                          <p:pic>
                            <p:nvPicPr>
                              <p:cNvPr id="89" name="Object 1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240" y="1333"/>
                                <a:ext cx="183" cy="15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79" name="Object 12">
                    <a:extLst>
                      <a:ext uri="{FF2B5EF4-FFF2-40B4-BE49-F238E27FC236}">
                        <a16:creationId xmlns:a16="http://schemas.microsoft.com/office/drawing/2014/main" id="{7178E72B-84EE-79D4-7764-E930C113CF20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1757" y="2065"/>
                  <a:ext cx="168" cy="31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11" imgW="177480" imgH="330120" progId="Equation.3">
                          <p:embed/>
                        </p:oleObj>
                      </mc:Choice>
                      <mc:Fallback>
                        <p:oleObj name="Equação" r:id="rId11" imgW="177480" imgH="330120" progId="Equation.3">
                          <p:embed/>
                          <p:pic>
                            <p:nvPicPr>
                              <p:cNvPr id="90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2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757" y="2065"/>
                                <a:ext cx="168" cy="311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79" name="Object 12">
                    <a:extLst>
                      <a:ext uri="{FF2B5EF4-FFF2-40B4-BE49-F238E27FC236}">
                        <a16:creationId xmlns:a16="http://schemas.microsoft.com/office/drawing/2014/main" id="{7178E72B-84EE-79D4-7764-E930C113CF20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1757" y="2065"/>
                  <a:ext cx="168" cy="31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11" imgW="177480" imgH="330120" progId="Equation.3">
                          <p:embed/>
                        </p:oleObj>
                      </mc:Choice>
                      <mc:Fallback>
                        <p:oleObj name="Equação" r:id="rId11" imgW="177480" imgH="330120" progId="Equation.3">
                          <p:embed/>
                          <p:pic>
                            <p:nvPicPr>
                              <p:cNvPr id="90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757" y="2065"/>
                                <a:ext cx="168" cy="311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80" name="Object 13">
                    <a:extLst>
                      <a:ext uri="{FF2B5EF4-FFF2-40B4-BE49-F238E27FC236}">
                        <a16:creationId xmlns:a16="http://schemas.microsoft.com/office/drawing/2014/main" id="{973FF541-52C1-0CFE-07D6-A577A10769C8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718" y="2065"/>
                  <a:ext cx="276" cy="31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13" imgW="291960" imgH="330120" progId="Equation.3">
                          <p:embed/>
                        </p:oleObj>
                      </mc:Choice>
                      <mc:Fallback>
                        <p:oleObj name="Equação" r:id="rId13" imgW="291960" imgH="330120" progId="Equation.3">
                          <p:embed/>
                          <p:pic>
                            <p:nvPicPr>
                              <p:cNvPr id="91" name="Object 1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4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18" y="2065"/>
                                <a:ext cx="276" cy="311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80" name="Object 13">
                    <a:extLst>
                      <a:ext uri="{FF2B5EF4-FFF2-40B4-BE49-F238E27FC236}">
                        <a16:creationId xmlns:a16="http://schemas.microsoft.com/office/drawing/2014/main" id="{973FF541-52C1-0CFE-07D6-A577A10769C8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718" y="2065"/>
                  <a:ext cx="276" cy="31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13" imgW="291960" imgH="330120" progId="Equation.3">
                          <p:embed/>
                        </p:oleObj>
                      </mc:Choice>
                      <mc:Fallback>
                        <p:oleObj name="Equação" r:id="rId13" imgW="291960" imgH="330120" progId="Equation.3">
                          <p:embed/>
                          <p:pic>
                            <p:nvPicPr>
                              <p:cNvPr id="91" name="Object 1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718" y="2065"/>
                                <a:ext cx="276" cy="311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grpSp>
          <p:nvGrpSpPr>
            <p:cNvPr id="7" name="Group 87">
              <a:extLst>
                <a:ext uri="{FF2B5EF4-FFF2-40B4-BE49-F238E27FC236}">
                  <a16:creationId xmlns:a16="http://schemas.microsoft.com/office/drawing/2014/main" id="{47EEEDCF-B19A-FE09-3998-D71AECAB2E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4700" y="1497013"/>
              <a:ext cx="5707063" cy="1976438"/>
              <a:chOff x="2804" y="895"/>
              <a:chExt cx="3595" cy="1245"/>
            </a:xfrm>
          </p:grpSpPr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48" name="Object 19">
                    <a:extLst>
                      <a:ext uri="{FF2B5EF4-FFF2-40B4-BE49-F238E27FC236}">
                        <a16:creationId xmlns:a16="http://schemas.microsoft.com/office/drawing/2014/main" id="{0A2987CD-F3C8-EBCF-FF51-6403AFB408D2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023" y="1838"/>
                  <a:ext cx="120" cy="16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15" imgW="126720" imgH="177480" progId="Equation.3">
                          <p:embed/>
                        </p:oleObj>
                      </mc:Choice>
                      <mc:Fallback>
                        <p:oleObj name="Equação" r:id="rId15" imgW="126720" imgH="177480" progId="Equation.3">
                          <p:embed/>
                          <p:pic>
                            <p:nvPicPr>
                              <p:cNvPr id="93" name="Object 1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6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23" y="1838"/>
                                <a:ext cx="120" cy="168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48" name="Object 19">
                    <a:extLst>
                      <a:ext uri="{FF2B5EF4-FFF2-40B4-BE49-F238E27FC236}">
                        <a16:creationId xmlns:a16="http://schemas.microsoft.com/office/drawing/2014/main" id="{0A2987CD-F3C8-EBCF-FF51-6403AFB408D2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023" y="1838"/>
                  <a:ext cx="120" cy="16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15" imgW="126720" imgH="177480" progId="Equation.3">
                          <p:embed/>
                        </p:oleObj>
                      </mc:Choice>
                      <mc:Fallback>
                        <p:oleObj name="Equação" r:id="rId15" imgW="126720" imgH="177480" progId="Equation.3">
                          <p:embed/>
                          <p:pic>
                            <p:nvPicPr>
                              <p:cNvPr id="93" name="Object 1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23" y="1838"/>
                                <a:ext cx="120" cy="168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49" name="Object 20">
                    <a:extLst>
                      <a:ext uri="{FF2B5EF4-FFF2-40B4-BE49-F238E27FC236}">
                        <a16:creationId xmlns:a16="http://schemas.microsoft.com/office/drawing/2014/main" id="{3A0430D9-9A1B-FB9B-281E-2E08F665EFA7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410" y="1828"/>
                  <a:ext cx="168" cy="31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17" imgW="177480" imgH="330120" progId="Equation.3">
                          <p:embed/>
                        </p:oleObj>
                      </mc:Choice>
                      <mc:Fallback>
                        <p:oleObj name="Equação" r:id="rId17" imgW="177480" imgH="330120" progId="Equation.3">
                          <p:embed/>
                          <p:pic>
                            <p:nvPicPr>
                              <p:cNvPr id="94" name="Object 2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8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410" y="1828"/>
                                <a:ext cx="168" cy="31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49" name="Object 20">
                    <a:extLst>
                      <a:ext uri="{FF2B5EF4-FFF2-40B4-BE49-F238E27FC236}">
                        <a16:creationId xmlns:a16="http://schemas.microsoft.com/office/drawing/2014/main" id="{3A0430D9-9A1B-FB9B-281E-2E08F665EFA7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410" y="1828"/>
                  <a:ext cx="168" cy="31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17" imgW="177480" imgH="330120" progId="Equation.3">
                          <p:embed/>
                        </p:oleObj>
                      </mc:Choice>
                      <mc:Fallback>
                        <p:oleObj name="Equação" r:id="rId17" imgW="177480" imgH="330120" progId="Equation.3">
                          <p:embed/>
                          <p:pic>
                            <p:nvPicPr>
                              <p:cNvPr id="94" name="Object 2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410" y="1828"/>
                                <a:ext cx="168" cy="31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50" name="Object 22">
                    <a:extLst>
                      <a:ext uri="{FF2B5EF4-FFF2-40B4-BE49-F238E27FC236}">
                        <a16:creationId xmlns:a16="http://schemas.microsoft.com/office/drawing/2014/main" id="{5E7523E3-7C2D-8902-8510-1EDCE75C41F0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905" y="1828"/>
                  <a:ext cx="168" cy="31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19" imgW="177480" imgH="330120" progId="Equation.3">
                          <p:embed/>
                        </p:oleObj>
                      </mc:Choice>
                      <mc:Fallback>
                        <p:oleObj name="Equação" r:id="rId19" imgW="177480" imgH="330120" progId="Equation.3">
                          <p:embed/>
                          <p:pic>
                            <p:nvPicPr>
                              <p:cNvPr id="95" name="Object 2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0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905" y="1828"/>
                                <a:ext cx="168" cy="31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50" name="Object 22">
                    <a:extLst>
                      <a:ext uri="{FF2B5EF4-FFF2-40B4-BE49-F238E27FC236}">
                        <a16:creationId xmlns:a16="http://schemas.microsoft.com/office/drawing/2014/main" id="{5E7523E3-7C2D-8902-8510-1EDCE75C41F0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905" y="1828"/>
                  <a:ext cx="168" cy="31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19" imgW="177480" imgH="330120" progId="Equation.3">
                          <p:embed/>
                        </p:oleObj>
                      </mc:Choice>
                      <mc:Fallback>
                        <p:oleObj name="Equação" r:id="rId19" imgW="177480" imgH="330120" progId="Equation.3">
                          <p:embed/>
                          <p:pic>
                            <p:nvPicPr>
                              <p:cNvPr id="95" name="Object 2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905" y="1828"/>
                                <a:ext cx="168" cy="31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51" name="Object 23">
                    <a:extLst>
                      <a:ext uri="{FF2B5EF4-FFF2-40B4-BE49-F238E27FC236}">
                        <a16:creationId xmlns:a16="http://schemas.microsoft.com/office/drawing/2014/main" id="{0646F6C4-E98F-0B37-22C9-4C9852EB812C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682" y="1828"/>
                  <a:ext cx="276" cy="31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21" imgW="291960" imgH="330120" progId="Equation.3">
                          <p:embed/>
                        </p:oleObj>
                      </mc:Choice>
                      <mc:Fallback>
                        <p:oleObj name="Equação" r:id="rId21" imgW="291960" imgH="330120" progId="Equation.3">
                          <p:embed/>
                          <p:pic>
                            <p:nvPicPr>
                              <p:cNvPr id="96" name="Object 2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2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682" y="1828"/>
                                <a:ext cx="276" cy="31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51" name="Object 23">
                    <a:extLst>
                      <a:ext uri="{FF2B5EF4-FFF2-40B4-BE49-F238E27FC236}">
                        <a16:creationId xmlns:a16="http://schemas.microsoft.com/office/drawing/2014/main" id="{0646F6C4-E98F-0B37-22C9-4C9852EB812C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682" y="1828"/>
                  <a:ext cx="276" cy="31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21" imgW="291960" imgH="330120" progId="Equation.3">
                          <p:embed/>
                        </p:oleObj>
                      </mc:Choice>
                      <mc:Fallback>
                        <p:oleObj name="Equação" r:id="rId21" imgW="291960" imgH="330120" progId="Equation.3">
                          <p:embed/>
                          <p:pic>
                            <p:nvPicPr>
                              <p:cNvPr id="96" name="Object 2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682" y="1828"/>
                                <a:ext cx="276" cy="31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52" name="Object 26">
                    <a:extLst>
                      <a:ext uri="{FF2B5EF4-FFF2-40B4-BE49-F238E27FC236}">
                        <a16:creationId xmlns:a16="http://schemas.microsoft.com/office/drawing/2014/main" id="{F6F1401D-8653-D6C4-FBB8-B642A2E9D68E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5303" y="1883"/>
                  <a:ext cx="156" cy="19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23" imgW="164880" imgH="203040" progId="Equation.3">
                          <p:embed/>
                        </p:oleObj>
                      </mc:Choice>
                      <mc:Fallback>
                        <p:oleObj name="Equação" r:id="rId23" imgW="164880" imgH="203040" progId="Equation.3">
                          <p:embed/>
                          <p:pic>
                            <p:nvPicPr>
                              <p:cNvPr id="97" name="Object 2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4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303" y="1883"/>
                                <a:ext cx="156" cy="19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52" name="Object 26">
                    <a:extLst>
                      <a:ext uri="{FF2B5EF4-FFF2-40B4-BE49-F238E27FC236}">
                        <a16:creationId xmlns:a16="http://schemas.microsoft.com/office/drawing/2014/main" id="{F6F1401D-8653-D6C4-FBB8-B642A2E9D68E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5303" y="1883"/>
                  <a:ext cx="156" cy="19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23" imgW="164880" imgH="203040" progId="Equation.3">
                          <p:embed/>
                        </p:oleObj>
                      </mc:Choice>
                      <mc:Fallback>
                        <p:oleObj name="Equação" r:id="rId23" imgW="164880" imgH="203040" progId="Equation.3">
                          <p:embed/>
                          <p:pic>
                            <p:nvPicPr>
                              <p:cNvPr id="97" name="Object 2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303" y="1883"/>
                                <a:ext cx="156" cy="19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53" name="Line 27">
                <a:extLst>
                  <a:ext uri="{FF2B5EF4-FFF2-40B4-BE49-F238E27FC236}">
                    <a16:creationId xmlns:a16="http://schemas.microsoft.com/office/drawing/2014/main" id="{3727893E-20B8-4F8E-0DE2-57939A9D9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33" y="1992"/>
                <a:ext cx="1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54" name="Object 28">
                    <a:extLst>
                      <a:ext uri="{FF2B5EF4-FFF2-40B4-BE49-F238E27FC236}">
                        <a16:creationId xmlns:a16="http://schemas.microsoft.com/office/drawing/2014/main" id="{C693668B-A6E9-95B9-032F-5D10062BB228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873" y="1062"/>
                  <a:ext cx="264" cy="156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25" imgW="279360" imgH="164880" progId="Equation.3">
                          <p:embed/>
                        </p:oleObj>
                      </mc:Choice>
                      <mc:Fallback>
                        <p:oleObj name="Equação" r:id="rId25" imgW="279360" imgH="164880" progId="Equation.3">
                          <p:embed/>
                          <p:pic>
                            <p:nvPicPr>
                              <p:cNvPr id="99" name="Object 2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6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873" y="1062"/>
                                <a:ext cx="264" cy="156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bg1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54" name="Object 28">
                    <a:extLst>
                      <a:ext uri="{FF2B5EF4-FFF2-40B4-BE49-F238E27FC236}">
                        <a16:creationId xmlns:a16="http://schemas.microsoft.com/office/drawing/2014/main" id="{C693668B-A6E9-95B9-032F-5D10062BB228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873" y="1062"/>
                  <a:ext cx="264" cy="156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25" imgW="279360" imgH="164880" progId="Equation.3">
                          <p:embed/>
                        </p:oleObj>
                      </mc:Choice>
                      <mc:Fallback>
                        <p:oleObj name="Equação" r:id="rId25" imgW="279360" imgH="164880" progId="Equation.3">
                          <p:embed/>
                          <p:pic>
                            <p:nvPicPr>
                              <p:cNvPr id="99" name="Object 2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873" y="1062"/>
                                <a:ext cx="264" cy="156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bg1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5" name="Object 37">
                    <a:extLst>
                      <a:ext uri="{FF2B5EF4-FFF2-40B4-BE49-F238E27FC236}">
                        <a16:creationId xmlns:a16="http://schemas.microsoft.com/office/drawing/2014/main" id="{E50374D1-96FE-0CA7-B873-703403A2AF32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254" y="949"/>
                    <a:ext cx="2145" cy="576"/>
                  </a:xfrm>
                  <a:prstGeom prst="rect">
                    <a:avLst/>
                  </a:prstGeom>
                  <a:noFill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r>
                            <a:rPr lang="pt-BR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pt-BR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pt-BR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𝐴𝑇</m:t>
                          </m:r>
                          <m:r>
                            <a:rPr lang="pt-BR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sinc</m:t>
                          </m:r>
                          <m:r>
                            <a:rPr lang="pt-BR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pt-BR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𝑓𝑇</m:t>
                          </m:r>
                          <m:r>
                            <a:rPr lang="pt-BR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pt-BR" sz="1600" dirty="0"/>
                  </a:p>
                </p:txBody>
              </p:sp>
            </mc:Choice>
            <mc:Fallback>
              <p:sp>
                <p:nvSpPr>
                  <p:cNvPr id="55" name="Object 37">
                    <a:extLst>
                      <a:ext uri="{FF2B5EF4-FFF2-40B4-BE49-F238E27FC236}">
                        <a16:creationId xmlns:a16="http://schemas.microsoft.com/office/drawing/2014/main" id="{E50374D1-96FE-0CA7-B873-703403A2AF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254" y="949"/>
                    <a:ext cx="2145" cy="576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6" name="Group 54">
                <a:extLst>
                  <a:ext uri="{FF2B5EF4-FFF2-40B4-BE49-F238E27FC236}">
                    <a16:creationId xmlns:a16="http://schemas.microsoft.com/office/drawing/2014/main" id="{C1CFE80D-72F8-897C-5744-6593F766D0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53" y="1173"/>
                <a:ext cx="2575" cy="768"/>
                <a:chOff x="723" y="2517"/>
                <a:chExt cx="4435" cy="1158"/>
              </a:xfrm>
            </p:grpSpPr>
            <p:grpSp>
              <p:nvGrpSpPr>
                <p:cNvPr id="60" name="Group 48">
                  <a:extLst>
                    <a:ext uri="{FF2B5EF4-FFF2-40B4-BE49-F238E27FC236}">
                      <a16:creationId xmlns:a16="http://schemas.microsoft.com/office/drawing/2014/main" id="{4718B641-2A31-94E6-D414-EAECD8A427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23" y="2517"/>
                  <a:ext cx="2275" cy="1158"/>
                  <a:chOff x="2883" y="2517"/>
                  <a:chExt cx="2275" cy="1158"/>
                </a:xfrm>
              </p:grpSpPr>
              <p:sp>
                <p:nvSpPr>
                  <p:cNvPr id="67" name="Freeform 49">
                    <a:extLst>
                      <a:ext uri="{FF2B5EF4-FFF2-40B4-BE49-F238E27FC236}">
                        <a16:creationId xmlns:a16="http://schemas.microsoft.com/office/drawing/2014/main" id="{DFB17CED-30AA-1089-F886-1278B1B94D1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83" y="2517"/>
                    <a:ext cx="2275" cy="1158"/>
                  </a:xfrm>
                  <a:custGeom>
                    <a:avLst/>
                    <a:gdLst/>
                    <a:ahLst/>
                    <a:cxnLst>
                      <a:cxn ang="0">
                        <a:pos x="57" y="959"/>
                      </a:cxn>
                      <a:cxn ang="0">
                        <a:pos x="53" y="887"/>
                      </a:cxn>
                      <a:cxn ang="0">
                        <a:pos x="57" y="139"/>
                      </a:cxn>
                      <a:cxn ang="0">
                        <a:pos x="57" y="55"/>
                      </a:cxn>
                      <a:cxn ang="0">
                        <a:pos x="97" y="59"/>
                      </a:cxn>
                      <a:cxn ang="0">
                        <a:pos x="149" y="87"/>
                      </a:cxn>
                      <a:cxn ang="0">
                        <a:pos x="241" y="163"/>
                      </a:cxn>
                      <a:cxn ang="0">
                        <a:pos x="309" y="243"/>
                      </a:cxn>
                      <a:cxn ang="0">
                        <a:pos x="381" y="355"/>
                      </a:cxn>
                      <a:cxn ang="0">
                        <a:pos x="457" y="479"/>
                      </a:cxn>
                      <a:cxn ang="0">
                        <a:pos x="553" y="651"/>
                      </a:cxn>
                      <a:cxn ang="0">
                        <a:pos x="617" y="755"/>
                      </a:cxn>
                      <a:cxn ang="0">
                        <a:pos x="697" y="887"/>
                      </a:cxn>
                      <a:cxn ang="0">
                        <a:pos x="761" y="967"/>
                      </a:cxn>
                      <a:cxn ang="0">
                        <a:pos x="809" y="1015"/>
                      </a:cxn>
                      <a:cxn ang="0">
                        <a:pos x="861" y="1083"/>
                      </a:cxn>
                      <a:cxn ang="0">
                        <a:pos x="949" y="1135"/>
                      </a:cxn>
                      <a:cxn ang="0">
                        <a:pos x="1049" y="1155"/>
                      </a:cxn>
                      <a:cxn ang="0">
                        <a:pos x="1113" y="1151"/>
                      </a:cxn>
                      <a:cxn ang="0">
                        <a:pos x="1189" y="1127"/>
                      </a:cxn>
                      <a:cxn ang="0">
                        <a:pos x="1273" y="1079"/>
                      </a:cxn>
                      <a:cxn ang="0">
                        <a:pos x="1345" y="1031"/>
                      </a:cxn>
                      <a:cxn ang="0">
                        <a:pos x="1397" y="983"/>
                      </a:cxn>
                      <a:cxn ang="0">
                        <a:pos x="1457" y="951"/>
                      </a:cxn>
                      <a:cxn ang="0">
                        <a:pos x="1517" y="903"/>
                      </a:cxn>
                      <a:cxn ang="0">
                        <a:pos x="1597" y="875"/>
                      </a:cxn>
                      <a:cxn ang="0">
                        <a:pos x="1685" y="855"/>
                      </a:cxn>
                      <a:cxn ang="0">
                        <a:pos x="1765" y="839"/>
                      </a:cxn>
                      <a:cxn ang="0">
                        <a:pos x="1869" y="855"/>
                      </a:cxn>
                      <a:cxn ang="0">
                        <a:pos x="1957" y="879"/>
                      </a:cxn>
                      <a:cxn ang="0">
                        <a:pos x="2049" y="915"/>
                      </a:cxn>
                      <a:cxn ang="0">
                        <a:pos x="2109" y="947"/>
                      </a:cxn>
                      <a:cxn ang="0">
                        <a:pos x="2213" y="991"/>
                      </a:cxn>
                      <a:cxn ang="0">
                        <a:pos x="2261" y="1011"/>
                      </a:cxn>
                      <a:cxn ang="0">
                        <a:pos x="2273" y="971"/>
                      </a:cxn>
                      <a:cxn ang="0">
                        <a:pos x="2249" y="959"/>
                      </a:cxn>
                      <a:cxn ang="0">
                        <a:pos x="2217" y="959"/>
                      </a:cxn>
                      <a:cxn ang="0">
                        <a:pos x="2137" y="963"/>
                      </a:cxn>
                      <a:cxn ang="0">
                        <a:pos x="1757" y="955"/>
                      </a:cxn>
                      <a:cxn ang="0">
                        <a:pos x="1189" y="963"/>
                      </a:cxn>
                      <a:cxn ang="0">
                        <a:pos x="393" y="963"/>
                      </a:cxn>
                      <a:cxn ang="0">
                        <a:pos x="57" y="959"/>
                      </a:cxn>
                    </a:cxnLst>
                    <a:rect l="0" t="0" r="r" b="b"/>
                    <a:pathLst>
                      <a:path w="2275" h="1158">
                        <a:moveTo>
                          <a:pt x="57" y="959"/>
                        </a:moveTo>
                        <a:cubicBezTo>
                          <a:pt x="0" y="946"/>
                          <a:pt x="53" y="1024"/>
                          <a:pt x="53" y="887"/>
                        </a:cubicBezTo>
                        <a:cubicBezTo>
                          <a:pt x="53" y="750"/>
                          <a:pt x="56" y="278"/>
                          <a:pt x="57" y="139"/>
                        </a:cubicBezTo>
                        <a:cubicBezTo>
                          <a:pt x="58" y="0"/>
                          <a:pt x="50" y="68"/>
                          <a:pt x="57" y="55"/>
                        </a:cubicBezTo>
                        <a:cubicBezTo>
                          <a:pt x="64" y="42"/>
                          <a:pt x="82" y="54"/>
                          <a:pt x="97" y="59"/>
                        </a:cubicBezTo>
                        <a:cubicBezTo>
                          <a:pt x="112" y="64"/>
                          <a:pt x="125" y="70"/>
                          <a:pt x="149" y="87"/>
                        </a:cubicBezTo>
                        <a:cubicBezTo>
                          <a:pt x="173" y="104"/>
                          <a:pt x="214" y="137"/>
                          <a:pt x="241" y="163"/>
                        </a:cubicBezTo>
                        <a:cubicBezTo>
                          <a:pt x="268" y="189"/>
                          <a:pt x="286" y="211"/>
                          <a:pt x="309" y="243"/>
                        </a:cubicBezTo>
                        <a:cubicBezTo>
                          <a:pt x="332" y="275"/>
                          <a:pt x="356" y="316"/>
                          <a:pt x="381" y="355"/>
                        </a:cubicBezTo>
                        <a:cubicBezTo>
                          <a:pt x="406" y="394"/>
                          <a:pt x="428" y="430"/>
                          <a:pt x="457" y="479"/>
                        </a:cubicBezTo>
                        <a:cubicBezTo>
                          <a:pt x="486" y="528"/>
                          <a:pt x="526" y="605"/>
                          <a:pt x="553" y="651"/>
                        </a:cubicBezTo>
                        <a:cubicBezTo>
                          <a:pt x="580" y="697"/>
                          <a:pt x="593" y="716"/>
                          <a:pt x="617" y="755"/>
                        </a:cubicBezTo>
                        <a:cubicBezTo>
                          <a:pt x="641" y="794"/>
                          <a:pt x="673" y="852"/>
                          <a:pt x="697" y="887"/>
                        </a:cubicBezTo>
                        <a:cubicBezTo>
                          <a:pt x="721" y="922"/>
                          <a:pt x="742" y="946"/>
                          <a:pt x="761" y="967"/>
                        </a:cubicBezTo>
                        <a:cubicBezTo>
                          <a:pt x="780" y="988"/>
                          <a:pt x="792" y="996"/>
                          <a:pt x="809" y="1015"/>
                        </a:cubicBezTo>
                        <a:cubicBezTo>
                          <a:pt x="826" y="1034"/>
                          <a:pt x="838" y="1063"/>
                          <a:pt x="861" y="1083"/>
                        </a:cubicBezTo>
                        <a:cubicBezTo>
                          <a:pt x="884" y="1103"/>
                          <a:pt x="918" y="1123"/>
                          <a:pt x="949" y="1135"/>
                        </a:cubicBezTo>
                        <a:cubicBezTo>
                          <a:pt x="980" y="1147"/>
                          <a:pt x="1022" y="1152"/>
                          <a:pt x="1049" y="1155"/>
                        </a:cubicBezTo>
                        <a:cubicBezTo>
                          <a:pt x="1076" y="1158"/>
                          <a:pt x="1090" y="1156"/>
                          <a:pt x="1113" y="1151"/>
                        </a:cubicBezTo>
                        <a:cubicBezTo>
                          <a:pt x="1136" y="1146"/>
                          <a:pt x="1162" y="1139"/>
                          <a:pt x="1189" y="1127"/>
                        </a:cubicBezTo>
                        <a:cubicBezTo>
                          <a:pt x="1216" y="1115"/>
                          <a:pt x="1247" y="1095"/>
                          <a:pt x="1273" y="1079"/>
                        </a:cubicBezTo>
                        <a:cubicBezTo>
                          <a:pt x="1299" y="1063"/>
                          <a:pt x="1324" y="1047"/>
                          <a:pt x="1345" y="1031"/>
                        </a:cubicBezTo>
                        <a:cubicBezTo>
                          <a:pt x="1366" y="1015"/>
                          <a:pt x="1378" y="996"/>
                          <a:pt x="1397" y="983"/>
                        </a:cubicBezTo>
                        <a:cubicBezTo>
                          <a:pt x="1416" y="970"/>
                          <a:pt x="1437" y="964"/>
                          <a:pt x="1457" y="951"/>
                        </a:cubicBezTo>
                        <a:cubicBezTo>
                          <a:pt x="1477" y="938"/>
                          <a:pt x="1494" y="916"/>
                          <a:pt x="1517" y="903"/>
                        </a:cubicBezTo>
                        <a:cubicBezTo>
                          <a:pt x="1540" y="890"/>
                          <a:pt x="1569" y="883"/>
                          <a:pt x="1597" y="875"/>
                        </a:cubicBezTo>
                        <a:cubicBezTo>
                          <a:pt x="1625" y="867"/>
                          <a:pt x="1657" y="861"/>
                          <a:pt x="1685" y="855"/>
                        </a:cubicBezTo>
                        <a:cubicBezTo>
                          <a:pt x="1713" y="849"/>
                          <a:pt x="1734" y="839"/>
                          <a:pt x="1765" y="839"/>
                        </a:cubicBezTo>
                        <a:cubicBezTo>
                          <a:pt x="1796" y="839"/>
                          <a:pt x="1837" y="848"/>
                          <a:pt x="1869" y="855"/>
                        </a:cubicBezTo>
                        <a:cubicBezTo>
                          <a:pt x="1901" y="862"/>
                          <a:pt x="1927" y="869"/>
                          <a:pt x="1957" y="879"/>
                        </a:cubicBezTo>
                        <a:cubicBezTo>
                          <a:pt x="1987" y="889"/>
                          <a:pt x="2024" y="904"/>
                          <a:pt x="2049" y="915"/>
                        </a:cubicBezTo>
                        <a:cubicBezTo>
                          <a:pt x="2074" y="926"/>
                          <a:pt x="2082" y="934"/>
                          <a:pt x="2109" y="947"/>
                        </a:cubicBezTo>
                        <a:cubicBezTo>
                          <a:pt x="2136" y="960"/>
                          <a:pt x="2188" y="980"/>
                          <a:pt x="2213" y="991"/>
                        </a:cubicBezTo>
                        <a:cubicBezTo>
                          <a:pt x="2238" y="1002"/>
                          <a:pt x="2251" y="1014"/>
                          <a:pt x="2261" y="1011"/>
                        </a:cubicBezTo>
                        <a:cubicBezTo>
                          <a:pt x="2271" y="1008"/>
                          <a:pt x="2275" y="980"/>
                          <a:pt x="2273" y="971"/>
                        </a:cubicBezTo>
                        <a:cubicBezTo>
                          <a:pt x="2271" y="962"/>
                          <a:pt x="2258" y="961"/>
                          <a:pt x="2249" y="959"/>
                        </a:cubicBezTo>
                        <a:cubicBezTo>
                          <a:pt x="2240" y="957"/>
                          <a:pt x="2236" y="958"/>
                          <a:pt x="2217" y="959"/>
                        </a:cubicBezTo>
                        <a:cubicBezTo>
                          <a:pt x="2198" y="960"/>
                          <a:pt x="2214" y="964"/>
                          <a:pt x="2137" y="963"/>
                        </a:cubicBezTo>
                        <a:cubicBezTo>
                          <a:pt x="2060" y="962"/>
                          <a:pt x="1915" y="955"/>
                          <a:pt x="1757" y="955"/>
                        </a:cubicBezTo>
                        <a:cubicBezTo>
                          <a:pt x="1599" y="955"/>
                          <a:pt x="1416" y="962"/>
                          <a:pt x="1189" y="963"/>
                        </a:cubicBezTo>
                        <a:cubicBezTo>
                          <a:pt x="962" y="964"/>
                          <a:pt x="582" y="963"/>
                          <a:pt x="393" y="963"/>
                        </a:cubicBezTo>
                        <a:cubicBezTo>
                          <a:pt x="204" y="963"/>
                          <a:pt x="114" y="972"/>
                          <a:pt x="57" y="959"/>
                        </a:cubicBezTo>
                        <a:close/>
                      </a:path>
                    </a:pathLst>
                  </a:custGeom>
                  <a:solidFill>
                    <a:srgbClr val="CCFFCC"/>
                  </a:soli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pt-BR"/>
                  </a:p>
                </p:txBody>
              </p:sp>
              <p:grpSp>
                <p:nvGrpSpPr>
                  <p:cNvPr id="68" name="Group 50">
                    <a:extLst>
                      <a:ext uri="{FF2B5EF4-FFF2-40B4-BE49-F238E27FC236}">
                        <a16:creationId xmlns:a16="http://schemas.microsoft.com/office/drawing/2014/main" id="{968D8070-6B84-D6C1-4D41-F99B69D3897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39" y="2570"/>
                    <a:ext cx="2218" cy="1103"/>
                    <a:chOff x="2939" y="2570"/>
                    <a:chExt cx="2218" cy="1103"/>
                  </a:xfrm>
                </p:grpSpPr>
                <p:sp>
                  <p:nvSpPr>
                    <p:cNvPr id="69" name="Freeform 51">
                      <a:extLst>
                        <a:ext uri="{FF2B5EF4-FFF2-40B4-BE49-F238E27FC236}">
                          <a16:creationId xmlns:a16="http://schemas.microsoft.com/office/drawing/2014/main" id="{21B8BEE1-6695-52D5-7CCA-9AB321D4837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26" y="3468"/>
                      <a:ext cx="705" cy="205"/>
                    </a:xfrm>
                    <a:custGeom>
                      <a:avLst/>
                      <a:gdLst/>
                      <a:ahLst/>
                      <a:cxnLst>
                        <a:cxn ang="0">
                          <a:pos x="705" y="7"/>
                        </a:cxn>
                        <a:cxn ang="0">
                          <a:pos x="685" y="21"/>
                        </a:cxn>
                        <a:cxn ang="0">
                          <a:pos x="657" y="40"/>
                        </a:cxn>
                        <a:cxn ang="0">
                          <a:pos x="625" y="63"/>
                        </a:cxn>
                        <a:cxn ang="0">
                          <a:pos x="589" y="86"/>
                        </a:cxn>
                        <a:cxn ang="0">
                          <a:pos x="557" y="110"/>
                        </a:cxn>
                        <a:cxn ang="0">
                          <a:pos x="525" y="129"/>
                        </a:cxn>
                        <a:cxn ang="0">
                          <a:pos x="487" y="150"/>
                        </a:cxn>
                        <a:cxn ang="0">
                          <a:pos x="441" y="175"/>
                        </a:cxn>
                        <a:cxn ang="0">
                          <a:pos x="397" y="191"/>
                        </a:cxn>
                        <a:cxn ang="0">
                          <a:pos x="357" y="200"/>
                        </a:cxn>
                        <a:cxn ang="0">
                          <a:pos x="319" y="205"/>
                        </a:cxn>
                        <a:cxn ang="0">
                          <a:pos x="275" y="203"/>
                        </a:cxn>
                        <a:cxn ang="0">
                          <a:pos x="237" y="193"/>
                        </a:cxn>
                        <a:cxn ang="0">
                          <a:pos x="205" y="182"/>
                        </a:cxn>
                        <a:cxn ang="0">
                          <a:pos x="171" y="161"/>
                        </a:cxn>
                        <a:cxn ang="0">
                          <a:pos x="141" y="143"/>
                        </a:cxn>
                        <a:cxn ang="0">
                          <a:pos x="113" y="118"/>
                        </a:cxn>
                        <a:cxn ang="0">
                          <a:pos x="77" y="85"/>
                        </a:cxn>
                        <a:cxn ang="0">
                          <a:pos x="41" y="43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705" h="205">
                          <a:moveTo>
                            <a:pt x="705" y="7"/>
                          </a:moveTo>
                          <a:cubicBezTo>
                            <a:pt x="699" y="12"/>
                            <a:pt x="693" y="16"/>
                            <a:pt x="685" y="21"/>
                          </a:cubicBezTo>
                          <a:cubicBezTo>
                            <a:pt x="677" y="26"/>
                            <a:pt x="667" y="33"/>
                            <a:pt x="657" y="40"/>
                          </a:cubicBezTo>
                          <a:cubicBezTo>
                            <a:pt x="647" y="47"/>
                            <a:pt x="636" y="55"/>
                            <a:pt x="625" y="63"/>
                          </a:cubicBezTo>
                          <a:cubicBezTo>
                            <a:pt x="614" y="71"/>
                            <a:pt x="600" y="78"/>
                            <a:pt x="589" y="86"/>
                          </a:cubicBezTo>
                          <a:cubicBezTo>
                            <a:pt x="578" y="93"/>
                            <a:pt x="568" y="103"/>
                            <a:pt x="557" y="110"/>
                          </a:cubicBezTo>
                          <a:cubicBezTo>
                            <a:pt x="546" y="118"/>
                            <a:pt x="537" y="123"/>
                            <a:pt x="525" y="129"/>
                          </a:cubicBezTo>
                          <a:cubicBezTo>
                            <a:pt x="513" y="136"/>
                            <a:pt x="501" y="143"/>
                            <a:pt x="487" y="150"/>
                          </a:cubicBezTo>
                          <a:cubicBezTo>
                            <a:pt x="473" y="158"/>
                            <a:pt x="456" y="169"/>
                            <a:pt x="441" y="175"/>
                          </a:cubicBezTo>
                          <a:cubicBezTo>
                            <a:pt x="426" y="182"/>
                            <a:pt x="411" y="187"/>
                            <a:pt x="397" y="191"/>
                          </a:cubicBezTo>
                          <a:cubicBezTo>
                            <a:pt x="383" y="195"/>
                            <a:pt x="370" y="198"/>
                            <a:pt x="357" y="200"/>
                          </a:cubicBezTo>
                          <a:cubicBezTo>
                            <a:pt x="344" y="203"/>
                            <a:pt x="333" y="204"/>
                            <a:pt x="319" y="205"/>
                          </a:cubicBezTo>
                          <a:cubicBezTo>
                            <a:pt x="305" y="205"/>
                            <a:pt x="289" y="205"/>
                            <a:pt x="275" y="203"/>
                          </a:cubicBezTo>
                          <a:cubicBezTo>
                            <a:pt x="261" y="201"/>
                            <a:pt x="249" y="197"/>
                            <a:pt x="237" y="193"/>
                          </a:cubicBezTo>
                          <a:cubicBezTo>
                            <a:pt x="225" y="189"/>
                            <a:pt x="216" y="187"/>
                            <a:pt x="205" y="182"/>
                          </a:cubicBezTo>
                          <a:cubicBezTo>
                            <a:pt x="194" y="176"/>
                            <a:pt x="182" y="168"/>
                            <a:pt x="171" y="161"/>
                          </a:cubicBezTo>
                          <a:cubicBezTo>
                            <a:pt x="160" y="155"/>
                            <a:pt x="151" y="150"/>
                            <a:pt x="141" y="143"/>
                          </a:cubicBezTo>
                          <a:cubicBezTo>
                            <a:pt x="131" y="136"/>
                            <a:pt x="124" y="128"/>
                            <a:pt x="113" y="118"/>
                          </a:cubicBezTo>
                          <a:cubicBezTo>
                            <a:pt x="102" y="108"/>
                            <a:pt x="89" y="97"/>
                            <a:pt x="77" y="85"/>
                          </a:cubicBezTo>
                          <a:cubicBezTo>
                            <a:pt x="65" y="73"/>
                            <a:pt x="54" y="57"/>
                            <a:pt x="41" y="43"/>
                          </a:cubicBezTo>
                          <a:cubicBezTo>
                            <a:pt x="28" y="29"/>
                            <a:pt x="9" y="9"/>
                            <a:pt x="0" y="0"/>
                          </a:cubicBezTo>
                        </a:path>
                      </a:pathLst>
                    </a:custGeom>
                    <a:noFill/>
                    <a:ln w="38100" cap="flat" cmpd="sng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70" name="Freeform 52">
                      <a:extLst>
                        <a:ext uri="{FF2B5EF4-FFF2-40B4-BE49-F238E27FC236}">
                          <a16:creationId xmlns:a16="http://schemas.microsoft.com/office/drawing/2014/main" id="{B07E2067-0E8F-BC1C-CEF2-0DAAD6726C6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>
                      <a:off x="2939" y="2570"/>
                      <a:ext cx="693" cy="90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904"/>
                        </a:cxn>
                        <a:cxn ang="0">
                          <a:pos x="44" y="844"/>
                        </a:cxn>
                        <a:cxn ang="0">
                          <a:pos x="108" y="742"/>
                        </a:cxn>
                        <a:cxn ang="0">
                          <a:pos x="177" y="627"/>
                        </a:cxn>
                        <a:cxn ang="0">
                          <a:pos x="240" y="515"/>
                        </a:cxn>
                        <a:cxn ang="0">
                          <a:pos x="323" y="365"/>
                        </a:cxn>
                        <a:cxn ang="0">
                          <a:pos x="390" y="258"/>
                        </a:cxn>
                        <a:cxn ang="0">
                          <a:pos x="441" y="180"/>
                        </a:cxn>
                        <a:cxn ang="0">
                          <a:pos x="506" y="109"/>
                        </a:cxn>
                        <a:cxn ang="0">
                          <a:pos x="576" y="50"/>
                        </a:cxn>
                        <a:cxn ang="0">
                          <a:pos x="626" y="16"/>
                        </a:cxn>
                        <a:cxn ang="0">
                          <a:pos x="693" y="0"/>
                        </a:cxn>
                      </a:cxnLst>
                      <a:rect l="0" t="0" r="r" b="b"/>
                      <a:pathLst>
                        <a:path w="693" h="904">
                          <a:moveTo>
                            <a:pt x="0" y="904"/>
                          </a:moveTo>
                          <a:cubicBezTo>
                            <a:pt x="12" y="888"/>
                            <a:pt x="26" y="871"/>
                            <a:pt x="44" y="844"/>
                          </a:cubicBezTo>
                          <a:cubicBezTo>
                            <a:pt x="62" y="817"/>
                            <a:pt x="86" y="778"/>
                            <a:pt x="108" y="742"/>
                          </a:cubicBezTo>
                          <a:cubicBezTo>
                            <a:pt x="130" y="706"/>
                            <a:pt x="155" y="665"/>
                            <a:pt x="177" y="627"/>
                          </a:cubicBezTo>
                          <a:cubicBezTo>
                            <a:pt x="199" y="589"/>
                            <a:pt x="216" y="559"/>
                            <a:pt x="240" y="515"/>
                          </a:cubicBezTo>
                          <a:cubicBezTo>
                            <a:pt x="264" y="472"/>
                            <a:pt x="298" y="408"/>
                            <a:pt x="323" y="365"/>
                          </a:cubicBezTo>
                          <a:cubicBezTo>
                            <a:pt x="348" y="322"/>
                            <a:pt x="370" y="289"/>
                            <a:pt x="390" y="258"/>
                          </a:cubicBezTo>
                          <a:cubicBezTo>
                            <a:pt x="410" y="227"/>
                            <a:pt x="422" y="205"/>
                            <a:pt x="441" y="180"/>
                          </a:cubicBezTo>
                          <a:cubicBezTo>
                            <a:pt x="460" y="155"/>
                            <a:pt x="483" y="131"/>
                            <a:pt x="506" y="109"/>
                          </a:cubicBezTo>
                          <a:cubicBezTo>
                            <a:pt x="529" y="87"/>
                            <a:pt x="556" y="65"/>
                            <a:pt x="576" y="50"/>
                          </a:cubicBezTo>
                          <a:cubicBezTo>
                            <a:pt x="596" y="34"/>
                            <a:pt x="606" y="24"/>
                            <a:pt x="626" y="16"/>
                          </a:cubicBezTo>
                          <a:cubicBezTo>
                            <a:pt x="646" y="8"/>
                            <a:pt x="679" y="3"/>
                            <a:pt x="693" y="0"/>
                          </a:cubicBezTo>
                        </a:path>
                      </a:pathLst>
                    </a:custGeom>
                    <a:noFill/>
                    <a:ln w="38100" cap="flat" cmpd="sng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71" name="Freeform 53">
                      <a:extLst>
                        <a:ext uri="{FF2B5EF4-FFF2-40B4-BE49-F238E27FC236}">
                          <a16:creationId xmlns:a16="http://schemas.microsoft.com/office/drawing/2014/main" id="{5D0FDD91-9F07-3CD8-D823-18FD54BBD9B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331" y="3358"/>
                      <a:ext cx="826" cy="169"/>
                    </a:xfrm>
                    <a:custGeom>
                      <a:avLst/>
                      <a:gdLst/>
                      <a:ahLst/>
                      <a:cxnLst>
                        <a:cxn ang="0">
                          <a:pos x="826" y="169"/>
                        </a:cxn>
                        <a:cxn ang="0">
                          <a:pos x="795" y="161"/>
                        </a:cxn>
                        <a:cxn ang="0">
                          <a:pos x="750" y="143"/>
                        </a:cxn>
                        <a:cxn ang="0">
                          <a:pos x="718" y="131"/>
                        </a:cxn>
                        <a:cxn ang="0">
                          <a:pos x="699" y="124"/>
                        </a:cxn>
                        <a:cxn ang="0">
                          <a:pos x="678" y="110"/>
                        </a:cxn>
                        <a:cxn ang="0">
                          <a:pos x="642" y="95"/>
                        </a:cxn>
                        <a:cxn ang="0">
                          <a:pos x="608" y="80"/>
                        </a:cxn>
                        <a:cxn ang="0">
                          <a:pos x="564" y="62"/>
                        </a:cxn>
                        <a:cxn ang="0">
                          <a:pos x="524" y="44"/>
                        </a:cxn>
                        <a:cxn ang="0">
                          <a:pos x="486" y="30"/>
                        </a:cxn>
                        <a:cxn ang="0">
                          <a:pos x="450" y="21"/>
                        </a:cxn>
                        <a:cxn ang="0">
                          <a:pos x="422" y="14"/>
                        </a:cxn>
                        <a:cxn ang="0">
                          <a:pos x="386" y="6"/>
                        </a:cxn>
                        <a:cxn ang="0">
                          <a:pos x="348" y="2"/>
                        </a:cxn>
                        <a:cxn ang="0">
                          <a:pos x="322" y="0"/>
                        </a:cxn>
                        <a:cxn ang="0">
                          <a:pos x="278" y="2"/>
                        </a:cxn>
                        <a:cxn ang="0">
                          <a:pos x="230" y="10"/>
                        </a:cxn>
                        <a:cxn ang="0">
                          <a:pos x="192" y="20"/>
                        </a:cxn>
                        <a:cxn ang="0">
                          <a:pos x="156" y="32"/>
                        </a:cxn>
                        <a:cxn ang="0">
                          <a:pos x="122" y="47"/>
                        </a:cxn>
                        <a:cxn ang="0">
                          <a:pos x="88" y="65"/>
                        </a:cxn>
                        <a:cxn ang="0">
                          <a:pos x="56" y="81"/>
                        </a:cxn>
                        <a:cxn ang="0">
                          <a:pos x="24" y="101"/>
                        </a:cxn>
                        <a:cxn ang="0">
                          <a:pos x="0" y="118"/>
                        </a:cxn>
                      </a:cxnLst>
                      <a:rect l="0" t="0" r="r" b="b"/>
                      <a:pathLst>
                        <a:path w="826" h="169">
                          <a:moveTo>
                            <a:pt x="826" y="169"/>
                          </a:moveTo>
                          <a:cubicBezTo>
                            <a:pt x="821" y="168"/>
                            <a:pt x="808" y="165"/>
                            <a:pt x="795" y="161"/>
                          </a:cubicBezTo>
                          <a:cubicBezTo>
                            <a:pt x="782" y="157"/>
                            <a:pt x="763" y="148"/>
                            <a:pt x="750" y="143"/>
                          </a:cubicBezTo>
                          <a:cubicBezTo>
                            <a:pt x="737" y="138"/>
                            <a:pt x="726" y="134"/>
                            <a:pt x="718" y="131"/>
                          </a:cubicBezTo>
                          <a:cubicBezTo>
                            <a:pt x="710" y="128"/>
                            <a:pt x="706" y="128"/>
                            <a:pt x="699" y="124"/>
                          </a:cubicBezTo>
                          <a:cubicBezTo>
                            <a:pt x="692" y="120"/>
                            <a:pt x="687" y="115"/>
                            <a:pt x="678" y="110"/>
                          </a:cubicBezTo>
                          <a:cubicBezTo>
                            <a:pt x="669" y="105"/>
                            <a:pt x="654" y="100"/>
                            <a:pt x="642" y="95"/>
                          </a:cubicBezTo>
                          <a:cubicBezTo>
                            <a:pt x="630" y="90"/>
                            <a:pt x="621" y="85"/>
                            <a:pt x="608" y="80"/>
                          </a:cubicBezTo>
                          <a:cubicBezTo>
                            <a:pt x="595" y="74"/>
                            <a:pt x="578" y="69"/>
                            <a:pt x="564" y="62"/>
                          </a:cubicBezTo>
                          <a:cubicBezTo>
                            <a:pt x="550" y="56"/>
                            <a:pt x="537" y="49"/>
                            <a:pt x="524" y="44"/>
                          </a:cubicBezTo>
                          <a:cubicBezTo>
                            <a:pt x="511" y="38"/>
                            <a:pt x="498" y="34"/>
                            <a:pt x="486" y="30"/>
                          </a:cubicBezTo>
                          <a:cubicBezTo>
                            <a:pt x="474" y="27"/>
                            <a:pt x="461" y="23"/>
                            <a:pt x="450" y="21"/>
                          </a:cubicBezTo>
                          <a:cubicBezTo>
                            <a:pt x="439" y="18"/>
                            <a:pt x="433" y="16"/>
                            <a:pt x="422" y="14"/>
                          </a:cubicBezTo>
                          <a:cubicBezTo>
                            <a:pt x="411" y="12"/>
                            <a:pt x="398" y="8"/>
                            <a:pt x="386" y="6"/>
                          </a:cubicBezTo>
                          <a:cubicBezTo>
                            <a:pt x="374" y="4"/>
                            <a:pt x="359" y="3"/>
                            <a:pt x="348" y="2"/>
                          </a:cubicBezTo>
                          <a:cubicBezTo>
                            <a:pt x="337" y="2"/>
                            <a:pt x="334" y="0"/>
                            <a:pt x="322" y="0"/>
                          </a:cubicBezTo>
                          <a:cubicBezTo>
                            <a:pt x="310" y="0"/>
                            <a:pt x="293" y="1"/>
                            <a:pt x="278" y="2"/>
                          </a:cubicBezTo>
                          <a:cubicBezTo>
                            <a:pt x="263" y="4"/>
                            <a:pt x="244" y="7"/>
                            <a:pt x="230" y="10"/>
                          </a:cubicBezTo>
                          <a:cubicBezTo>
                            <a:pt x="216" y="13"/>
                            <a:pt x="204" y="16"/>
                            <a:pt x="192" y="20"/>
                          </a:cubicBezTo>
                          <a:cubicBezTo>
                            <a:pt x="180" y="23"/>
                            <a:pt x="168" y="28"/>
                            <a:pt x="156" y="32"/>
                          </a:cubicBezTo>
                          <a:cubicBezTo>
                            <a:pt x="144" y="37"/>
                            <a:pt x="133" y="42"/>
                            <a:pt x="122" y="47"/>
                          </a:cubicBezTo>
                          <a:cubicBezTo>
                            <a:pt x="111" y="52"/>
                            <a:pt x="99" y="59"/>
                            <a:pt x="88" y="65"/>
                          </a:cubicBezTo>
                          <a:cubicBezTo>
                            <a:pt x="77" y="71"/>
                            <a:pt x="67" y="75"/>
                            <a:pt x="56" y="81"/>
                          </a:cubicBezTo>
                          <a:cubicBezTo>
                            <a:pt x="45" y="88"/>
                            <a:pt x="33" y="95"/>
                            <a:pt x="24" y="101"/>
                          </a:cubicBezTo>
                          <a:cubicBezTo>
                            <a:pt x="15" y="107"/>
                            <a:pt x="8" y="112"/>
                            <a:pt x="0" y="118"/>
                          </a:cubicBezTo>
                        </a:path>
                      </a:pathLst>
                    </a:custGeom>
                    <a:noFill/>
                    <a:ln w="38100" cap="flat" cmpd="sng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pt-BR"/>
                    </a:p>
                  </p:txBody>
                </p:sp>
              </p:grpSp>
            </p:grpSp>
            <p:grpSp>
              <p:nvGrpSpPr>
                <p:cNvPr id="61" name="Group 47">
                  <a:extLst>
                    <a:ext uri="{FF2B5EF4-FFF2-40B4-BE49-F238E27FC236}">
                      <a16:creationId xmlns:a16="http://schemas.microsoft.com/office/drawing/2014/main" id="{B61E4572-5676-8862-D932-002E9157CA7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83" y="2517"/>
                  <a:ext cx="2275" cy="1158"/>
                  <a:chOff x="2883" y="2517"/>
                  <a:chExt cx="2275" cy="1158"/>
                </a:xfrm>
              </p:grpSpPr>
              <p:sp>
                <p:nvSpPr>
                  <p:cNvPr id="62" name="Freeform 42">
                    <a:extLst>
                      <a:ext uri="{FF2B5EF4-FFF2-40B4-BE49-F238E27FC236}">
                        <a16:creationId xmlns:a16="http://schemas.microsoft.com/office/drawing/2014/main" id="{6914B50E-3069-7031-BA41-2BEBDBD2990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83" y="2517"/>
                    <a:ext cx="2275" cy="1158"/>
                  </a:xfrm>
                  <a:custGeom>
                    <a:avLst/>
                    <a:gdLst/>
                    <a:ahLst/>
                    <a:cxnLst>
                      <a:cxn ang="0">
                        <a:pos x="57" y="959"/>
                      </a:cxn>
                      <a:cxn ang="0">
                        <a:pos x="53" y="887"/>
                      </a:cxn>
                      <a:cxn ang="0">
                        <a:pos x="57" y="139"/>
                      </a:cxn>
                      <a:cxn ang="0">
                        <a:pos x="57" y="55"/>
                      </a:cxn>
                      <a:cxn ang="0">
                        <a:pos x="97" y="59"/>
                      </a:cxn>
                      <a:cxn ang="0">
                        <a:pos x="149" y="87"/>
                      </a:cxn>
                      <a:cxn ang="0">
                        <a:pos x="241" y="163"/>
                      </a:cxn>
                      <a:cxn ang="0">
                        <a:pos x="309" y="243"/>
                      </a:cxn>
                      <a:cxn ang="0">
                        <a:pos x="381" y="355"/>
                      </a:cxn>
                      <a:cxn ang="0">
                        <a:pos x="457" y="479"/>
                      </a:cxn>
                      <a:cxn ang="0">
                        <a:pos x="553" y="651"/>
                      </a:cxn>
                      <a:cxn ang="0">
                        <a:pos x="617" y="755"/>
                      </a:cxn>
                      <a:cxn ang="0">
                        <a:pos x="697" y="887"/>
                      </a:cxn>
                      <a:cxn ang="0">
                        <a:pos x="761" y="967"/>
                      </a:cxn>
                      <a:cxn ang="0">
                        <a:pos x="809" y="1015"/>
                      </a:cxn>
                      <a:cxn ang="0">
                        <a:pos x="861" y="1083"/>
                      </a:cxn>
                      <a:cxn ang="0">
                        <a:pos x="949" y="1135"/>
                      </a:cxn>
                      <a:cxn ang="0">
                        <a:pos x="1049" y="1155"/>
                      </a:cxn>
                      <a:cxn ang="0">
                        <a:pos x="1113" y="1151"/>
                      </a:cxn>
                      <a:cxn ang="0">
                        <a:pos x="1189" y="1127"/>
                      </a:cxn>
                      <a:cxn ang="0">
                        <a:pos x="1273" y="1079"/>
                      </a:cxn>
                      <a:cxn ang="0">
                        <a:pos x="1345" y="1031"/>
                      </a:cxn>
                      <a:cxn ang="0">
                        <a:pos x="1397" y="983"/>
                      </a:cxn>
                      <a:cxn ang="0">
                        <a:pos x="1457" y="951"/>
                      </a:cxn>
                      <a:cxn ang="0">
                        <a:pos x="1517" y="903"/>
                      </a:cxn>
                      <a:cxn ang="0">
                        <a:pos x="1597" y="875"/>
                      </a:cxn>
                      <a:cxn ang="0">
                        <a:pos x="1685" y="855"/>
                      </a:cxn>
                      <a:cxn ang="0">
                        <a:pos x="1765" y="839"/>
                      </a:cxn>
                      <a:cxn ang="0">
                        <a:pos x="1869" y="855"/>
                      </a:cxn>
                      <a:cxn ang="0">
                        <a:pos x="1957" y="879"/>
                      </a:cxn>
                      <a:cxn ang="0">
                        <a:pos x="2049" y="915"/>
                      </a:cxn>
                      <a:cxn ang="0">
                        <a:pos x="2109" y="947"/>
                      </a:cxn>
                      <a:cxn ang="0">
                        <a:pos x="2213" y="991"/>
                      </a:cxn>
                      <a:cxn ang="0">
                        <a:pos x="2261" y="1011"/>
                      </a:cxn>
                      <a:cxn ang="0">
                        <a:pos x="2273" y="971"/>
                      </a:cxn>
                      <a:cxn ang="0">
                        <a:pos x="2249" y="959"/>
                      </a:cxn>
                      <a:cxn ang="0">
                        <a:pos x="2217" y="959"/>
                      </a:cxn>
                      <a:cxn ang="0">
                        <a:pos x="2137" y="963"/>
                      </a:cxn>
                      <a:cxn ang="0">
                        <a:pos x="1757" y="955"/>
                      </a:cxn>
                      <a:cxn ang="0">
                        <a:pos x="1189" y="963"/>
                      </a:cxn>
                      <a:cxn ang="0">
                        <a:pos x="393" y="963"/>
                      </a:cxn>
                      <a:cxn ang="0">
                        <a:pos x="57" y="959"/>
                      </a:cxn>
                    </a:cxnLst>
                    <a:rect l="0" t="0" r="r" b="b"/>
                    <a:pathLst>
                      <a:path w="2275" h="1158">
                        <a:moveTo>
                          <a:pt x="57" y="959"/>
                        </a:moveTo>
                        <a:cubicBezTo>
                          <a:pt x="0" y="946"/>
                          <a:pt x="53" y="1024"/>
                          <a:pt x="53" y="887"/>
                        </a:cubicBezTo>
                        <a:cubicBezTo>
                          <a:pt x="53" y="750"/>
                          <a:pt x="56" y="278"/>
                          <a:pt x="57" y="139"/>
                        </a:cubicBezTo>
                        <a:cubicBezTo>
                          <a:pt x="58" y="0"/>
                          <a:pt x="50" y="68"/>
                          <a:pt x="57" y="55"/>
                        </a:cubicBezTo>
                        <a:cubicBezTo>
                          <a:pt x="64" y="42"/>
                          <a:pt x="82" y="54"/>
                          <a:pt x="97" y="59"/>
                        </a:cubicBezTo>
                        <a:cubicBezTo>
                          <a:pt x="112" y="64"/>
                          <a:pt x="125" y="70"/>
                          <a:pt x="149" y="87"/>
                        </a:cubicBezTo>
                        <a:cubicBezTo>
                          <a:pt x="173" y="104"/>
                          <a:pt x="214" y="137"/>
                          <a:pt x="241" y="163"/>
                        </a:cubicBezTo>
                        <a:cubicBezTo>
                          <a:pt x="268" y="189"/>
                          <a:pt x="286" y="211"/>
                          <a:pt x="309" y="243"/>
                        </a:cubicBezTo>
                        <a:cubicBezTo>
                          <a:pt x="332" y="275"/>
                          <a:pt x="356" y="316"/>
                          <a:pt x="381" y="355"/>
                        </a:cubicBezTo>
                        <a:cubicBezTo>
                          <a:pt x="406" y="394"/>
                          <a:pt x="428" y="430"/>
                          <a:pt x="457" y="479"/>
                        </a:cubicBezTo>
                        <a:cubicBezTo>
                          <a:pt x="486" y="528"/>
                          <a:pt x="526" y="605"/>
                          <a:pt x="553" y="651"/>
                        </a:cubicBezTo>
                        <a:cubicBezTo>
                          <a:pt x="580" y="697"/>
                          <a:pt x="593" y="716"/>
                          <a:pt x="617" y="755"/>
                        </a:cubicBezTo>
                        <a:cubicBezTo>
                          <a:pt x="641" y="794"/>
                          <a:pt x="673" y="852"/>
                          <a:pt x="697" y="887"/>
                        </a:cubicBezTo>
                        <a:cubicBezTo>
                          <a:pt x="721" y="922"/>
                          <a:pt x="742" y="946"/>
                          <a:pt x="761" y="967"/>
                        </a:cubicBezTo>
                        <a:cubicBezTo>
                          <a:pt x="780" y="988"/>
                          <a:pt x="792" y="996"/>
                          <a:pt x="809" y="1015"/>
                        </a:cubicBezTo>
                        <a:cubicBezTo>
                          <a:pt x="826" y="1034"/>
                          <a:pt x="838" y="1063"/>
                          <a:pt x="861" y="1083"/>
                        </a:cubicBezTo>
                        <a:cubicBezTo>
                          <a:pt x="884" y="1103"/>
                          <a:pt x="918" y="1123"/>
                          <a:pt x="949" y="1135"/>
                        </a:cubicBezTo>
                        <a:cubicBezTo>
                          <a:pt x="980" y="1147"/>
                          <a:pt x="1022" y="1152"/>
                          <a:pt x="1049" y="1155"/>
                        </a:cubicBezTo>
                        <a:cubicBezTo>
                          <a:pt x="1076" y="1158"/>
                          <a:pt x="1090" y="1156"/>
                          <a:pt x="1113" y="1151"/>
                        </a:cubicBezTo>
                        <a:cubicBezTo>
                          <a:pt x="1136" y="1146"/>
                          <a:pt x="1162" y="1139"/>
                          <a:pt x="1189" y="1127"/>
                        </a:cubicBezTo>
                        <a:cubicBezTo>
                          <a:pt x="1216" y="1115"/>
                          <a:pt x="1247" y="1095"/>
                          <a:pt x="1273" y="1079"/>
                        </a:cubicBezTo>
                        <a:cubicBezTo>
                          <a:pt x="1299" y="1063"/>
                          <a:pt x="1324" y="1047"/>
                          <a:pt x="1345" y="1031"/>
                        </a:cubicBezTo>
                        <a:cubicBezTo>
                          <a:pt x="1366" y="1015"/>
                          <a:pt x="1378" y="996"/>
                          <a:pt x="1397" y="983"/>
                        </a:cubicBezTo>
                        <a:cubicBezTo>
                          <a:pt x="1416" y="970"/>
                          <a:pt x="1437" y="964"/>
                          <a:pt x="1457" y="951"/>
                        </a:cubicBezTo>
                        <a:cubicBezTo>
                          <a:pt x="1477" y="938"/>
                          <a:pt x="1494" y="916"/>
                          <a:pt x="1517" y="903"/>
                        </a:cubicBezTo>
                        <a:cubicBezTo>
                          <a:pt x="1540" y="890"/>
                          <a:pt x="1569" y="883"/>
                          <a:pt x="1597" y="875"/>
                        </a:cubicBezTo>
                        <a:cubicBezTo>
                          <a:pt x="1625" y="867"/>
                          <a:pt x="1657" y="861"/>
                          <a:pt x="1685" y="855"/>
                        </a:cubicBezTo>
                        <a:cubicBezTo>
                          <a:pt x="1713" y="849"/>
                          <a:pt x="1734" y="839"/>
                          <a:pt x="1765" y="839"/>
                        </a:cubicBezTo>
                        <a:cubicBezTo>
                          <a:pt x="1796" y="839"/>
                          <a:pt x="1837" y="848"/>
                          <a:pt x="1869" y="855"/>
                        </a:cubicBezTo>
                        <a:cubicBezTo>
                          <a:pt x="1901" y="862"/>
                          <a:pt x="1927" y="869"/>
                          <a:pt x="1957" y="879"/>
                        </a:cubicBezTo>
                        <a:cubicBezTo>
                          <a:pt x="1987" y="889"/>
                          <a:pt x="2024" y="904"/>
                          <a:pt x="2049" y="915"/>
                        </a:cubicBezTo>
                        <a:cubicBezTo>
                          <a:pt x="2074" y="926"/>
                          <a:pt x="2082" y="934"/>
                          <a:pt x="2109" y="947"/>
                        </a:cubicBezTo>
                        <a:cubicBezTo>
                          <a:pt x="2136" y="960"/>
                          <a:pt x="2188" y="980"/>
                          <a:pt x="2213" y="991"/>
                        </a:cubicBezTo>
                        <a:cubicBezTo>
                          <a:pt x="2238" y="1002"/>
                          <a:pt x="2251" y="1014"/>
                          <a:pt x="2261" y="1011"/>
                        </a:cubicBezTo>
                        <a:cubicBezTo>
                          <a:pt x="2271" y="1008"/>
                          <a:pt x="2275" y="980"/>
                          <a:pt x="2273" y="971"/>
                        </a:cubicBezTo>
                        <a:cubicBezTo>
                          <a:pt x="2271" y="962"/>
                          <a:pt x="2258" y="961"/>
                          <a:pt x="2249" y="959"/>
                        </a:cubicBezTo>
                        <a:cubicBezTo>
                          <a:pt x="2240" y="957"/>
                          <a:pt x="2236" y="958"/>
                          <a:pt x="2217" y="959"/>
                        </a:cubicBezTo>
                        <a:cubicBezTo>
                          <a:pt x="2198" y="960"/>
                          <a:pt x="2214" y="964"/>
                          <a:pt x="2137" y="963"/>
                        </a:cubicBezTo>
                        <a:cubicBezTo>
                          <a:pt x="2060" y="962"/>
                          <a:pt x="1915" y="955"/>
                          <a:pt x="1757" y="955"/>
                        </a:cubicBezTo>
                        <a:cubicBezTo>
                          <a:pt x="1599" y="955"/>
                          <a:pt x="1416" y="962"/>
                          <a:pt x="1189" y="963"/>
                        </a:cubicBezTo>
                        <a:cubicBezTo>
                          <a:pt x="962" y="964"/>
                          <a:pt x="582" y="963"/>
                          <a:pt x="393" y="963"/>
                        </a:cubicBezTo>
                        <a:cubicBezTo>
                          <a:pt x="204" y="963"/>
                          <a:pt x="114" y="972"/>
                          <a:pt x="57" y="959"/>
                        </a:cubicBezTo>
                        <a:close/>
                      </a:path>
                    </a:pathLst>
                  </a:custGeom>
                  <a:solidFill>
                    <a:srgbClr val="CCFFCC"/>
                  </a:soli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pt-BR"/>
                  </a:p>
                </p:txBody>
              </p:sp>
              <p:grpSp>
                <p:nvGrpSpPr>
                  <p:cNvPr id="63" name="Group 41">
                    <a:extLst>
                      <a:ext uri="{FF2B5EF4-FFF2-40B4-BE49-F238E27FC236}">
                        <a16:creationId xmlns:a16="http://schemas.microsoft.com/office/drawing/2014/main" id="{B711DCCF-DDAE-94FA-7437-A1DADA15A90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39" y="2570"/>
                    <a:ext cx="2218" cy="1103"/>
                    <a:chOff x="2939" y="2570"/>
                    <a:chExt cx="2218" cy="1103"/>
                  </a:xfrm>
                </p:grpSpPr>
                <p:sp>
                  <p:nvSpPr>
                    <p:cNvPr id="64" name="Freeform 33">
                      <a:extLst>
                        <a:ext uri="{FF2B5EF4-FFF2-40B4-BE49-F238E27FC236}">
                          <a16:creationId xmlns:a16="http://schemas.microsoft.com/office/drawing/2014/main" id="{E501C051-038E-D0E8-37FA-43A55573FBE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26" y="3468"/>
                      <a:ext cx="705" cy="205"/>
                    </a:xfrm>
                    <a:custGeom>
                      <a:avLst/>
                      <a:gdLst/>
                      <a:ahLst/>
                      <a:cxnLst>
                        <a:cxn ang="0">
                          <a:pos x="705" y="7"/>
                        </a:cxn>
                        <a:cxn ang="0">
                          <a:pos x="685" y="21"/>
                        </a:cxn>
                        <a:cxn ang="0">
                          <a:pos x="657" y="40"/>
                        </a:cxn>
                        <a:cxn ang="0">
                          <a:pos x="625" y="63"/>
                        </a:cxn>
                        <a:cxn ang="0">
                          <a:pos x="589" y="86"/>
                        </a:cxn>
                        <a:cxn ang="0">
                          <a:pos x="557" y="110"/>
                        </a:cxn>
                        <a:cxn ang="0">
                          <a:pos x="525" y="129"/>
                        </a:cxn>
                        <a:cxn ang="0">
                          <a:pos x="487" y="150"/>
                        </a:cxn>
                        <a:cxn ang="0">
                          <a:pos x="441" y="175"/>
                        </a:cxn>
                        <a:cxn ang="0">
                          <a:pos x="397" y="191"/>
                        </a:cxn>
                        <a:cxn ang="0">
                          <a:pos x="357" y="200"/>
                        </a:cxn>
                        <a:cxn ang="0">
                          <a:pos x="319" y="205"/>
                        </a:cxn>
                        <a:cxn ang="0">
                          <a:pos x="275" y="203"/>
                        </a:cxn>
                        <a:cxn ang="0">
                          <a:pos x="237" y="193"/>
                        </a:cxn>
                        <a:cxn ang="0">
                          <a:pos x="205" y="182"/>
                        </a:cxn>
                        <a:cxn ang="0">
                          <a:pos x="171" y="161"/>
                        </a:cxn>
                        <a:cxn ang="0">
                          <a:pos x="141" y="143"/>
                        </a:cxn>
                        <a:cxn ang="0">
                          <a:pos x="113" y="118"/>
                        </a:cxn>
                        <a:cxn ang="0">
                          <a:pos x="77" y="85"/>
                        </a:cxn>
                        <a:cxn ang="0">
                          <a:pos x="41" y="43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705" h="205">
                          <a:moveTo>
                            <a:pt x="705" y="7"/>
                          </a:moveTo>
                          <a:cubicBezTo>
                            <a:pt x="699" y="12"/>
                            <a:pt x="693" y="16"/>
                            <a:pt x="685" y="21"/>
                          </a:cubicBezTo>
                          <a:cubicBezTo>
                            <a:pt x="677" y="26"/>
                            <a:pt x="667" y="33"/>
                            <a:pt x="657" y="40"/>
                          </a:cubicBezTo>
                          <a:cubicBezTo>
                            <a:pt x="647" y="47"/>
                            <a:pt x="636" y="55"/>
                            <a:pt x="625" y="63"/>
                          </a:cubicBezTo>
                          <a:cubicBezTo>
                            <a:pt x="614" y="71"/>
                            <a:pt x="600" y="78"/>
                            <a:pt x="589" y="86"/>
                          </a:cubicBezTo>
                          <a:cubicBezTo>
                            <a:pt x="578" y="93"/>
                            <a:pt x="568" y="103"/>
                            <a:pt x="557" y="110"/>
                          </a:cubicBezTo>
                          <a:cubicBezTo>
                            <a:pt x="546" y="118"/>
                            <a:pt x="537" y="123"/>
                            <a:pt x="525" y="129"/>
                          </a:cubicBezTo>
                          <a:cubicBezTo>
                            <a:pt x="513" y="136"/>
                            <a:pt x="501" y="143"/>
                            <a:pt x="487" y="150"/>
                          </a:cubicBezTo>
                          <a:cubicBezTo>
                            <a:pt x="473" y="158"/>
                            <a:pt x="456" y="169"/>
                            <a:pt x="441" y="175"/>
                          </a:cubicBezTo>
                          <a:cubicBezTo>
                            <a:pt x="426" y="182"/>
                            <a:pt x="411" y="187"/>
                            <a:pt x="397" y="191"/>
                          </a:cubicBezTo>
                          <a:cubicBezTo>
                            <a:pt x="383" y="195"/>
                            <a:pt x="370" y="198"/>
                            <a:pt x="357" y="200"/>
                          </a:cubicBezTo>
                          <a:cubicBezTo>
                            <a:pt x="344" y="203"/>
                            <a:pt x="333" y="204"/>
                            <a:pt x="319" y="205"/>
                          </a:cubicBezTo>
                          <a:cubicBezTo>
                            <a:pt x="305" y="205"/>
                            <a:pt x="289" y="205"/>
                            <a:pt x="275" y="203"/>
                          </a:cubicBezTo>
                          <a:cubicBezTo>
                            <a:pt x="261" y="201"/>
                            <a:pt x="249" y="197"/>
                            <a:pt x="237" y="193"/>
                          </a:cubicBezTo>
                          <a:cubicBezTo>
                            <a:pt x="225" y="189"/>
                            <a:pt x="216" y="187"/>
                            <a:pt x="205" y="182"/>
                          </a:cubicBezTo>
                          <a:cubicBezTo>
                            <a:pt x="194" y="176"/>
                            <a:pt x="182" y="168"/>
                            <a:pt x="171" y="161"/>
                          </a:cubicBezTo>
                          <a:cubicBezTo>
                            <a:pt x="160" y="155"/>
                            <a:pt x="151" y="150"/>
                            <a:pt x="141" y="143"/>
                          </a:cubicBezTo>
                          <a:cubicBezTo>
                            <a:pt x="131" y="136"/>
                            <a:pt x="124" y="128"/>
                            <a:pt x="113" y="118"/>
                          </a:cubicBezTo>
                          <a:cubicBezTo>
                            <a:pt x="102" y="108"/>
                            <a:pt x="89" y="97"/>
                            <a:pt x="77" y="85"/>
                          </a:cubicBezTo>
                          <a:cubicBezTo>
                            <a:pt x="65" y="73"/>
                            <a:pt x="54" y="57"/>
                            <a:pt x="41" y="43"/>
                          </a:cubicBezTo>
                          <a:cubicBezTo>
                            <a:pt x="28" y="29"/>
                            <a:pt x="9" y="9"/>
                            <a:pt x="0" y="0"/>
                          </a:cubicBezTo>
                        </a:path>
                      </a:pathLst>
                    </a:custGeom>
                    <a:noFill/>
                    <a:ln w="38100" cap="flat" cmpd="sng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5" name="Freeform 36">
                      <a:extLst>
                        <a:ext uri="{FF2B5EF4-FFF2-40B4-BE49-F238E27FC236}">
                          <a16:creationId xmlns:a16="http://schemas.microsoft.com/office/drawing/2014/main" id="{1CCEE5C1-7E5D-27F3-C939-2BBE8AF6F15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>
                      <a:off x="2939" y="2570"/>
                      <a:ext cx="693" cy="90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904"/>
                        </a:cxn>
                        <a:cxn ang="0">
                          <a:pos x="44" y="844"/>
                        </a:cxn>
                        <a:cxn ang="0">
                          <a:pos x="108" y="742"/>
                        </a:cxn>
                        <a:cxn ang="0">
                          <a:pos x="177" y="627"/>
                        </a:cxn>
                        <a:cxn ang="0">
                          <a:pos x="240" y="515"/>
                        </a:cxn>
                        <a:cxn ang="0">
                          <a:pos x="323" y="365"/>
                        </a:cxn>
                        <a:cxn ang="0">
                          <a:pos x="390" y="258"/>
                        </a:cxn>
                        <a:cxn ang="0">
                          <a:pos x="441" y="180"/>
                        </a:cxn>
                        <a:cxn ang="0">
                          <a:pos x="506" y="109"/>
                        </a:cxn>
                        <a:cxn ang="0">
                          <a:pos x="576" y="50"/>
                        </a:cxn>
                        <a:cxn ang="0">
                          <a:pos x="626" y="16"/>
                        </a:cxn>
                        <a:cxn ang="0">
                          <a:pos x="693" y="0"/>
                        </a:cxn>
                      </a:cxnLst>
                      <a:rect l="0" t="0" r="r" b="b"/>
                      <a:pathLst>
                        <a:path w="693" h="904">
                          <a:moveTo>
                            <a:pt x="0" y="904"/>
                          </a:moveTo>
                          <a:cubicBezTo>
                            <a:pt x="12" y="888"/>
                            <a:pt x="26" y="871"/>
                            <a:pt x="44" y="844"/>
                          </a:cubicBezTo>
                          <a:cubicBezTo>
                            <a:pt x="62" y="817"/>
                            <a:pt x="86" y="778"/>
                            <a:pt x="108" y="742"/>
                          </a:cubicBezTo>
                          <a:cubicBezTo>
                            <a:pt x="130" y="706"/>
                            <a:pt x="155" y="665"/>
                            <a:pt x="177" y="627"/>
                          </a:cubicBezTo>
                          <a:cubicBezTo>
                            <a:pt x="199" y="589"/>
                            <a:pt x="216" y="559"/>
                            <a:pt x="240" y="515"/>
                          </a:cubicBezTo>
                          <a:cubicBezTo>
                            <a:pt x="264" y="472"/>
                            <a:pt x="298" y="408"/>
                            <a:pt x="323" y="365"/>
                          </a:cubicBezTo>
                          <a:cubicBezTo>
                            <a:pt x="348" y="322"/>
                            <a:pt x="370" y="289"/>
                            <a:pt x="390" y="258"/>
                          </a:cubicBezTo>
                          <a:cubicBezTo>
                            <a:pt x="410" y="227"/>
                            <a:pt x="422" y="205"/>
                            <a:pt x="441" y="180"/>
                          </a:cubicBezTo>
                          <a:cubicBezTo>
                            <a:pt x="460" y="155"/>
                            <a:pt x="483" y="131"/>
                            <a:pt x="506" y="109"/>
                          </a:cubicBezTo>
                          <a:cubicBezTo>
                            <a:pt x="529" y="87"/>
                            <a:pt x="556" y="65"/>
                            <a:pt x="576" y="50"/>
                          </a:cubicBezTo>
                          <a:cubicBezTo>
                            <a:pt x="596" y="34"/>
                            <a:pt x="606" y="24"/>
                            <a:pt x="626" y="16"/>
                          </a:cubicBezTo>
                          <a:cubicBezTo>
                            <a:pt x="646" y="8"/>
                            <a:pt x="679" y="3"/>
                            <a:pt x="693" y="0"/>
                          </a:cubicBezTo>
                        </a:path>
                      </a:pathLst>
                    </a:custGeom>
                    <a:noFill/>
                    <a:ln w="38100" cap="flat" cmpd="sng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6" name="Freeform 32">
                      <a:extLst>
                        <a:ext uri="{FF2B5EF4-FFF2-40B4-BE49-F238E27FC236}">
                          <a16:creationId xmlns:a16="http://schemas.microsoft.com/office/drawing/2014/main" id="{61563762-08C6-C346-86E5-90F806D5884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331" y="3358"/>
                      <a:ext cx="826" cy="169"/>
                    </a:xfrm>
                    <a:custGeom>
                      <a:avLst/>
                      <a:gdLst/>
                      <a:ahLst/>
                      <a:cxnLst>
                        <a:cxn ang="0">
                          <a:pos x="826" y="169"/>
                        </a:cxn>
                        <a:cxn ang="0">
                          <a:pos x="795" y="161"/>
                        </a:cxn>
                        <a:cxn ang="0">
                          <a:pos x="750" y="143"/>
                        </a:cxn>
                        <a:cxn ang="0">
                          <a:pos x="718" y="131"/>
                        </a:cxn>
                        <a:cxn ang="0">
                          <a:pos x="699" y="124"/>
                        </a:cxn>
                        <a:cxn ang="0">
                          <a:pos x="678" y="110"/>
                        </a:cxn>
                        <a:cxn ang="0">
                          <a:pos x="642" y="95"/>
                        </a:cxn>
                        <a:cxn ang="0">
                          <a:pos x="608" y="80"/>
                        </a:cxn>
                        <a:cxn ang="0">
                          <a:pos x="564" y="62"/>
                        </a:cxn>
                        <a:cxn ang="0">
                          <a:pos x="524" y="44"/>
                        </a:cxn>
                        <a:cxn ang="0">
                          <a:pos x="486" y="30"/>
                        </a:cxn>
                        <a:cxn ang="0">
                          <a:pos x="450" y="21"/>
                        </a:cxn>
                        <a:cxn ang="0">
                          <a:pos x="422" y="14"/>
                        </a:cxn>
                        <a:cxn ang="0">
                          <a:pos x="386" y="6"/>
                        </a:cxn>
                        <a:cxn ang="0">
                          <a:pos x="348" y="2"/>
                        </a:cxn>
                        <a:cxn ang="0">
                          <a:pos x="322" y="0"/>
                        </a:cxn>
                        <a:cxn ang="0">
                          <a:pos x="278" y="2"/>
                        </a:cxn>
                        <a:cxn ang="0">
                          <a:pos x="230" y="10"/>
                        </a:cxn>
                        <a:cxn ang="0">
                          <a:pos x="192" y="20"/>
                        </a:cxn>
                        <a:cxn ang="0">
                          <a:pos x="156" y="32"/>
                        </a:cxn>
                        <a:cxn ang="0">
                          <a:pos x="122" y="47"/>
                        </a:cxn>
                        <a:cxn ang="0">
                          <a:pos x="88" y="65"/>
                        </a:cxn>
                        <a:cxn ang="0">
                          <a:pos x="56" y="81"/>
                        </a:cxn>
                        <a:cxn ang="0">
                          <a:pos x="24" y="101"/>
                        </a:cxn>
                        <a:cxn ang="0">
                          <a:pos x="0" y="118"/>
                        </a:cxn>
                      </a:cxnLst>
                      <a:rect l="0" t="0" r="r" b="b"/>
                      <a:pathLst>
                        <a:path w="826" h="169">
                          <a:moveTo>
                            <a:pt x="826" y="169"/>
                          </a:moveTo>
                          <a:cubicBezTo>
                            <a:pt x="821" y="168"/>
                            <a:pt x="808" y="165"/>
                            <a:pt x="795" y="161"/>
                          </a:cubicBezTo>
                          <a:cubicBezTo>
                            <a:pt x="782" y="157"/>
                            <a:pt x="763" y="148"/>
                            <a:pt x="750" y="143"/>
                          </a:cubicBezTo>
                          <a:cubicBezTo>
                            <a:pt x="737" y="138"/>
                            <a:pt x="726" y="134"/>
                            <a:pt x="718" y="131"/>
                          </a:cubicBezTo>
                          <a:cubicBezTo>
                            <a:pt x="710" y="128"/>
                            <a:pt x="706" y="128"/>
                            <a:pt x="699" y="124"/>
                          </a:cubicBezTo>
                          <a:cubicBezTo>
                            <a:pt x="692" y="120"/>
                            <a:pt x="687" y="115"/>
                            <a:pt x="678" y="110"/>
                          </a:cubicBezTo>
                          <a:cubicBezTo>
                            <a:pt x="669" y="105"/>
                            <a:pt x="654" y="100"/>
                            <a:pt x="642" y="95"/>
                          </a:cubicBezTo>
                          <a:cubicBezTo>
                            <a:pt x="630" y="90"/>
                            <a:pt x="621" y="85"/>
                            <a:pt x="608" y="80"/>
                          </a:cubicBezTo>
                          <a:cubicBezTo>
                            <a:pt x="595" y="74"/>
                            <a:pt x="578" y="69"/>
                            <a:pt x="564" y="62"/>
                          </a:cubicBezTo>
                          <a:cubicBezTo>
                            <a:pt x="550" y="56"/>
                            <a:pt x="537" y="49"/>
                            <a:pt x="524" y="44"/>
                          </a:cubicBezTo>
                          <a:cubicBezTo>
                            <a:pt x="511" y="38"/>
                            <a:pt x="498" y="34"/>
                            <a:pt x="486" y="30"/>
                          </a:cubicBezTo>
                          <a:cubicBezTo>
                            <a:pt x="474" y="27"/>
                            <a:pt x="461" y="23"/>
                            <a:pt x="450" y="21"/>
                          </a:cubicBezTo>
                          <a:cubicBezTo>
                            <a:pt x="439" y="18"/>
                            <a:pt x="433" y="16"/>
                            <a:pt x="422" y="14"/>
                          </a:cubicBezTo>
                          <a:cubicBezTo>
                            <a:pt x="411" y="12"/>
                            <a:pt x="398" y="8"/>
                            <a:pt x="386" y="6"/>
                          </a:cubicBezTo>
                          <a:cubicBezTo>
                            <a:pt x="374" y="4"/>
                            <a:pt x="359" y="3"/>
                            <a:pt x="348" y="2"/>
                          </a:cubicBezTo>
                          <a:cubicBezTo>
                            <a:pt x="337" y="2"/>
                            <a:pt x="334" y="0"/>
                            <a:pt x="322" y="0"/>
                          </a:cubicBezTo>
                          <a:cubicBezTo>
                            <a:pt x="310" y="0"/>
                            <a:pt x="293" y="1"/>
                            <a:pt x="278" y="2"/>
                          </a:cubicBezTo>
                          <a:cubicBezTo>
                            <a:pt x="263" y="4"/>
                            <a:pt x="244" y="7"/>
                            <a:pt x="230" y="10"/>
                          </a:cubicBezTo>
                          <a:cubicBezTo>
                            <a:pt x="216" y="13"/>
                            <a:pt x="204" y="16"/>
                            <a:pt x="192" y="20"/>
                          </a:cubicBezTo>
                          <a:cubicBezTo>
                            <a:pt x="180" y="23"/>
                            <a:pt x="168" y="28"/>
                            <a:pt x="156" y="32"/>
                          </a:cubicBezTo>
                          <a:cubicBezTo>
                            <a:pt x="144" y="37"/>
                            <a:pt x="133" y="42"/>
                            <a:pt x="122" y="47"/>
                          </a:cubicBezTo>
                          <a:cubicBezTo>
                            <a:pt x="111" y="52"/>
                            <a:pt x="99" y="59"/>
                            <a:pt x="88" y="65"/>
                          </a:cubicBezTo>
                          <a:cubicBezTo>
                            <a:pt x="77" y="71"/>
                            <a:pt x="67" y="75"/>
                            <a:pt x="56" y="81"/>
                          </a:cubicBezTo>
                          <a:cubicBezTo>
                            <a:pt x="45" y="88"/>
                            <a:pt x="33" y="95"/>
                            <a:pt x="24" y="101"/>
                          </a:cubicBezTo>
                          <a:cubicBezTo>
                            <a:pt x="15" y="107"/>
                            <a:pt x="8" y="112"/>
                            <a:pt x="0" y="118"/>
                          </a:cubicBezTo>
                        </a:path>
                      </a:pathLst>
                    </a:custGeom>
                    <a:noFill/>
                    <a:ln w="38100" cap="flat" cmpd="sng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pt-BR"/>
                    </a:p>
                  </p:txBody>
                </p:sp>
              </p:grpSp>
            </p:grpSp>
          </p:grpSp>
          <p:sp>
            <p:nvSpPr>
              <p:cNvPr id="57" name="Line 17">
                <a:extLst>
                  <a:ext uri="{FF2B5EF4-FFF2-40B4-BE49-F238E27FC236}">
                    <a16:creationId xmlns:a16="http://schemas.microsoft.com/office/drawing/2014/main" id="{E92BE14B-8D3C-7414-6EAB-35F81BEFC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04" y="1818"/>
                <a:ext cx="27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8" name="Line 18">
                <a:extLst>
                  <a:ext uri="{FF2B5EF4-FFF2-40B4-BE49-F238E27FC236}">
                    <a16:creationId xmlns:a16="http://schemas.microsoft.com/office/drawing/2014/main" id="{CF9A0708-A8AA-54D5-EB10-F656624DE3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40" y="895"/>
                <a:ext cx="0" cy="10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59" name="Object 59">
                    <a:extLst>
                      <a:ext uri="{FF2B5EF4-FFF2-40B4-BE49-F238E27FC236}">
                        <a16:creationId xmlns:a16="http://schemas.microsoft.com/office/drawing/2014/main" id="{9BFC5642-4E3F-46B0-7EAF-EA8DA9476AD5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114" y="1828"/>
                  <a:ext cx="276" cy="31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28" imgW="291960" imgH="330120" progId="Equation.3">
                          <p:embed/>
                        </p:oleObj>
                      </mc:Choice>
                      <mc:Fallback>
                        <p:oleObj name="Equação" r:id="rId28" imgW="291960" imgH="330120" progId="Equation.3">
                          <p:embed/>
                          <p:pic>
                            <p:nvPicPr>
                              <p:cNvPr id="104" name="Object 5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9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114" y="1828"/>
                                <a:ext cx="276" cy="31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59" name="Object 59">
                    <a:extLst>
                      <a:ext uri="{FF2B5EF4-FFF2-40B4-BE49-F238E27FC236}">
                        <a16:creationId xmlns:a16="http://schemas.microsoft.com/office/drawing/2014/main" id="{9BFC5642-4E3F-46B0-7EAF-EA8DA9476AD5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114" y="1828"/>
                  <a:ext cx="276" cy="31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28" imgW="291960" imgH="330120" progId="Equation.3">
                          <p:embed/>
                        </p:oleObj>
                      </mc:Choice>
                      <mc:Fallback>
                        <p:oleObj name="Equação" r:id="rId28" imgW="291960" imgH="330120" progId="Equation.3">
                          <p:embed/>
                          <p:pic>
                            <p:nvPicPr>
                              <p:cNvPr id="104" name="Object 5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114" y="1828"/>
                                <a:ext cx="276" cy="31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sp>
          <p:nvSpPr>
            <p:cNvPr id="8" name="AutoShape 61">
              <a:extLst>
                <a:ext uri="{FF2B5EF4-FFF2-40B4-BE49-F238E27FC236}">
                  <a16:creationId xmlns:a16="http://schemas.microsoft.com/office/drawing/2014/main" id="{041D8159-9EE7-30F1-A3BA-5A21E1FD8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050" y="2238375"/>
              <a:ext cx="742950" cy="123825"/>
            </a:xfrm>
            <a:prstGeom prst="leftRightArrow">
              <a:avLst>
                <a:gd name="adj1" fmla="val 50000"/>
                <a:gd name="adj2" fmla="val 12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" name="AutoShape 128">
              <a:extLst>
                <a:ext uri="{FF2B5EF4-FFF2-40B4-BE49-F238E27FC236}">
                  <a16:creationId xmlns:a16="http://schemas.microsoft.com/office/drawing/2014/main" id="{993A39E5-8A72-46E0-05D0-5CB630EA9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850" y="4524375"/>
              <a:ext cx="742950" cy="123825"/>
            </a:xfrm>
            <a:prstGeom prst="leftRightArrow">
              <a:avLst>
                <a:gd name="adj1" fmla="val 50000"/>
                <a:gd name="adj2" fmla="val 12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10" name="Group 144">
              <a:extLst>
                <a:ext uri="{FF2B5EF4-FFF2-40B4-BE49-F238E27FC236}">
                  <a16:creationId xmlns:a16="http://schemas.microsoft.com/office/drawing/2014/main" id="{DE41462E-2F42-C048-7EBD-AB8CE11F8A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900" y="3606800"/>
              <a:ext cx="4418013" cy="1893888"/>
              <a:chOff x="56" y="2572"/>
              <a:chExt cx="2783" cy="1193"/>
            </a:xfrm>
          </p:grpSpPr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23" name="Object 90">
                    <a:extLst>
                      <a:ext uri="{FF2B5EF4-FFF2-40B4-BE49-F238E27FC236}">
                        <a16:creationId xmlns:a16="http://schemas.microsoft.com/office/drawing/2014/main" id="{BE43BB48-C607-5794-225C-74BF4AC36E2B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1275" y="3564"/>
                  <a:ext cx="120" cy="16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30" imgW="126720" imgH="177480" progId="Equation.3">
                          <p:embed/>
                        </p:oleObj>
                      </mc:Choice>
                      <mc:Fallback>
                        <p:oleObj name="Equação" r:id="rId30" imgW="126720" imgH="177480" progId="Equation.3">
                          <p:embed/>
                          <p:pic>
                            <p:nvPicPr>
                              <p:cNvPr id="120" name="Object 9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6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275" y="3564"/>
                                <a:ext cx="120" cy="168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23" name="Object 90">
                    <a:extLst>
                      <a:ext uri="{FF2B5EF4-FFF2-40B4-BE49-F238E27FC236}">
                        <a16:creationId xmlns:a16="http://schemas.microsoft.com/office/drawing/2014/main" id="{BE43BB48-C607-5794-225C-74BF4AC36E2B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1275" y="3564"/>
                  <a:ext cx="120" cy="16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30" imgW="126720" imgH="177480" progId="Equation.3">
                          <p:embed/>
                        </p:oleObj>
                      </mc:Choice>
                      <mc:Fallback>
                        <p:oleObj name="Equação" r:id="rId30" imgW="126720" imgH="177480" progId="Equation.3">
                          <p:embed/>
                          <p:pic>
                            <p:nvPicPr>
                              <p:cNvPr id="120" name="Object 9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275" y="3564"/>
                                <a:ext cx="120" cy="168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24" name="Object 91">
                    <a:extLst>
                      <a:ext uri="{FF2B5EF4-FFF2-40B4-BE49-F238E27FC236}">
                        <a16:creationId xmlns:a16="http://schemas.microsoft.com/office/drawing/2014/main" id="{D8380967-8915-0A48-1951-3FAAB4E96679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1712" y="3604"/>
                  <a:ext cx="120" cy="13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1" imgW="126720" imgH="139680" progId="Equation.3">
                          <p:embed/>
                        </p:oleObj>
                      </mc:Choice>
                      <mc:Fallback>
                        <p:oleObj name="Equation" r:id="rId31" imgW="126720" imgH="139680" progId="Equation.3">
                          <p:embed/>
                          <p:pic>
                            <p:nvPicPr>
                              <p:cNvPr id="121" name="Object 9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2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712" y="3604"/>
                                <a:ext cx="120" cy="13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24" name="Object 91">
                    <a:extLst>
                      <a:ext uri="{FF2B5EF4-FFF2-40B4-BE49-F238E27FC236}">
                        <a16:creationId xmlns:a16="http://schemas.microsoft.com/office/drawing/2014/main" id="{D8380967-8915-0A48-1951-3FAAB4E96679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1712" y="3604"/>
                  <a:ext cx="120" cy="13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1" imgW="126720" imgH="139680" progId="Equation.3">
                          <p:embed/>
                        </p:oleObj>
                      </mc:Choice>
                      <mc:Fallback>
                        <p:oleObj name="Equation" r:id="rId31" imgW="126720" imgH="139680" progId="Equation.3">
                          <p:embed/>
                          <p:pic>
                            <p:nvPicPr>
                              <p:cNvPr id="121" name="Object 9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712" y="3604"/>
                                <a:ext cx="120" cy="13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25" name="Object 92">
                    <a:extLst>
                      <a:ext uri="{FF2B5EF4-FFF2-40B4-BE49-F238E27FC236}">
                        <a16:creationId xmlns:a16="http://schemas.microsoft.com/office/drawing/2014/main" id="{DB4B4C37-393C-ABD7-BED7-423E0238E692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162" y="3569"/>
                  <a:ext cx="192" cy="16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3" imgW="203040" imgH="177480" progId="Equation.3">
                          <p:embed/>
                        </p:oleObj>
                      </mc:Choice>
                      <mc:Fallback>
                        <p:oleObj name="Equation" r:id="rId33" imgW="203040" imgH="177480" progId="Equation.3">
                          <p:embed/>
                          <p:pic>
                            <p:nvPicPr>
                              <p:cNvPr id="122" name="Object 9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4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62" y="3569"/>
                                <a:ext cx="192" cy="168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25" name="Object 92">
                    <a:extLst>
                      <a:ext uri="{FF2B5EF4-FFF2-40B4-BE49-F238E27FC236}">
                        <a16:creationId xmlns:a16="http://schemas.microsoft.com/office/drawing/2014/main" id="{DB4B4C37-393C-ABD7-BED7-423E0238E692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162" y="3569"/>
                  <a:ext cx="192" cy="16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3" imgW="203040" imgH="177480" progId="Equation.3">
                          <p:embed/>
                        </p:oleObj>
                      </mc:Choice>
                      <mc:Fallback>
                        <p:oleObj name="Equation" r:id="rId33" imgW="203040" imgH="177480" progId="Equation.3">
                          <p:embed/>
                          <p:pic>
                            <p:nvPicPr>
                              <p:cNvPr id="122" name="Object 9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62" y="3569"/>
                                <a:ext cx="192" cy="168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26" name="Object 94">
                    <a:extLst>
                      <a:ext uri="{FF2B5EF4-FFF2-40B4-BE49-F238E27FC236}">
                        <a16:creationId xmlns:a16="http://schemas.microsoft.com/office/drawing/2014/main" id="{FB614C10-BE12-AAA7-CAC1-3C571C8000FF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585" y="3609"/>
                  <a:ext cx="96" cy="156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35" imgW="101520" imgH="164880" progId="Equation.3">
                          <p:embed/>
                        </p:oleObj>
                      </mc:Choice>
                      <mc:Fallback>
                        <p:oleObj name="Equação" r:id="rId35" imgW="101520" imgH="164880" progId="Equation.3">
                          <p:embed/>
                          <p:pic>
                            <p:nvPicPr>
                              <p:cNvPr id="123" name="Object 9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6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585" y="3609"/>
                                <a:ext cx="96" cy="156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26" name="Object 94">
                    <a:extLst>
                      <a:ext uri="{FF2B5EF4-FFF2-40B4-BE49-F238E27FC236}">
                        <a16:creationId xmlns:a16="http://schemas.microsoft.com/office/drawing/2014/main" id="{FB614C10-BE12-AAA7-CAC1-3C571C8000FF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585" y="3609"/>
                  <a:ext cx="96" cy="156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35" imgW="101520" imgH="164880" progId="Equation.3">
                          <p:embed/>
                        </p:oleObj>
                      </mc:Choice>
                      <mc:Fallback>
                        <p:oleObj name="Equação" r:id="rId35" imgW="101520" imgH="164880" progId="Equation.3">
                          <p:embed/>
                          <p:pic>
                            <p:nvPicPr>
                              <p:cNvPr id="123" name="Object 9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585" y="3609"/>
                                <a:ext cx="96" cy="156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27" name="Line 95">
                <a:extLst>
                  <a:ext uri="{FF2B5EF4-FFF2-40B4-BE49-F238E27FC236}">
                    <a16:creationId xmlns:a16="http://schemas.microsoft.com/office/drawing/2014/main" id="{411C365A-9487-68A8-39E1-25C8D9BB0C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5" y="3700"/>
                <a:ext cx="1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28" name="Object 96">
                    <a:extLst>
                      <a:ext uri="{FF2B5EF4-FFF2-40B4-BE49-F238E27FC236}">
                        <a16:creationId xmlns:a16="http://schemas.microsoft.com/office/drawing/2014/main" id="{2214CA99-9AF7-3796-BA5B-B4D2FF34AC61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1197" y="2814"/>
                  <a:ext cx="168" cy="156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7" imgW="177480" imgH="164880" progId="Equation.3">
                          <p:embed/>
                        </p:oleObj>
                      </mc:Choice>
                      <mc:Fallback>
                        <p:oleObj name="Equation" r:id="rId37" imgW="177480" imgH="164880" progId="Equation.3">
                          <p:embed/>
                          <p:pic>
                            <p:nvPicPr>
                              <p:cNvPr id="125" name="Object 9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8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197" y="2814"/>
                                <a:ext cx="168" cy="156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chemeClr val="bg1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28" name="Object 96">
                    <a:extLst>
                      <a:ext uri="{FF2B5EF4-FFF2-40B4-BE49-F238E27FC236}">
                        <a16:creationId xmlns:a16="http://schemas.microsoft.com/office/drawing/2014/main" id="{2214CA99-9AF7-3796-BA5B-B4D2FF34AC61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1197" y="2814"/>
                  <a:ext cx="168" cy="156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7" imgW="177480" imgH="164880" progId="Equation.3">
                          <p:embed/>
                        </p:oleObj>
                      </mc:Choice>
                      <mc:Fallback>
                        <p:oleObj name="Equation" r:id="rId37" imgW="177480" imgH="164880" progId="Equation.3">
                          <p:embed/>
                          <p:pic>
                            <p:nvPicPr>
                              <p:cNvPr id="125" name="Object 9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197" y="2814"/>
                                <a:ext cx="168" cy="156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bg1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Object 97">
                    <a:extLst>
                      <a:ext uri="{FF2B5EF4-FFF2-40B4-BE49-F238E27FC236}">
                        <a16:creationId xmlns:a16="http://schemas.microsoft.com/office/drawing/2014/main" id="{13C0BBEA-BA97-5226-451E-8D78B6C359C1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143" y="2572"/>
                    <a:ext cx="1805" cy="406"/>
                  </a:xfrm>
                  <a:prstGeom prst="rect">
                    <a:avLst/>
                  </a:prstGeom>
                  <a:noFill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r>
                            <a:rPr lang="pt-B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pt-BR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pt-B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pt-B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sinc</m:t>
                          </m:r>
                          <m:r>
                            <a:rPr lang="pt-B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pt-B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pt-B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>
              <p:sp>
                <p:nvSpPr>
                  <p:cNvPr id="29" name="Object 97">
                    <a:extLst>
                      <a:ext uri="{FF2B5EF4-FFF2-40B4-BE49-F238E27FC236}">
                        <a16:creationId xmlns:a16="http://schemas.microsoft.com/office/drawing/2014/main" id="{13C0BBEA-BA97-5226-451E-8D78B6C359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43" y="2572"/>
                    <a:ext cx="1805" cy="406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Freeform 100">
                <a:extLst>
                  <a:ext uri="{FF2B5EF4-FFF2-40B4-BE49-F238E27FC236}">
                    <a16:creationId xmlns:a16="http://schemas.microsoft.com/office/drawing/2014/main" id="{A7FC36FB-1D73-72B0-67E1-C5FAF2E2478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05" y="2925"/>
                <a:ext cx="1321" cy="768"/>
              </a:xfrm>
              <a:custGeom>
                <a:avLst/>
                <a:gdLst/>
                <a:ahLst/>
                <a:cxnLst>
                  <a:cxn ang="0">
                    <a:pos x="57" y="959"/>
                  </a:cxn>
                  <a:cxn ang="0">
                    <a:pos x="53" y="887"/>
                  </a:cxn>
                  <a:cxn ang="0">
                    <a:pos x="57" y="139"/>
                  </a:cxn>
                  <a:cxn ang="0">
                    <a:pos x="57" y="55"/>
                  </a:cxn>
                  <a:cxn ang="0">
                    <a:pos x="97" y="59"/>
                  </a:cxn>
                  <a:cxn ang="0">
                    <a:pos x="149" y="87"/>
                  </a:cxn>
                  <a:cxn ang="0">
                    <a:pos x="241" y="163"/>
                  </a:cxn>
                  <a:cxn ang="0">
                    <a:pos x="309" y="243"/>
                  </a:cxn>
                  <a:cxn ang="0">
                    <a:pos x="381" y="355"/>
                  </a:cxn>
                  <a:cxn ang="0">
                    <a:pos x="457" y="479"/>
                  </a:cxn>
                  <a:cxn ang="0">
                    <a:pos x="553" y="651"/>
                  </a:cxn>
                  <a:cxn ang="0">
                    <a:pos x="617" y="755"/>
                  </a:cxn>
                  <a:cxn ang="0">
                    <a:pos x="697" y="887"/>
                  </a:cxn>
                  <a:cxn ang="0">
                    <a:pos x="761" y="967"/>
                  </a:cxn>
                  <a:cxn ang="0">
                    <a:pos x="809" y="1015"/>
                  </a:cxn>
                  <a:cxn ang="0">
                    <a:pos x="861" y="1083"/>
                  </a:cxn>
                  <a:cxn ang="0">
                    <a:pos x="949" y="1135"/>
                  </a:cxn>
                  <a:cxn ang="0">
                    <a:pos x="1049" y="1155"/>
                  </a:cxn>
                  <a:cxn ang="0">
                    <a:pos x="1113" y="1151"/>
                  </a:cxn>
                  <a:cxn ang="0">
                    <a:pos x="1189" y="1127"/>
                  </a:cxn>
                  <a:cxn ang="0">
                    <a:pos x="1273" y="1079"/>
                  </a:cxn>
                  <a:cxn ang="0">
                    <a:pos x="1345" y="1031"/>
                  </a:cxn>
                  <a:cxn ang="0">
                    <a:pos x="1397" y="983"/>
                  </a:cxn>
                  <a:cxn ang="0">
                    <a:pos x="1457" y="951"/>
                  </a:cxn>
                  <a:cxn ang="0">
                    <a:pos x="1517" y="903"/>
                  </a:cxn>
                  <a:cxn ang="0">
                    <a:pos x="1597" y="875"/>
                  </a:cxn>
                  <a:cxn ang="0">
                    <a:pos x="1685" y="855"/>
                  </a:cxn>
                  <a:cxn ang="0">
                    <a:pos x="1765" y="839"/>
                  </a:cxn>
                  <a:cxn ang="0">
                    <a:pos x="1869" y="855"/>
                  </a:cxn>
                  <a:cxn ang="0">
                    <a:pos x="1957" y="879"/>
                  </a:cxn>
                  <a:cxn ang="0">
                    <a:pos x="2049" y="915"/>
                  </a:cxn>
                  <a:cxn ang="0">
                    <a:pos x="2109" y="947"/>
                  </a:cxn>
                  <a:cxn ang="0">
                    <a:pos x="2213" y="991"/>
                  </a:cxn>
                  <a:cxn ang="0">
                    <a:pos x="2261" y="1011"/>
                  </a:cxn>
                  <a:cxn ang="0">
                    <a:pos x="2273" y="971"/>
                  </a:cxn>
                  <a:cxn ang="0">
                    <a:pos x="2249" y="959"/>
                  </a:cxn>
                  <a:cxn ang="0">
                    <a:pos x="2217" y="959"/>
                  </a:cxn>
                  <a:cxn ang="0">
                    <a:pos x="2137" y="963"/>
                  </a:cxn>
                  <a:cxn ang="0">
                    <a:pos x="1757" y="955"/>
                  </a:cxn>
                  <a:cxn ang="0">
                    <a:pos x="1189" y="963"/>
                  </a:cxn>
                  <a:cxn ang="0">
                    <a:pos x="393" y="963"/>
                  </a:cxn>
                  <a:cxn ang="0">
                    <a:pos x="57" y="959"/>
                  </a:cxn>
                </a:cxnLst>
                <a:rect l="0" t="0" r="r" b="b"/>
                <a:pathLst>
                  <a:path w="2275" h="1158">
                    <a:moveTo>
                      <a:pt x="57" y="959"/>
                    </a:moveTo>
                    <a:cubicBezTo>
                      <a:pt x="0" y="946"/>
                      <a:pt x="53" y="1024"/>
                      <a:pt x="53" y="887"/>
                    </a:cubicBezTo>
                    <a:cubicBezTo>
                      <a:pt x="53" y="750"/>
                      <a:pt x="56" y="278"/>
                      <a:pt x="57" y="139"/>
                    </a:cubicBezTo>
                    <a:cubicBezTo>
                      <a:pt x="58" y="0"/>
                      <a:pt x="50" y="68"/>
                      <a:pt x="57" y="55"/>
                    </a:cubicBezTo>
                    <a:cubicBezTo>
                      <a:pt x="64" y="42"/>
                      <a:pt x="82" y="54"/>
                      <a:pt x="97" y="59"/>
                    </a:cubicBezTo>
                    <a:cubicBezTo>
                      <a:pt x="112" y="64"/>
                      <a:pt x="125" y="70"/>
                      <a:pt x="149" y="87"/>
                    </a:cubicBezTo>
                    <a:cubicBezTo>
                      <a:pt x="173" y="104"/>
                      <a:pt x="214" y="137"/>
                      <a:pt x="241" y="163"/>
                    </a:cubicBezTo>
                    <a:cubicBezTo>
                      <a:pt x="268" y="189"/>
                      <a:pt x="286" y="211"/>
                      <a:pt x="309" y="243"/>
                    </a:cubicBezTo>
                    <a:cubicBezTo>
                      <a:pt x="332" y="275"/>
                      <a:pt x="356" y="316"/>
                      <a:pt x="381" y="355"/>
                    </a:cubicBezTo>
                    <a:cubicBezTo>
                      <a:pt x="406" y="394"/>
                      <a:pt x="428" y="430"/>
                      <a:pt x="457" y="479"/>
                    </a:cubicBezTo>
                    <a:cubicBezTo>
                      <a:pt x="486" y="528"/>
                      <a:pt x="526" y="605"/>
                      <a:pt x="553" y="651"/>
                    </a:cubicBezTo>
                    <a:cubicBezTo>
                      <a:pt x="580" y="697"/>
                      <a:pt x="593" y="716"/>
                      <a:pt x="617" y="755"/>
                    </a:cubicBezTo>
                    <a:cubicBezTo>
                      <a:pt x="641" y="794"/>
                      <a:pt x="673" y="852"/>
                      <a:pt x="697" y="887"/>
                    </a:cubicBezTo>
                    <a:cubicBezTo>
                      <a:pt x="721" y="922"/>
                      <a:pt x="742" y="946"/>
                      <a:pt x="761" y="967"/>
                    </a:cubicBezTo>
                    <a:cubicBezTo>
                      <a:pt x="780" y="988"/>
                      <a:pt x="792" y="996"/>
                      <a:pt x="809" y="1015"/>
                    </a:cubicBezTo>
                    <a:cubicBezTo>
                      <a:pt x="826" y="1034"/>
                      <a:pt x="838" y="1063"/>
                      <a:pt x="861" y="1083"/>
                    </a:cubicBezTo>
                    <a:cubicBezTo>
                      <a:pt x="884" y="1103"/>
                      <a:pt x="918" y="1123"/>
                      <a:pt x="949" y="1135"/>
                    </a:cubicBezTo>
                    <a:cubicBezTo>
                      <a:pt x="980" y="1147"/>
                      <a:pt x="1022" y="1152"/>
                      <a:pt x="1049" y="1155"/>
                    </a:cubicBezTo>
                    <a:cubicBezTo>
                      <a:pt x="1076" y="1158"/>
                      <a:pt x="1090" y="1156"/>
                      <a:pt x="1113" y="1151"/>
                    </a:cubicBezTo>
                    <a:cubicBezTo>
                      <a:pt x="1136" y="1146"/>
                      <a:pt x="1162" y="1139"/>
                      <a:pt x="1189" y="1127"/>
                    </a:cubicBezTo>
                    <a:cubicBezTo>
                      <a:pt x="1216" y="1115"/>
                      <a:pt x="1247" y="1095"/>
                      <a:pt x="1273" y="1079"/>
                    </a:cubicBezTo>
                    <a:cubicBezTo>
                      <a:pt x="1299" y="1063"/>
                      <a:pt x="1324" y="1047"/>
                      <a:pt x="1345" y="1031"/>
                    </a:cubicBezTo>
                    <a:cubicBezTo>
                      <a:pt x="1366" y="1015"/>
                      <a:pt x="1378" y="996"/>
                      <a:pt x="1397" y="983"/>
                    </a:cubicBezTo>
                    <a:cubicBezTo>
                      <a:pt x="1416" y="970"/>
                      <a:pt x="1437" y="964"/>
                      <a:pt x="1457" y="951"/>
                    </a:cubicBezTo>
                    <a:cubicBezTo>
                      <a:pt x="1477" y="938"/>
                      <a:pt x="1494" y="916"/>
                      <a:pt x="1517" y="903"/>
                    </a:cubicBezTo>
                    <a:cubicBezTo>
                      <a:pt x="1540" y="890"/>
                      <a:pt x="1569" y="883"/>
                      <a:pt x="1597" y="875"/>
                    </a:cubicBezTo>
                    <a:cubicBezTo>
                      <a:pt x="1625" y="867"/>
                      <a:pt x="1657" y="861"/>
                      <a:pt x="1685" y="855"/>
                    </a:cubicBezTo>
                    <a:cubicBezTo>
                      <a:pt x="1713" y="849"/>
                      <a:pt x="1734" y="839"/>
                      <a:pt x="1765" y="839"/>
                    </a:cubicBezTo>
                    <a:cubicBezTo>
                      <a:pt x="1796" y="839"/>
                      <a:pt x="1837" y="848"/>
                      <a:pt x="1869" y="855"/>
                    </a:cubicBezTo>
                    <a:cubicBezTo>
                      <a:pt x="1901" y="862"/>
                      <a:pt x="1927" y="869"/>
                      <a:pt x="1957" y="879"/>
                    </a:cubicBezTo>
                    <a:cubicBezTo>
                      <a:pt x="1987" y="889"/>
                      <a:pt x="2024" y="904"/>
                      <a:pt x="2049" y="915"/>
                    </a:cubicBezTo>
                    <a:cubicBezTo>
                      <a:pt x="2074" y="926"/>
                      <a:pt x="2082" y="934"/>
                      <a:pt x="2109" y="947"/>
                    </a:cubicBezTo>
                    <a:cubicBezTo>
                      <a:pt x="2136" y="960"/>
                      <a:pt x="2188" y="980"/>
                      <a:pt x="2213" y="991"/>
                    </a:cubicBezTo>
                    <a:cubicBezTo>
                      <a:pt x="2238" y="1002"/>
                      <a:pt x="2251" y="1014"/>
                      <a:pt x="2261" y="1011"/>
                    </a:cubicBezTo>
                    <a:cubicBezTo>
                      <a:pt x="2271" y="1008"/>
                      <a:pt x="2275" y="980"/>
                      <a:pt x="2273" y="971"/>
                    </a:cubicBezTo>
                    <a:cubicBezTo>
                      <a:pt x="2271" y="962"/>
                      <a:pt x="2258" y="961"/>
                      <a:pt x="2249" y="959"/>
                    </a:cubicBezTo>
                    <a:cubicBezTo>
                      <a:pt x="2240" y="957"/>
                      <a:pt x="2236" y="958"/>
                      <a:pt x="2217" y="959"/>
                    </a:cubicBezTo>
                    <a:cubicBezTo>
                      <a:pt x="2198" y="960"/>
                      <a:pt x="2214" y="964"/>
                      <a:pt x="2137" y="963"/>
                    </a:cubicBezTo>
                    <a:cubicBezTo>
                      <a:pt x="2060" y="962"/>
                      <a:pt x="1915" y="955"/>
                      <a:pt x="1757" y="955"/>
                    </a:cubicBezTo>
                    <a:cubicBezTo>
                      <a:pt x="1599" y="955"/>
                      <a:pt x="1416" y="962"/>
                      <a:pt x="1189" y="963"/>
                    </a:cubicBezTo>
                    <a:cubicBezTo>
                      <a:pt x="962" y="964"/>
                      <a:pt x="582" y="963"/>
                      <a:pt x="393" y="963"/>
                    </a:cubicBezTo>
                    <a:cubicBezTo>
                      <a:pt x="204" y="963"/>
                      <a:pt x="114" y="972"/>
                      <a:pt x="57" y="959"/>
                    </a:cubicBezTo>
                    <a:close/>
                  </a:path>
                </a:pathLst>
              </a:custGeom>
              <a:solidFill>
                <a:srgbClr val="FFCCCC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grpSp>
            <p:nvGrpSpPr>
              <p:cNvPr id="31" name="Group 101">
                <a:extLst>
                  <a:ext uri="{FF2B5EF4-FFF2-40B4-BE49-F238E27FC236}">
                    <a16:creationId xmlns:a16="http://schemas.microsoft.com/office/drawing/2014/main" id="{33AB7F37-B8BF-5292-41D0-FE9DE8E9E4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08" y="2960"/>
                <a:ext cx="1287" cy="732"/>
                <a:chOff x="2939" y="2570"/>
                <a:chExt cx="2218" cy="1103"/>
              </a:xfrm>
            </p:grpSpPr>
            <p:sp>
              <p:nvSpPr>
                <p:cNvPr id="45" name="Freeform 102">
                  <a:extLst>
                    <a:ext uri="{FF2B5EF4-FFF2-40B4-BE49-F238E27FC236}">
                      <a16:creationId xmlns:a16="http://schemas.microsoft.com/office/drawing/2014/main" id="{434F4F6D-4354-5405-F6EF-4A65119479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6" y="3468"/>
                  <a:ext cx="705" cy="205"/>
                </a:xfrm>
                <a:custGeom>
                  <a:avLst/>
                  <a:gdLst/>
                  <a:ahLst/>
                  <a:cxnLst>
                    <a:cxn ang="0">
                      <a:pos x="705" y="7"/>
                    </a:cxn>
                    <a:cxn ang="0">
                      <a:pos x="685" y="21"/>
                    </a:cxn>
                    <a:cxn ang="0">
                      <a:pos x="657" y="40"/>
                    </a:cxn>
                    <a:cxn ang="0">
                      <a:pos x="625" y="63"/>
                    </a:cxn>
                    <a:cxn ang="0">
                      <a:pos x="589" y="86"/>
                    </a:cxn>
                    <a:cxn ang="0">
                      <a:pos x="557" y="110"/>
                    </a:cxn>
                    <a:cxn ang="0">
                      <a:pos x="525" y="129"/>
                    </a:cxn>
                    <a:cxn ang="0">
                      <a:pos x="487" y="150"/>
                    </a:cxn>
                    <a:cxn ang="0">
                      <a:pos x="441" y="175"/>
                    </a:cxn>
                    <a:cxn ang="0">
                      <a:pos x="397" y="191"/>
                    </a:cxn>
                    <a:cxn ang="0">
                      <a:pos x="357" y="200"/>
                    </a:cxn>
                    <a:cxn ang="0">
                      <a:pos x="319" y="205"/>
                    </a:cxn>
                    <a:cxn ang="0">
                      <a:pos x="275" y="203"/>
                    </a:cxn>
                    <a:cxn ang="0">
                      <a:pos x="237" y="193"/>
                    </a:cxn>
                    <a:cxn ang="0">
                      <a:pos x="205" y="182"/>
                    </a:cxn>
                    <a:cxn ang="0">
                      <a:pos x="171" y="161"/>
                    </a:cxn>
                    <a:cxn ang="0">
                      <a:pos x="141" y="143"/>
                    </a:cxn>
                    <a:cxn ang="0">
                      <a:pos x="113" y="118"/>
                    </a:cxn>
                    <a:cxn ang="0">
                      <a:pos x="77" y="85"/>
                    </a:cxn>
                    <a:cxn ang="0">
                      <a:pos x="41" y="4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705" h="205">
                      <a:moveTo>
                        <a:pt x="705" y="7"/>
                      </a:moveTo>
                      <a:cubicBezTo>
                        <a:pt x="699" y="12"/>
                        <a:pt x="693" y="16"/>
                        <a:pt x="685" y="21"/>
                      </a:cubicBezTo>
                      <a:cubicBezTo>
                        <a:pt x="677" y="26"/>
                        <a:pt x="667" y="33"/>
                        <a:pt x="657" y="40"/>
                      </a:cubicBezTo>
                      <a:cubicBezTo>
                        <a:pt x="647" y="47"/>
                        <a:pt x="636" y="55"/>
                        <a:pt x="625" y="63"/>
                      </a:cubicBezTo>
                      <a:cubicBezTo>
                        <a:pt x="614" y="71"/>
                        <a:pt x="600" y="78"/>
                        <a:pt x="589" y="86"/>
                      </a:cubicBezTo>
                      <a:cubicBezTo>
                        <a:pt x="578" y="93"/>
                        <a:pt x="568" y="103"/>
                        <a:pt x="557" y="110"/>
                      </a:cubicBezTo>
                      <a:cubicBezTo>
                        <a:pt x="546" y="118"/>
                        <a:pt x="537" y="123"/>
                        <a:pt x="525" y="129"/>
                      </a:cubicBezTo>
                      <a:cubicBezTo>
                        <a:pt x="513" y="136"/>
                        <a:pt x="501" y="143"/>
                        <a:pt x="487" y="150"/>
                      </a:cubicBezTo>
                      <a:cubicBezTo>
                        <a:pt x="473" y="158"/>
                        <a:pt x="456" y="169"/>
                        <a:pt x="441" y="175"/>
                      </a:cubicBezTo>
                      <a:cubicBezTo>
                        <a:pt x="426" y="182"/>
                        <a:pt x="411" y="187"/>
                        <a:pt x="397" y="191"/>
                      </a:cubicBezTo>
                      <a:cubicBezTo>
                        <a:pt x="383" y="195"/>
                        <a:pt x="370" y="198"/>
                        <a:pt x="357" y="200"/>
                      </a:cubicBezTo>
                      <a:cubicBezTo>
                        <a:pt x="344" y="203"/>
                        <a:pt x="333" y="204"/>
                        <a:pt x="319" y="205"/>
                      </a:cubicBezTo>
                      <a:cubicBezTo>
                        <a:pt x="305" y="205"/>
                        <a:pt x="289" y="205"/>
                        <a:pt x="275" y="203"/>
                      </a:cubicBezTo>
                      <a:cubicBezTo>
                        <a:pt x="261" y="201"/>
                        <a:pt x="249" y="197"/>
                        <a:pt x="237" y="193"/>
                      </a:cubicBezTo>
                      <a:cubicBezTo>
                        <a:pt x="225" y="189"/>
                        <a:pt x="216" y="187"/>
                        <a:pt x="205" y="182"/>
                      </a:cubicBezTo>
                      <a:cubicBezTo>
                        <a:pt x="194" y="176"/>
                        <a:pt x="182" y="168"/>
                        <a:pt x="171" y="161"/>
                      </a:cubicBezTo>
                      <a:cubicBezTo>
                        <a:pt x="160" y="155"/>
                        <a:pt x="151" y="150"/>
                        <a:pt x="141" y="143"/>
                      </a:cubicBezTo>
                      <a:cubicBezTo>
                        <a:pt x="131" y="136"/>
                        <a:pt x="124" y="128"/>
                        <a:pt x="113" y="118"/>
                      </a:cubicBezTo>
                      <a:cubicBezTo>
                        <a:pt x="102" y="108"/>
                        <a:pt x="89" y="97"/>
                        <a:pt x="77" y="85"/>
                      </a:cubicBezTo>
                      <a:cubicBezTo>
                        <a:pt x="65" y="73"/>
                        <a:pt x="54" y="57"/>
                        <a:pt x="41" y="43"/>
                      </a:cubicBezTo>
                      <a:cubicBezTo>
                        <a:pt x="28" y="29"/>
                        <a:pt x="9" y="9"/>
                        <a:pt x="0" y="0"/>
                      </a:cubicBezTo>
                    </a:path>
                  </a:pathLst>
                </a:custGeom>
                <a:solidFill>
                  <a:srgbClr val="FFCCCC"/>
                </a:solidFill>
                <a:ln w="3810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6" name="Freeform 103">
                  <a:extLst>
                    <a:ext uri="{FF2B5EF4-FFF2-40B4-BE49-F238E27FC236}">
                      <a16:creationId xmlns:a16="http://schemas.microsoft.com/office/drawing/2014/main" id="{762DC0AC-1F0F-10FF-C639-31B03DF1CF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939" y="2570"/>
                  <a:ext cx="693" cy="904"/>
                </a:xfrm>
                <a:custGeom>
                  <a:avLst/>
                  <a:gdLst/>
                  <a:ahLst/>
                  <a:cxnLst>
                    <a:cxn ang="0">
                      <a:pos x="0" y="904"/>
                    </a:cxn>
                    <a:cxn ang="0">
                      <a:pos x="44" y="844"/>
                    </a:cxn>
                    <a:cxn ang="0">
                      <a:pos x="108" y="742"/>
                    </a:cxn>
                    <a:cxn ang="0">
                      <a:pos x="177" y="627"/>
                    </a:cxn>
                    <a:cxn ang="0">
                      <a:pos x="240" y="515"/>
                    </a:cxn>
                    <a:cxn ang="0">
                      <a:pos x="323" y="365"/>
                    </a:cxn>
                    <a:cxn ang="0">
                      <a:pos x="390" y="258"/>
                    </a:cxn>
                    <a:cxn ang="0">
                      <a:pos x="441" y="180"/>
                    </a:cxn>
                    <a:cxn ang="0">
                      <a:pos x="506" y="109"/>
                    </a:cxn>
                    <a:cxn ang="0">
                      <a:pos x="576" y="50"/>
                    </a:cxn>
                    <a:cxn ang="0">
                      <a:pos x="626" y="16"/>
                    </a:cxn>
                    <a:cxn ang="0">
                      <a:pos x="693" y="0"/>
                    </a:cxn>
                  </a:cxnLst>
                  <a:rect l="0" t="0" r="r" b="b"/>
                  <a:pathLst>
                    <a:path w="693" h="904">
                      <a:moveTo>
                        <a:pt x="0" y="904"/>
                      </a:moveTo>
                      <a:cubicBezTo>
                        <a:pt x="12" y="888"/>
                        <a:pt x="26" y="871"/>
                        <a:pt x="44" y="844"/>
                      </a:cubicBezTo>
                      <a:cubicBezTo>
                        <a:pt x="62" y="817"/>
                        <a:pt x="86" y="778"/>
                        <a:pt x="108" y="742"/>
                      </a:cubicBezTo>
                      <a:cubicBezTo>
                        <a:pt x="130" y="706"/>
                        <a:pt x="155" y="665"/>
                        <a:pt x="177" y="627"/>
                      </a:cubicBezTo>
                      <a:cubicBezTo>
                        <a:pt x="199" y="589"/>
                        <a:pt x="216" y="559"/>
                        <a:pt x="240" y="515"/>
                      </a:cubicBezTo>
                      <a:cubicBezTo>
                        <a:pt x="264" y="472"/>
                        <a:pt x="298" y="408"/>
                        <a:pt x="323" y="365"/>
                      </a:cubicBezTo>
                      <a:cubicBezTo>
                        <a:pt x="348" y="322"/>
                        <a:pt x="370" y="289"/>
                        <a:pt x="390" y="258"/>
                      </a:cubicBezTo>
                      <a:cubicBezTo>
                        <a:pt x="410" y="227"/>
                        <a:pt x="422" y="205"/>
                        <a:pt x="441" y="180"/>
                      </a:cubicBezTo>
                      <a:cubicBezTo>
                        <a:pt x="460" y="155"/>
                        <a:pt x="483" y="131"/>
                        <a:pt x="506" y="109"/>
                      </a:cubicBezTo>
                      <a:cubicBezTo>
                        <a:pt x="529" y="87"/>
                        <a:pt x="556" y="65"/>
                        <a:pt x="576" y="50"/>
                      </a:cubicBezTo>
                      <a:cubicBezTo>
                        <a:pt x="596" y="34"/>
                        <a:pt x="606" y="24"/>
                        <a:pt x="626" y="16"/>
                      </a:cubicBezTo>
                      <a:cubicBezTo>
                        <a:pt x="646" y="8"/>
                        <a:pt x="679" y="3"/>
                        <a:pt x="693" y="0"/>
                      </a:cubicBezTo>
                    </a:path>
                  </a:pathLst>
                </a:custGeom>
                <a:solidFill>
                  <a:srgbClr val="FFCCCC"/>
                </a:solidFill>
                <a:ln w="3810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7" name="Freeform 104">
                  <a:extLst>
                    <a:ext uri="{FF2B5EF4-FFF2-40B4-BE49-F238E27FC236}">
                      <a16:creationId xmlns:a16="http://schemas.microsoft.com/office/drawing/2014/main" id="{DBB3DCCF-3F26-005E-2D91-3F43CD58A8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1" y="3358"/>
                  <a:ext cx="826" cy="169"/>
                </a:xfrm>
                <a:custGeom>
                  <a:avLst/>
                  <a:gdLst/>
                  <a:ahLst/>
                  <a:cxnLst>
                    <a:cxn ang="0">
                      <a:pos x="826" y="169"/>
                    </a:cxn>
                    <a:cxn ang="0">
                      <a:pos x="795" y="161"/>
                    </a:cxn>
                    <a:cxn ang="0">
                      <a:pos x="750" y="143"/>
                    </a:cxn>
                    <a:cxn ang="0">
                      <a:pos x="718" y="131"/>
                    </a:cxn>
                    <a:cxn ang="0">
                      <a:pos x="699" y="124"/>
                    </a:cxn>
                    <a:cxn ang="0">
                      <a:pos x="678" y="110"/>
                    </a:cxn>
                    <a:cxn ang="0">
                      <a:pos x="642" y="95"/>
                    </a:cxn>
                    <a:cxn ang="0">
                      <a:pos x="608" y="80"/>
                    </a:cxn>
                    <a:cxn ang="0">
                      <a:pos x="564" y="62"/>
                    </a:cxn>
                    <a:cxn ang="0">
                      <a:pos x="524" y="44"/>
                    </a:cxn>
                    <a:cxn ang="0">
                      <a:pos x="486" y="30"/>
                    </a:cxn>
                    <a:cxn ang="0">
                      <a:pos x="450" y="21"/>
                    </a:cxn>
                    <a:cxn ang="0">
                      <a:pos x="422" y="14"/>
                    </a:cxn>
                    <a:cxn ang="0">
                      <a:pos x="386" y="6"/>
                    </a:cxn>
                    <a:cxn ang="0">
                      <a:pos x="348" y="2"/>
                    </a:cxn>
                    <a:cxn ang="0">
                      <a:pos x="322" y="0"/>
                    </a:cxn>
                    <a:cxn ang="0">
                      <a:pos x="278" y="2"/>
                    </a:cxn>
                    <a:cxn ang="0">
                      <a:pos x="230" y="10"/>
                    </a:cxn>
                    <a:cxn ang="0">
                      <a:pos x="192" y="20"/>
                    </a:cxn>
                    <a:cxn ang="0">
                      <a:pos x="156" y="32"/>
                    </a:cxn>
                    <a:cxn ang="0">
                      <a:pos x="122" y="47"/>
                    </a:cxn>
                    <a:cxn ang="0">
                      <a:pos x="88" y="65"/>
                    </a:cxn>
                    <a:cxn ang="0">
                      <a:pos x="56" y="81"/>
                    </a:cxn>
                    <a:cxn ang="0">
                      <a:pos x="24" y="101"/>
                    </a:cxn>
                    <a:cxn ang="0">
                      <a:pos x="0" y="118"/>
                    </a:cxn>
                  </a:cxnLst>
                  <a:rect l="0" t="0" r="r" b="b"/>
                  <a:pathLst>
                    <a:path w="826" h="169">
                      <a:moveTo>
                        <a:pt x="826" y="169"/>
                      </a:moveTo>
                      <a:cubicBezTo>
                        <a:pt x="821" y="168"/>
                        <a:pt x="808" y="165"/>
                        <a:pt x="795" y="161"/>
                      </a:cubicBezTo>
                      <a:cubicBezTo>
                        <a:pt x="782" y="157"/>
                        <a:pt x="763" y="148"/>
                        <a:pt x="750" y="143"/>
                      </a:cubicBezTo>
                      <a:cubicBezTo>
                        <a:pt x="737" y="138"/>
                        <a:pt x="726" y="134"/>
                        <a:pt x="718" y="131"/>
                      </a:cubicBezTo>
                      <a:cubicBezTo>
                        <a:pt x="710" y="128"/>
                        <a:pt x="706" y="128"/>
                        <a:pt x="699" y="124"/>
                      </a:cubicBezTo>
                      <a:cubicBezTo>
                        <a:pt x="692" y="120"/>
                        <a:pt x="687" y="115"/>
                        <a:pt x="678" y="110"/>
                      </a:cubicBezTo>
                      <a:cubicBezTo>
                        <a:pt x="669" y="105"/>
                        <a:pt x="654" y="100"/>
                        <a:pt x="642" y="95"/>
                      </a:cubicBezTo>
                      <a:cubicBezTo>
                        <a:pt x="630" y="90"/>
                        <a:pt x="621" y="85"/>
                        <a:pt x="608" y="80"/>
                      </a:cubicBezTo>
                      <a:cubicBezTo>
                        <a:pt x="595" y="74"/>
                        <a:pt x="578" y="69"/>
                        <a:pt x="564" y="62"/>
                      </a:cubicBezTo>
                      <a:cubicBezTo>
                        <a:pt x="550" y="56"/>
                        <a:pt x="537" y="49"/>
                        <a:pt x="524" y="44"/>
                      </a:cubicBezTo>
                      <a:cubicBezTo>
                        <a:pt x="511" y="38"/>
                        <a:pt x="498" y="34"/>
                        <a:pt x="486" y="30"/>
                      </a:cubicBezTo>
                      <a:cubicBezTo>
                        <a:pt x="474" y="27"/>
                        <a:pt x="461" y="23"/>
                        <a:pt x="450" y="21"/>
                      </a:cubicBezTo>
                      <a:cubicBezTo>
                        <a:pt x="439" y="18"/>
                        <a:pt x="433" y="16"/>
                        <a:pt x="422" y="14"/>
                      </a:cubicBezTo>
                      <a:cubicBezTo>
                        <a:pt x="411" y="12"/>
                        <a:pt x="398" y="8"/>
                        <a:pt x="386" y="6"/>
                      </a:cubicBezTo>
                      <a:cubicBezTo>
                        <a:pt x="374" y="4"/>
                        <a:pt x="359" y="3"/>
                        <a:pt x="348" y="2"/>
                      </a:cubicBezTo>
                      <a:cubicBezTo>
                        <a:pt x="337" y="2"/>
                        <a:pt x="334" y="0"/>
                        <a:pt x="322" y="0"/>
                      </a:cubicBezTo>
                      <a:cubicBezTo>
                        <a:pt x="310" y="0"/>
                        <a:pt x="293" y="1"/>
                        <a:pt x="278" y="2"/>
                      </a:cubicBezTo>
                      <a:cubicBezTo>
                        <a:pt x="263" y="4"/>
                        <a:pt x="244" y="7"/>
                        <a:pt x="230" y="10"/>
                      </a:cubicBezTo>
                      <a:cubicBezTo>
                        <a:pt x="216" y="13"/>
                        <a:pt x="204" y="16"/>
                        <a:pt x="192" y="20"/>
                      </a:cubicBezTo>
                      <a:cubicBezTo>
                        <a:pt x="180" y="23"/>
                        <a:pt x="168" y="28"/>
                        <a:pt x="156" y="32"/>
                      </a:cubicBezTo>
                      <a:cubicBezTo>
                        <a:pt x="144" y="37"/>
                        <a:pt x="133" y="42"/>
                        <a:pt x="122" y="47"/>
                      </a:cubicBezTo>
                      <a:cubicBezTo>
                        <a:pt x="111" y="52"/>
                        <a:pt x="99" y="59"/>
                        <a:pt x="88" y="65"/>
                      </a:cubicBezTo>
                      <a:cubicBezTo>
                        <a:pt x="77" y="71"/>
                        <a:pt x="67" y="75"/>
                        <a:pt x="56" y="81"/>
                      </a:cubicBezTo>
                      <a:cubicBezTo>
                        <a:pt x="45" y="88"/>
                        <a:pt x="33" y="95"/>
                        <a:pt x="24" y="101"/>
                      </a:cubicBezTo>
                      <a:cubicBezTo>
                        <a:pt x="15" y="107"/>
                        <a:pt x="8" y="112"/>
                        <a:pt x="0" y="118"/>
                      </a:cubicBezTo>
                    </a:path>
                  </a:pathLst>
                </a:custGeom>
                <a:solidFill>
                  <a:srgbClr val="FFCCCC"/>
                </a:solidFill>
                <a:ln w="3810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</p:grpSp>
          <p:sp>
            <p:nvSpPr>
              <p:cNvPr id="32" name="Freeform 106">
                <a:extLst>
                  <a:ext uri="{FF2B5EF4-FFF2-40B4-BE49-F238E27FC236}">
                    <a16:creationId xmlns:a16="http://schemas.microsoft.com/office/drawing/2014/main" id="{689ED3B9-46FD-7C0B-691C-6E4BE44968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9" y="2925"/>
                <a:ext cx="1321" cy="768"/>
              </a:xfrm>
              <a:custGeom>
                <a:avLst/>
                <a:gdLst/>
                <a:ahLst/>
                <a:cxnLst>
                  <a:cxn ang="0">
                    <a:pos x="57" y="959"/>
                  </a:cxn>
                  <a:cxn ang="0">
                    <a:pos x="53" y="887"/>
                  </a:cxn>
                  <a:cxn ang="0">
                    <a:pos x="57" y="139"/>
                  </a:cxn>
                  <a:cxn ang="0">
                    <a:pos x="57" y="55"/>
                  </a:cxn>
                  <a:cxn ang="0">
                    <a:pos x="97" y="59"/>
                  </a:cxn>
                  <a:cxn ang="0">
                    <a:pos x="149" y="87"/>
                  </a:cxn>
                  <a:cxn ang="0">
                    <a:pos x="241" y="163"/>
                  </a:cxn>
                  <a:cxn ang="0">
                    <a:pos x="309" y="243"/>
                  </a:cxn>
                  <a:cxn ang="0">
                    <a:pos x="381" y="355"/>
                  </a:cxn>
                  <a:cxn ang="0">
                    <a:pos x="457" y="479"/>
                  </a:cxn>
                  <a:cxn ang="0">
                    <a:pos x="553" y="651"/>
                  </a:cxn>
                  <a:cxn ang="0">
                    <a:pos x="617" y="755"/>
                  </a:cxn>
                  <a:cxn ang="0">
                    <a:pos x="697" y="887"/>
                  </a:cxn>
                  <a:cxn ang="0">
                    <a:pos x="761" y="967"/>
                  </a:cxn>
                  <a:cxn ang="0">
                    <a:pos x="809" y="1015"/>
                  </a:cxn>
                  <a:cxn ang="0">
                    <a:pos x="861" y="1083"/>
                  </a:cxn>
                  <a:cxn ang="0">
                    <a:pos x="949" y="1135"/>
                  </a:cxn>
                  <a:cxn ang="0">
                    <a:pos x="1049" y="1155"/>
                  </a:cxn>
                  <a:cxn ang="0">
                    <a:pos x="1113" y="1151"/>
                  </a:cxn>
                  <a:cxn ang="0">
                    <a:pos x="1189" y="1127"/>
                  </a:cxn>
                  <a:cxn ang="0">
                    <a:pos x="1273" y="1079"/>
                  </a:cxn>
                  <a:cxn ang="0">
                    <a:pos x="1345" y="1031"/>
                  </a:cxn>
                  <a:cxn ang="0">
                    <a:pos x="1397" y="983"/>
                  </a:cxn>
                  <a:cxn ang="0">
                    <a:pos x="1457" y="951"/>
                  </a:cxn>
                  <a:cxn ang="0">
                    <a:pos x="1517" y="903"/>
                  </a:cxn>
                  <a:cxn ang="0">
                    <a:pos x="1597" y="875"/>
                  </a:cxn>
                  <a:cxn ang="0">
                    <a:pos x="1685" y="855"/>
                  </a:cxn>
                  <a:cxn ang="0">
                    <a:pos x="1765" y="839"/>
                  </a:cxn>
                  <a:cxn ang="0">
                    <a:pos x="1869" y="855"/>
                  </a:cxn>
                  <a:cxn ang="0">
                    <a:pos x="1957" y="879"/>
                  </a:cxn>
                  <a:cxn ang="0">
                    <a:pos x="2049" y="915"/>
                  </a:cxn>
                  <a:cxn ang="0">
                    <a:pos x="2109" y="947"/>
                  </a:cxn>
                  <a:cxn ang="0">
                    <a:pos x="2213" y="991"/>
                  </a:cxn>
                  <a:cxn ang="0">
                    <a:pos x="2261" y="1011"/>
                  </a:cxn>
                  <a:cxn ang="0">
                    <a:pos x="2273" y="971"/>
                  </a:cxn>
                  <a:cxn ang="0">
                    <a:pos x="2249" y="959"/>
                  </a:cxn>
                  <a:cxn ang="0">
                    <a:pos x="2217" y="959"/>
                  </a:cxn>
                  <a:cxn ang="0">
                    <a:pos x="2137" y="963"/>
                  </a:cxn>
                  <a:cxn ang="0">
                    <a:pos x="1757" y="955"/>
                  </a:cxn>
                  <a:cxn ang="0">
                    <a:pos x="1189" y="963"/>
                  </a:cxn>
                  <a:cxn ang="0">
                    <a:pos x="393" y="963"/>
                  </a:cxn>
                  <a:cxn ang="0">
                    <a:pos x="57" y="959"/>
                  </a:cxn>
                </a:cxnLst>
                <a:rect l="0" t="0" r="r" b="b"/>
                <a:pathLst>
                  <a:path w="2275" h="1158">
                    <a:moveTo>
                      <a:pt x="57" y="959"/>
                    </a:moveTo>
                    <a:cubicBezTo>
                      <a:pt x="0" y="946"/>
                      <a:pt x="53" y="1024"/>
                      <a:pt x="53" y="887"/>
                    </a:cubicBezTo>
                    <a:cubicBezTo>
                      <a:pt x="53" y="750"/>
                      <a:pt x="56" y="278"/>
                      <a:pt x="57" y="139"/>
                    </a:cubicBezTo>
                    <a:cubicBezTo>
                      <a:pt x="58" y="0"/>
                      <a:pt x="50" y="68"/>
                      <a:pt x="57" y="55"/>
                    </a:cubicBezTo>
                    <a:cubicBezTo>
                      <a:pt x="64" y="42"/>
                      <a:pt x="82" y="54"/>
                      <a:pt x="97" y="59"/>
                    </a:cubicBezTo>
                    <a:cubicBezTo>
                      <a:pt x="112" y="64"/>
                      <a:pt x="125" y="70"/>
                      <a:pt x="149" y="87"/>
                    </a:cubicBezTo>
                    <a:cubicBezTo>
                      <a:pt x="173" y="104"/>
                      <a:pt x="214" y="137"/>
                      <a:pt x="241" y="163"/>
                    </a:cubicBezTo>
                    <a:cubicBezTo>
                      <a:pt x="268" y="189"/>
                      <a:pt x="286" y="211"/>
                      <a:pt x="309" y="243"/>
                    </a:cubicBezTo>
                    <a:cubicBezTo>
                      <a:pt x="332" y="275"/>
                      <a:pt x="356" y="316"/>
                      <a:pt x="381" y="355"/>
                    </a:cubicBezTo>
                    <a:cubicBezTo>
                      <a:pt x="406" y="394"/>
                      <a:pt x="428" y="430"/>
                      <a:pt x="457" y="479"/>
                    </a:cubicBezTo>
                    <a:cubicBezTo>
                      <a:pt x="486" y="528"/>
                      <a:pt x="526" y="605"/>
                      <a:pt x="553" y="651"/>
                    </a:cubicBezTo>
                    <a:cubicBezTo>
                      <a:pt x="580" y="697"/>
                      <a:pt x="593" y="716"/>
                      <a:pt x="617" y="755"/>
                    </a:cubicBezTo>
                    <a:cubicBezTo>
                      <a:pt x="641" y="794"/>
                      <a:pt x="673" y="852"/>
                      <a:pt x="697" y="887"/>
                    </a:cubicBezTo>
                    <a:cubicBezTo>
                      <a:pt x="721" y="922"/>
                      <a:pt x="742" y="946"/>
                      <a:pt x="761" y="967"/>
                    </a:cubicBezTo>
                    <a:cubicBezTo>
                      <a:pt x="780" y="988"/>
                      <a:pt x="792" y="996"/>
                      <a:pt x="809" y="1015"/>
                    </a:cubicBezTo>
                    <a:cubicBezTo>
                      <a:pt x="826" y="1034"/>
                      <a:pt x="838" y="1063"/>
                      <a:pt x="861" y="1083"/>
                    </a:cubicBezTo>
                    <a:cubicBezTo>
                      <a:pt x="884" y="1103"/>
                      <a:pt x="918" y="1123"/>
                      <a:pt x="949" y="1135"/>
                    </a:cubicBezTo>
                    <a:cubicBezTo>
                      <a:pt x="980" y="1147"/>
                      <a:pt x="1022" y="1152"/>
                      <a:pt x="1049" y="1155"/>
                    </a:cubicBezTo>
                    <a:cubicBezTo>
                      <a:pt x="1076" y="1158"/>
                      <a:pt x="1090" y="1156"/>
                      <a:pt x="1113" y="1151"/>
                    </a:cubicBezTo>
                    <a:cubicBezTo>
                      <a:pt x="1136" y="1146"/>
                      <a:pt x="1162" y="1139"/>
                      <a:pt x="1189" y="1127"/>
                    </a:cubicBezTo>
                    <a:cubicBezTo>
                      <a:pt x="1216" y="1115"/>
                      <a:pt x="1247" y="1095"/>
                      <a:pt x="1273" y="1079"/>
                    </a:cubicBezTo>
                    <a:cubicBezTo>
                      <a:pt x="1299" y="1063"/>
                      <a:pt x="1324" y="1047"/>
                      <a:pt x="1345" y="1031"/>
                    </a:cubicBezTo>
                    <a:cubicBezTo>
                      <a:pt x="1366" y="1015"/>
                      <a:pt x="1378" y="996"/>
                      <a:pt x="1397" y="983"/>
                    </a:cubicBezTo>
                    <a:cubicBezTo>
                      <a:pt x="1416" y="970"/>
                      <a:pt x="1437" y="964"/>
                      <a:pt x="1457" y="951"/>
                    </a:cubicBezTo>
                    <a:cubicBezTo>
                      <a:pt x="1477" y="938"/>
                      <a:pt x="1494" y="916"/>
                      <a:pt x="1517" y="903"/>
                    </a:cubicBezTo>
                    <a:cubicBezTo>
                      <a:pt x="1540" y="890"/>
                      <a:pt x="1569" y="883"/>
                      <a:pt x="1597" y="875"/>
                    </a:cubicBezTo>
                    <a:cubicBezTo>
                      <a:pt x="1625" y="867"/>
                      <a:pt x="1657" y="861"/>
                      <a:pt x="1685" y="855"/>
                    </a:cubicBezTo>
                    <a:cubicBezTo>
                      <a:pt x="1713" y="849"/>
                      <a:pt x="1734" y="839"/>
                      <a:pt x="1765" y="839"/>
                    </a:cubicBezTo>
                    <a:cubicBezTo>
                      <a:pt x="1796" y="839"/>
                      <a:pt x="1837" y="848"/>
                      <a:pt x="1869" y="855"/>
                    </a:cubicBezTo>
                    <a:cubicBezTo>
                      <a:pt x="1901" y="862"/>
                      <a:pt x="1927" y="869"/>
                      <a:pt x="1957" y="879"/>
                    </a:cubicBezTo>
                    <a:cubicBezTo>
                      <a:pt x="1987" y="889"/>
                      <a:pt x="2024" y="904"/>
                      <a:pt x="2049" y="915"/>
                    </a:cubicBezTo>
                    <a:cubicBezTo>
                      <a:pt x="2074" y="926"/>
                      <a:pt x="2082" y="934"/>
                      <a:pt x="2109" y="947"/>
                    </a:cubicBezTo>
                    <a:cubicBezTo>
                      <a:pt x="2136" y="960"/>
                      <a:pt x="2188" y="980"/>
                      <a:pt x="2213" y="991"/>
                    </a:cubicBezTo>
                    <a:cubicBezTo>
                      <a:pt x="2238" y="1002"/>
                      <a:pt x="2251" y="1014"/>
                      <a:pt x="2261" y="1011"/>
                    </a:cubicBezTo>
                    <a:cubicBezTo>
                      <a:pt x="2271" y="1008"/>
                      <a:pt x="2275" y="980"/>
                      <a:pt x="2273" y="971"/>
                    </a:cubicBezTo>
                    <a:cubicBezTo>
                      <a:pt x="2271" y="962"/>
                      <a:pt x="2258" y="961"/>
                      <a:pt x="2249" y="959"/>
                    </a:cubicBezTo>
                    <a:cubicBezTo>
                      <a:pt x="2240" y="957"/>
                      <a:pt x="2236" y="958"/>
                      <a:pt x="2217" y="959"/>
                    </a:cubicBezTo>
                    <a:cubicBezTo>
                      <a:pt x="2198" y="960"/>
                      <a:pt x="2214" y="964"/>
                      <a:pt x="2137" y="963"/>
                    </a:cubicBezTo>
                    <a:cubicBezTo>
                      <a:pt x="2060" y="962"/>
                      <a:pt x="1915" y="955"/>
                      <a:pt x="1757" y="955"/>
                    </a:cubicBezTo>
                    <a:cubicBezTo>
                      <a:pt x="1599" y="955"/>
                      <a:pt x="1416" y="962"/>
                      <a:pt x="1189" y="963"/>
                    </a:cubicBezTo>
                    <a:cubicBezTo>
                      <a:pt x="962" y="964"/>
                      <a:pt x="582" y="963"/>
                      <a:pt x="393" y="963"/>
                    </a:cubicBezTo>
                    <a:cubicBezTo>
                      <a:pt x="204" y="963"/>
                      <a:pt x="114" y="972"/>
                      <a:pt x="57" y="959"/>
                    </a:cubicBezTo>
                    <a:close/>
                  </a:path>
                </a:pathLst>
              </a:custGeom>
              <a:solidFill>
                <a:srgbClr val="FFCCCC"/>
              </a:soli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grpSp>
            <p:nvGrpSpPr>
              <p:cNvPr id="33" name="Group 107">
                <a:extLst>
                  <a:ext uri="{FF2B5EF4-FFF2-40B4-BE49-F238E27FC236}">
                    <a16:creationId xmlns:a16="http://schemas.microsoft.com/office/drawing/2014/main" id="{197FBB7C-8869-E954-36B2-46AC9D5634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0" y="2960"/>
                <a:ext cx="1287" cy="732"/>
                <a:chOff x="2939" y="2570"/>
                <a:chExt cx="2218" cy="1103"/>
              </a:xfrm>
            </p:grpSpPr>
            <p:sp>
              <p:nvSpPr>
                <p:cNvPr id="42" name="Freeform 108">
                  <a:extLst>
                    <a:ext uri="{FF2B5EF4-FFF2-40B4-BE49-F238E27FC236}">
                      <a16:creationId xmlns:a16="http://schemas.microsoft.com/office/drawing/2014/main" id="{6D4F9204-F28B-0A24-730F-1DCE6A3ADD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6" y="3468"/>
                  <a:ext cx="705" cy="205"/>
                </a:xfrm>
                <a:custGeom>
                  <a:avLst/>
                  <a:gdLst/>
                  <a:ahLst/>
                  <a:cxnLst>
                    <a:cxn ang="0">
                      <a:pos x="705" y="7"/>
                    </a:cxn>
                    <a:cxn ang="0">
                      <a:pos x="685" y="21"/>
                    </a:cxn>
                    <a:cxn ang="0">
                      <a:pos x="657" y="40"/>
                    </a:cxn>
                    <a:cxn ang="0">
                      <a:pos x="625" y="63"/>
                    </a:cxn>
                    <a:cxn ang="0">
                      <a:pos x="589" y="86"/>
                    </a:cxn>
                    <a:cxn ang="0">
                      <a:pos x="557" y="110"/>
                    </a:cxn>
                    <a:cxn ang="0">
                      <a:pos x="525" y="129"/>
                    </a:cxn>
                    <a:cxn ang="0">
                      <a:pos x="487" y="150"/>
                    </a:cxn>
                    <a:cxn ang="0">
                      <a:pos x="441" y="175"/>
                    </a:cxn>
                    <a:cxn ang="0">
                      <a:pos x="397" y="191"/>
                    </a:cxn>
                    <a:cxn ang="0">
                      <a:pos x="357" y="200"/>
                    </a:cxn>
                    <a:cxn ang="0">
                      <a:pos x="319" y="205"/>
                    </a:cxn>
                    <a:cxn ang="0">
                      <a:pos x="275" y="203"/>
                    </a:cxn>
                    <a:cxn ang="0">
                      <a:pos x="237" y="193"/>
                    </a:cxn>
                    <a:cxn ang="0">
                      <a:pos x="205" y="182"/>
                    </a:cxn>
                    <a:cxn ang="0">
                      <a:pos x="171" y="161"/>
                    </a:cxn>
                    <a:cxn ang="0">
                      <a:pos x="141" y="143"/>
                    </a:cxn>
                    <a:cxn ang="0">
                      <a:pos x="113" y="118"/>
                    </a:cxn>
                    <a:cxn ang="0">
                      <a:pos x="77" y="85"/>
                    </a:cxn>
                    <a:cxn ang="0">
                      <a:pos x="41" y="4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705" h="205">
                      <a:moveTo>
                        <a:pt x="705" y="7"/>
                      </a:moveTo>
                      <a:cubicBezTo>
                        <a:pt x="699" y="12"/>
                        <a:pt x="693" y="16"/>
                        <a:pt x="685" y="21"/>
                      </a:cubicBezTo>
                      <a:cubicBezTo>
                        <a:pt x="677" y="26"/>
                        <a:pt x="667" y="33"/>
                        <a:pt x="657" y="40"/>
                      </a:cubicBezTo>
                      <a:cubicBezTo>
                        <a:pt x="647" y="47"/>
                        <a:pt x="636" y="55"/>
                        <a:pt x="625" y="63"/>
                      </a:cubicBezTo>
                      <a:cubicBezTo>
                        <a:pt x="614" y="71"/>
                        <a:pt x="600" y="78"/>
                        <a:pt x="589" y="86"/>
                      </a:cubicBezTo>
                      <a:cubicBezTo>
                        <a:pt x="578" y="93"/>
                        <a:pt x="568" y="103"/>
                        <a:pt x="557" y="110"/>
                      </a:cubicBezTo>
                      <a:cubicBezTo>
                        <a:pt x="546" y="118"/>
                        <a:pt x="537" y="123"/>
                        <a:pt x="525" y="129"/>
                      </a:cubicBezTo>
                      <a:cubicBezTo>
                        <a:pt x="513" y="136"/>
                        <a:pt x="501" y="143"/>
                        <a:pt x="487" y="150"/>
                      </a:cubicBezTo>
                      <a:cubicBezTo>
                        <a:pt x="473" y="158"/>
                        <a:pt x="456" y="169"/>
                        <a:pt x="441" y="175"/>
                      </a:cubicBezTo>
                      <a:cubicBezTo>
                        <a:pt x="426" y="182"/>
                        <a:pt x="411" y="187"/>
                        <a:pt x="397" y="191"/>
                      </a:cubicBezTo>
                      <a:cubicBezTo>
                        <a:pt x="383" y="195"/>
                        <a:pt x="370" y="198"/>
                        <a:pt x="357" y="200"/>
                      </a:cubicBezTo>
                      <a:cubicBezTo>
                        <a:pt x="344" y="203"/>
                        <a:pt x="333" y="204"/>
                        <a:pt x="319" y="205"/>
                      </a:cubicBezTo>
                      <a:cubicBezTo>
                        <a:pt x="305" y="205"/>
                        <a:pt x="289" y="205"/>
                        <a:pt x="275" y="203"/>
                      </a:cubicBezTo>
                      <a:cubicBezTo>
                        <a:pt x="261" y="201"/>
                        <a:pt x="249" y="197"/>
                        <a:pt x="237" y="193"/>
                      </a:cubicBezTo>
                      <a:cubicBezTo>
                        <a:pt x="225" y="189"/>
                        <a:pt x="216" y="187"/>
                        <a:pt x="205" y="182"/>
                      </a:cubicBezTo>
                      <a:cubicBezTo>
                        <a:pt x="194" y="176"/>
                        <a:pt x="182" y="168"/>
                        <a:pt x="171" y="161"/>
                      </a:cubicBezTo>
                      <a:cubicBezTo>
                        <a:pt x="160" y="155"/>
                        <a:pt x="151" y="150"/>
                        <a:pt x="141" y="143"/>
                      </a:cubicBezTo>
                      <a:cubicBezTo>
                        <a:pt x="131" y="136"/>
                        <a:pt x="124" y="128"/>
                        <a:pt x="113" y="118"/>
                      </a:cubicBezTo>
                      <a:cubicBezTo>
                        <a:pt x="102" y="108"/>
                        <a:pt x="89" y="97"/>
                        <a:pt x="77" y="85"/>
                      </a:cubicBezTo>
                      <a:cubicBezTo>
                        <a:pt x="65" y="73"/>
                        <a:pt x="54" y="57"/>
                        <a:pt x="41" y="43"/>
                      </a:cubicBezTo>
                      <a:cubicBezTo>
                        <a:pt x="28" y="29"/>
                        <a:pt x="9" y="9"/>
                        <a:pt x="0" y="0"/>
                      </a:cubicBezTo>
                    </a:path>
                  </a:pathLst>
                </a:custGeom>
                <a:solidFill>
                  <a:srgbClr val="FFCCCC"/>
                </a:solidFill>
                <a:ln w="3810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3" name="Freeform 109">
                  <a:extLst>
                    <a:ext uri="{FF2B5EF4-FFF2-40B4-BE49-F238E27FC236}">
                      <a16:creationId xmlns:a16="http://schemas.microsoft.com/office/drawing/2014/main" id="{9FAB5DDC-01F9-8BD2-17B3-F7526FA683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2939" y="2570"/>
                  <a:ext cx="693" cy="904"/>
                </a:xfrm>
                <a:custGeom>
                  <a:avLst/>
                  <a:gdLst/>
                  <a:ahLst/>
                  <a:cxnLst>
                    <a:cxn ang="0">
                      <a:pos x="0" y="904"/>
                    </a:cxn>
                    <a:cxn ang="0">
                      <a:pos x="44" y="844"/>
                    </a:cxn>
                    <a:cxn ang="0">
                      <a:pos x="108" y="742"/>
                    </a:cxn>
                    <a:cxn ang="0">
                      <a:pos x="177" y="627"/>
                    </a:cxn>
                    <a:cxn ang="0">
                      <a:pos x="240" y="515"/>
                    </a:cxn>
                    <a:cxn ang="0">
                      <a:pos x="323" y="365"/>
                    </a:cxn>
                    <a:cxn ang="0">
                      <a:pos x="390" y="258"/>
                    </a:cxn>
                    <a:cxn ang="0">
                      <a:pos x="441" y="180"/>
                    </a:cxn>
                    <a:cxn ang="0">
                      <a:pos x="506" y="109"/>
                    </a:cxn>
                    <a:cxn ang="0">
                      <a:pos x="576" y="50"/>
                    </a:cxn>
                    <a:cxn ang="0">
                      <a:pos x="626" y="16"/>
                    </a:cxn>
                    <a:cxn ang="0">
                      <a:pos x="693" y="0"/>
                    </a:cxn>
                  </a:cxnLst>
                  <a:rect l="0" t="0" r="r" b="b"/>
                  <a:pathLst>
                    <a:path w="693" h="904">
                      <a:moveTo>
                        <a:pt x="0" y="904"/>
                      </a:moveTo>
                      <a:cubicBezTo>
                        <a:pt x="12" y="888"/>
                        <a:pt x="26" y="871"/>
                        <a:pt x="44" y="844"/>
                      </a:cubicBezTo>
                      <a:cubicBezTo>
                        <a:pt x="62" y="817"/>
                        <a:pt x="86" y="778"/>
                        <a:pt x="108" y="742"/>
                      </a:cubicBezTo>
                      <a:cubicBezTo>
                        <a:pt x="130" y="706"/>
                        <a:pt x="155" y="665"/>
                        <a:pt x="177" y="627"/>
                      </a:cubicBezTo>
                      <a:cubicBezTo>
                        <a:pt x="199" y="589"/>
                        <a:pt x="216" y="559"/>
                        <a:pt x="240" y="515"/>
                      </a:cubicBezTo>
                      <a:cubicBezTo>
                        <a:pt x="264" y="472"/>
                        <a:pt x="298" y="408"/>
                        <a:pt x="323" y="365"/>
                      </a:cubicBezTo>
                      <a:cubicBezTo>
                        <a:pt x="348" y="322"/>
                        <a:pt x="370" y="289"/>
                        <a:pt x="390" y="258"/>
                      </a:cubicBezTo>
                      <a:cubicBezTo>
                        <a:pt x="410" y="227"/>
                        <a:pt x="422" y="205"/>
                        <a:pt x="441" y="180"/>
                      </a:cubicBezTo>
                      <a:cubicBezTo>
                        <a:pt x="460" y="155"/>
                        <a:pt x="483" y="131"/>
                        <a:pt x="506" y="109"/>
                      </a:cubicBezTo>
                      <a:cubicBezTo>
                        <a:pt x="529" y="87"/>
                        <a:pt x="556" y="65"/>
                        <a:pt x="576" y="50"/>
                      </a:cubicBezTo>
                      <a:cubicBezTo>
                        <a:pt x="596" y="34"/>
                        <a:pt x="606" y="24"/>
                        <a:pt x="626" y="16"/>
                      </a:cubicBezTo>
                      <a:cubicBezTo>
                        <a:pt x="646" y="8"/>
                        <a:pt x="679" y="3"/>
                        <a:pt x="693" y="0"/>
                      </a:cubicBezTo>
                    </a:path>
                  </a:pathLst>
                </a:custGeom>
                <a:solidFill>
                  <a:srgbClr val="FFCCCC"/>
                </a:solidFill>
                <a:ln w="3810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4" name="Freeform 110">
                  <a:extLst>
                    <a:ext uri="{FF2B5EF4-FFF2-40B4-BE49-F238E27FC236}">
                      <a16:creationId xmlns:a16="http://schemas.microsoft.com/office/drawing/2014/main" id="{32729D80-3EEC-524E-9EC9-8BE67AE39A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31" y="3358"/>
                  <a:ext cx="826" cy="169"/>
                </a:xfrm>
                <a:custGeom>
                  <a:avLst/>
                  <a:gdLst/>
                  <a:ahLst/>
                  <a:cxnLst>
                    <a:cxn ang="0">
                      <a:pos x="826" y="169"/>
                    </a:cxn>
                    <a:cxn ang="0">
                      <a:pos x="795" y="161"/>
                    </a:cxn>
                    <a:cxn ang="0">
                      <a:pos x="750" y="143"/>
                    </a:cxn>
                    <a:cxn ang="0">
                      <a:pos x="718" y="131"/>
                    </a:cxn>
                    <a:cxn ang="0">
                      <a:pos x="699" y="124"/>
                    </a:cxn>
                    <a:cxn ang="0">
                      <a:pos x="678" y="110"/>
                    </a:cxn>
                    <a:cxn ang="0">
                      <a:pos x="642" y="95"/>
                    </a:cxn>
                    <a:cxn ang="0">
                      <a:pos x="608" y="80"/>
                    </a:cxn>
                    <a:cxn ang="0">
                      <a:pos x="564" y="62"/>
                    </a:cxn>
                    <a:cxn ang="0">
                      <a:pos x="524" y="44"/>
                    </a:cxn>
                    <a:cxn ang="0">
                      <a:pos x="486" y="30"/>
                    </a:cxn>
                    <a:cxn ang="0">
                      <a:pos x="450" y="21"/>
                    </a:cxn>
                    <a:cxn ang="0">
                      <a:pos x="422" y="14"/>
                    </a:cxn>
                    <a:cxn ang="0">
                      <a:pos x="386" y="6"/>
                    </a:cxn>
                    <a:cxn ang="0">
                      <a:pos x="348" y="2"/>
                    </a:cxn>
                    <a:cxn ang="0">
                      <a:pos x="322" y="0"/>
                    </a:cxn>
                    <a:cxn ang="0">
                      <a:pos x="278" y="2"/>
                    </a:cxn>
                    <a:cxn ang="0">
                      <a:pos x="230" y="10"/>
                    </a:cxn>
                    <a:cxn ang="0">
                      <a:pos x="192" y="20"/>
                    </a:cxn>
                    <a:cxn ang="0">
                      <a:pos x="156" y="32"/>
                    </a:cxn>
                    <a:cxn ang="0">
                      <a:pos x="122" y="47"/>
                    </a:cxn>
                    <a:cxn ang="0">
                      <a:pos x="88" y="65"/>
                    </a:cxn>
                    <a:cxn ang="0">
                      <a:pos x="56" y="81"/>
                    </a:cxn>
                    <a:cxn ang="0">
                      <a:pos x="24" y="101"/>
                    </a:cxn>
                    <a:cxn ang="0">
                      <a:pos x="0" y="118"/>
                    </a:cxn>
                  </a:cxnLst>
                  <a:rect l="0" t="0" r="r" b="b"/>
                  <a:pathLst>
                    <a:path w="826" h="169">
                      <a:moveTo>
                        <a:pt x="826" y="169"/>
                      </a:moveTo>
                      <a:cubicBezTo>
                        <a:pt x="821" y="168"/>
                        <a:pt x="808" y="165"/>
                        <a:pt x="795" y="161"/>
                      </a:cubicBezTo>
                      <a:cubicBezTo>
                        <a:pt x="782" y="157"/>
                        <a:pt x="763" y="148"/>
                        <a:pt x="750" y="143"/>
                      </a:cubicBezTo>
                      <a:cubicBezTo>
                        <a:pt x="737" y="138"/>
                        <a:pt x="726" y="134"/>
                        <a:pt x="718" y="131"/>
                      </a:cubicBezTo>
                      <a:cubicBezTo>
                        <a:pt x="710" y="128"/>
                        <a:pt x="706" y="128"/>
                        <a:pt x="699" y="124"/>
                      </a:cubicBezTo>
                      <a:cubicBezTo>
                        <a:pt x="692" y="120"/>
                        <a:pt x="687" y="115"/>
                        <a:pt x="678" y="110"/>
                      </a:cubicBezTo>
                      <a:cubicBezTo>
                        <a:pt x="669" y="105"/>
                        <a:pt x="654" y="100"/>
                        <a:pt x="642" y="95"/>
                      </a:cubicBezTo>
                      <a:cubicBezTo>
                        <a:pt x="630" y="90"/>
                        <a:pt x="621" y="85"/>
                        <a:pt x="608" y="80"/>
                      </a:cubicBezTo>
                      <a:cubicBezTo>
                        <a:pt x="595" y="74"/>
                        <a:pt x="578" y="69"/>
                        <a:pt x="564" y="62"/>
                      </a:cubicBezTo>
                      <a:cubicBezTo>
                        <a:pt x="550" y="56"/>
                        <a:pt x="537" y="49"/>
                        <a:pt x="524" y="44"/>
                      </a:cubicBezTo>
                      <a:cubicBezTo>
                        <a:pt x="511" y="38"/>
                        <a:pt x="498" y="34"/>
                        <a:pt x="486" y="30"/>
                      </a:cubicBezTo>
                      <a:cubicBezTo>
                        <a:pt x="474" y="27"/>
                        <a:pt x="461" y="23"/>
                        <a:pt x="450" y="21"/>
                      </a:cubicBezTo>
                      <a:cubicBezTo>
                        <a:pt x="439" y="18"/>
                        <a:pt x="433" y="16"/>
                        <a:pt x="422" y="14"/>
                      </a:cubicBezTo>
                      <a:cubicBezTo>
                        <a:pt x="411" y="12"/>
                        <a:pt x="398" y="8"/>
                        <a:pt x="386" y="6"/>
                      </a:cubicBezTo>
                      <a:cubicBezTo>
                        <a:pt x="374" y="4"/>
                        <a:pt x="359" y="3"/>
                        <a:pt x="348" y="2"/>
                      </a:cubicBezTo>
                      <a:cubicBezTo>
                        <a:pt x="337" y="2"/>
                        <a:pt x="334" y="0"/>
                        <a:pt x="322" y="0"/>
                      </a:cubicBezTo>
                      <a:cubicBezTo>
                        <a:pt x="310" y="0"/>
                        <a:pt x="293" y="1"/>
                        <a:pt x="278" y="2"/>
                      </a:cubicBezTo>
                      <a:cubicBezTo>
                        <a:pt x="263" y="4"/>
                        <a:pt x="244" y="7"/>
                        <a:pt x="230" y="10"/>
                      </a:cubicBezTo>
                      <a:cubicBezTo>
                        <a:pt x="216" y="13"/>
                        <a:pt x="204" y="16"/>
                        <a:pt x="192" y="20"/>
                      </a:cubicBezTo>
                      <a:cubicBezTo>
                        <a:pt x="180" y="23"/>
                        <a:pt x="168" y="28"/>
                        <a:pt x="156" y="32"/>
                      </a:cubicBezTo>
                      <a:cubicBezTo>
                        <a:pt x="144" y="37"/>
                        <a:pt x="133" y="42"/>
                        <a:pt x="122" y="47"/>
                      </a:cubicBezTo>
                      <a:cubicBezTo>
                        <a:pt x="111" y="52"/>
                        <a:pt x="99" y="59"/>
                        <a:pt x="88" y="65"/>
                      </a:cubicBezTo>
                      <a:cubicBezTo>
                        <a:pt x="77" y="71"/>
                        <a:pt x="67" y="75"/>
                        <a:pt x="56" y="81"/>
                      </a:cubicBezTo>
                      <a:cubicBezTo>
                        <a:pt x="45" y="88"/>
                        <a:pt x="33" y="95"/>
                        <a:pt x="24" y="101"/>
                      </a:cubicBezTo>
                      <a:cubicBezTo>
                        <a:pt x="15" y="107"/>
                        <a:pt x="8" y="112"/>
                        <a:pt x="0" y="118"/>
                      </a:cubicBezTo>
                    </a:path>
                  </a:pathLst>
                </a:custGeom>
                <a:solidFill>
                  <a:srgbClr val="FFCCCC"/>
                </a:solidFill>
                <a:ln w="3810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</p:grpSp>
          <p:sp>
            <p:nvSpPr>
              <p:cNvPr id="34" name="Line 111">
                <a:extLst>
                  <a:ext uri="{FF2B5EF4-FFF2-40B4-BE49-F238E27FC236}">
                    <a16:creationId xmlns:a16="http://schemas.microsoft.com/office/drawing/2014/main" id="{17C1FC9D-6CD7-329D-1593-CB5BBA3682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" y="3570"/>
                <a:ext cx="27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5" name="Line 112">
                <a:extLst>
                  <a:ext uri="{FF2B5EF4-FFF2-40B4-BE49-F238E27FC236}">
                    <a16:creationId xmlns:a16="http://schemas.microsoft.com/office/drawing/2014/main" id="{E9EFB36A-E130-CAC1-7A24-619F6C6113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92" y="2647"/>
                <a:ext cx="0" cy="10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6" name="Line 132">
                <a:extLst>
                  <a:ext uri="{FF2B5EF4-FFF2-40B4-BE49-F238E27FC236}">
                    <a16:creationId xmlns:a16="http://schemas.microsoft.com/office/drawing/2014/main" id="{ED1DADB1-1CE8-B662-ACF6-B8AA0C75A9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96" y="3531"/>
                <a:ext cx="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7" name="Line 133">
                <a:extLst>
                  <a:ext uri="{FF2B5EF4-FFF2-40B4-BE49-F238E27FC236}">
                    <a16:creationId xmlns:a16="http://schemas.microsoft.com/office/drawing/2014/main" id="{080115D1-3A87-5CD8-7F4A-224ED17E33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92" y="3529"/>
                <a:ext cx="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38" name="Object 138">
                    <a:extLst>
                      <a:ext uri="{FF2B5EF4-FFF2-40B4-BE49-F238E27FC236}">
                        <a16:creationId xmlns:a16="http://schemas.microsoft.com/office/drawing/2014/main" id="{D660E81B-C449-96C3-FBCF-D7BB815BB6F4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87" y="3569"/>
                  <a:ext cx="276" cy="19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0" imgW="291960" imgH="203040" progId="Equation.3">
                          <p:embed/>
                        </p:oleObj>
                      </mc:Choice>
                      <mc:Fallback>
                        <p:oleObj name="Equation" r:id="rId40" imgW="291960" imgH="203040" progId="Equation.3">
                          <p:embed/>
                          <p:pic>
                            <p:nvPicPr>
                              <p:cNvPr id="135" name="Object 13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1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87" y="3569"/>
                                <a:ext cx="276" cy="19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38" name="Object 138">
                    <a:extLst>
                      <a:ext uri="{FF2B5EF4-FFF2-40B4-BE49-F238E27FC236}">
                        <a16:creationId xmlns:a16="http://schemas.microsoft.com/office/drawing/2014/main" id="{D660E81B-C449-96C3-FBCF-D7BB815BB6F4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87" y="3569"/>
                  <a:ext cx="276" cy="19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0" imgW="291960" imgH="203040" progId="Equation.3">
                          <p:embed/>
                        </p:oleObj>
                      </mc:Choice>
                      <mc:Fallback>
                        <p:oleObj name="Equation" r:id="rId40" imgW="291960" imgH="203040" progId="Equation.3">
                          <p:embed/>
                          <p:pic>
                            <p:nvPicPr>
                              <p:cNvPr id="135" name="Object 13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87" y="3569"/>
                                <a:ext cx="276" cy="19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39" name="Object 139">
                    <a:extLst>
                      <a:ext uri="{FF2B5EF4-FFF2-40B4-BE49-F238E27FC236}">
                        <a16:creationId xmlns:a16="http://schemas.microsoft.com/office/drawing/2014/main" id="{59F3FF67-E93A-1B4E-7A7C-8711B2A90781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951" y="3606"/>
                  <a:ext cx="204" cy="156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2" imgW="215640" imgH="164880" progId="Equation.3">
                          <p:embed/>
                        </p:oleObj>
                      </mc:Choice>
                      <mc:Fallback>
                        <p:oleObj name="Equation" r:id="rId42" imgW="215640" imgH="164880" progId="Equation.3">
                          <p:embed/>
                          <p:pic>
                            <p:nvPicPr>
                              <p:cNvPr id="136" name="Object 13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3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951" y="3606"/>
                                <a:ext cx="204" cy="156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39" name="Object 139">
                    <a:extLst>
                      <a:ext uri="{FF2B5EF4-FFF2-40B4-BE49-F238E27FC236}">
                        <a16:creationId xmlns:a16="http://schemas.microsoft.com/office/drawing/2014/main" id="{59F3FF67-E93A-1B4E-7A7C-8711B2A90781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951" y="3606"/>
                  <a:ext cx="204" cy="156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2" imgW="215640" imgH="164880" progId="Equation.3">
                          <p:embed/>
                        </p:oleObj>
                      </mc:Choice>
                      <mc:Fallback>
                        <p:oleObj name="Equation" r:id="rId42" imgW="215640" imgH="164880" progId="Equation.3">
                          <p:embed/>
                          <p:pic>
                            <p:nvPicPr>
                              <p:cNvPr id="136" name="Object 13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951" y="3606"/>
                                <a:ext cx="204" cy="156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40" name="Line 140">
                <a:extLst>
                  <a:ext uri="{FF2B5EF4-FFF2-40B4-BE49-F238E27FC236}">
                    <a16:creationId xmlns:a16="http://schemas.microsoft.com/office/drawing/2014/main" id="{271A82E0-0704-3EBE-3529-A8CCA2790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91" y="3532"/>
                <a:ext cx="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" name="Line 141">
                <a:extLst>
                  <a:ext uri="{FF2B5EF4-FFF2-40B4-BE49-F238E27FC236}">
                    <a16:creationId xmlns:a16="http://schemas.microsoft.com/office/drawing/2014/main" id="{9661B6BA-1F9F-C96D-07C5-3FF25DBA8D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87" y="3530"/>
                <a:ext cx="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11" name="Group 148">
              <a:extLst>
                <a:ext uri="{FF2B5EF4-FFF2-40B4-BE49-F238E27FC236}">
                  <a16:creationId xmlns:a16="http://schemas.microsoft.com/office/drawing/2014/main" id="{CEB9E68B-CAB2-0BF4-994E-EB0BB31396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40363" y="3668713"/>
              <a:ext cx="2828925" cy="2030412"/>
              <a:chOff x="3427" y="2611"/>
              <a:chExt cx="1782" cy="1279"/>
            </a:xfrm>
          </p:grpSpPr>
          <p:sp>
            <p:nvSpPr>
              <p:cNvPr id="13" name="Line 117">
                <a:extLst>
                  <a:ext uri="{FF2B5EF4-FFF2-40B4-BE49-F238E27FC236}">
                    <a16:creationId xmlns:a16="http://schemas.microsoft.com/office/drawing/2014/main" id="{C5FD71E6-FBFD-EFD2-D964-1002E54ED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27" y="3567"/>
                <a:ext cx="17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14" name="Object 118">
                    <a:extLst>
                      <a:ext uri="{FF2B5EF4-FFF2-40B4-BE49-F238E27FC236}">
                        <a16:creationId xmlns:a16="http://schemas.microsoft.com/office/drawing/2014/main" id="{C92DF7A1-3EDF-A604-04EA-2C9BD68FD4D2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907" y="3595"/>
                  <a:ext cx="181" cy="184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44" imgW="164880" imgH="203040" progId="Equation.3">
                          <p:embed/>
                        </p:oleObj>
                      </mc:Choice>
                      <mc:Fallback>
                        <p:oleObj name="Equação" r:id="rId44" imgW="164880" imgH="203040" progId="Equation.3">
                          <p:embed/>
                          <p:pic>
                            <p:nvPicPr>
                              <p:cNvPr id="147" name="Object 11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5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907" y="3595"/>
                                <a:ext cx="181" cy="184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14" name="Object 118">
                    <a:extLst>
                      <a:ext uri="{FF2B5EF4-FFF2-40B4-BE49-F238E27FC236}">
                        <a16:creationId xmlns:a16="http://schemas.microsoft.com/office/drawing/2014/main" id="{C92DF7A1-3EDF-A604-04EA-2C9BD68FD4D2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907" y="3595"/>
                  <a:ext cx="181" cy="184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44" imgW="164880" imgH="203040" progId="Equation.3">
                          <p:embed/>
                        </p:oleObj>
                      </mc:Choice>
                      <mc:Fallback>
                        <p:oleObj name="Equação" r:id="rId44" imgW="164880" imgH="203040" progId="Equation.3">
                          <p:embed/>
                          <p:pic>
                            <p:nvPicPr>
                              <p:cNvPr id="147" name="Object 11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907" y="3595"/>
                                <a:ext cx="181" cy="184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15" name="Object 120">
                    <a:extLst>
                      <a:ext uri="{FF2B5EF4-FFF2-40B4-BE49-F238E27FC236}">
                        <a16:creationId xmlns:a16="http://schemas.microsoft.com/office/drawing/2014/main" id="{B5B4D415-A664-D1D3-1372-315EC423E0C9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075" y="3574"/>
                  <a:ext cx="136" cy="16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46" imgW="126720" imgH="177480" progId="Equation.3">
                          <p:embed/>
                        </p:oleObj>
                      </mc:Choice>
                      <mc:Fallback>
                        <p:oleObj name="Equação" r:id="rId46" imgW="126720" imgH="177480" progId="Equation.3">
                          <p:embed/>
                          <p:pic>
                            <p:nvPicPr>
                              <p:cNvPr id="148" name="Object 12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6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75" y="3574"/>
                                <a:ext cx="136" cy="161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15" name="Object 120">
                    <a:extLst>
                      <a:ext uri="{FF2B5EF4-FFF2-40B4-BE49-F238E27FC236}">
                        <a16:creationId xmlns:a16="http://schemas.microsoft.com/office/drawing/2014/main" id="{B5B4D415-A664-D1D3-1372-315EC423E0C9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075" y="3574"/>
                  <a:ext cx="136" cy="16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ção" r:id="rId46" imgW="126720" imgH="177480" progId="Equation.3">
                          <p:embed/>
                        </p:oleObj>
                      </mc:Choice>
                      <mc:Fallback>
                        <p:oleObj name="Equação" r:id="rId46" imgW="126720" imgH="177480" progId="Equation.3">
                          <p:embed/>
                          <p:pic>
                            <p:nvPicPr>
                              <p:cNvPr id="148" name="Object 12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75" y="3574"/>
                                <a:ext cx="136" cy="161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16" name="Freeform 121">
                <a:extLst>
                  <a:ext uri="{FF2B5EF4-FFF2-40B4-BE49-F238E27FC236}">
                    <a16:creationId xmlns:a16="http://schemas.microsoft.com/office/drawing/2014/main" id="{103C8B4B-AA06-322C-2672-AD3EC1F02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8" y="3038"/>
                <a:ext cx="1760" cy="520"/>
              </a:xfrm>
              <a:custGeom>
                <a:avLst/>
                <a:gdLst/>
                <a:ahLst/>
                <a:cxnLst>
                  <a:cxn ang="0">
                    <a:pos x="0" y="670"/>
                  </a:cxn>
                  <a:cxn ang="0">
                    <a:pos x="367" y="667"/>
                  </a:cxn>
                  <a:cxn ang="0">
                    <a:pos x="367" y="0"/>
                  </a:cxn>
                  <a:cxn ang="0">
                    <a:pos x="1233" y="1"/>
                  </a:cxn>
                  <a:cxn ang="0">
                    <a:pos x="1232" y="667"/>
                  </a:cxn>
                  <a:cxn ang="0">
                    <a:pos x="1760" y="670"/>
                  </a:cxn>
                </a:cxnLst>
                <a:rect l="0" t="0" r="r" b="b"/>
                <a:pathLst>
                  <a:path w="1760" h="670">
                    <a:moveTo>
                      <a:pt x="0" y="670"/>
                    </a:moveTo>
                    <a:lnTo>
                      <a:pt x="367" y="667"/>
                    </a:lnTo>
                    <a:lnTo>
                      <a:pt x="367" y="0"/>
                    </a:lnTo>
                    <a:lnTo>
                      <a:pt x="1233" y="1"/>
                    </a:lnTo>
                    <a:lnTo>
                      <a:pt x="1232" y="667"/>
                    </a:lnTo>
                    <a:lnTo>
                      <a:pt x="1760" y="670"/>
                    </a:lnTo>
                  </a:path>
                </a:pathLst>
              </a:custGeom>
              <a:solidFill>
                <a:srgbClr val="CCFFCC"/>
              </a:solidFill>
              <a:ln w="38100" cap="flat" cmpd="sng">
                <a:solidFill>
                  <a:srgbClr val="00666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7" name="Line 122">
                <a:extLst>
                  <a:ext uri="{FF2B5EF4-FFF2-40B4-BE49-F238E27FC236}">
                    <a16:creationId xmlns:a16="http://schemas.microsoft.com/office/drawing/2014/main" id="{64C99EA4-8C25-BBB9-E11E-7837A8EC62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2634"/>
                <a:ext cx="0" cy="106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18" name="Object 123">
                    <a:extLst>
                      <a:ext uri="{FF2B5EF4-FFF2-40B4-BE49-F238E27FC236}">
                        <a16:creationId xmlns:a16="http://schemas.microsoft.com/office/drawing/2014/main" id="{18051A3A-E836-A88B-EA44-BEC1129A2C49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3841" y="2611"/>
                  <a:ext cx="384" cy="19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7" imgW="406080" imgH="203040" progId="Equation.3">
                          <p:embed/>
                        </p:oleObj>
                      </mc:Choice>
                      <mc:Fallback>
                        <p:oleObj name="Equation" r:id="rId47" imgW="406080" imgH="203040" progId="Equation.3">
                          <p:embed/>
                          <p:pic>
                            <p:nvPicPr>
                              <p:cNvPr id="151" name="Object 123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48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841" y="2611"/>
                                <a:ext cx="384" cy="19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18" name="Object 123">
                    <a:extLst>
                      <a:ext uri="{FF2B5EF4-FFF2-40B4-BE49-F238E27FC236}">
                        <a16:creationId xmlns:a16="http://schemas.microsoft.com/office/drawing/2014/main" id="{18051A3A-E836-A88B-EA44-BEC1129A2C49}"/>
                      </a:ext>
                    </a:extLst>
                  </p:cNvPr>
                  <p:cNvGraphicFramePr>
                    <a:graphicFrameLocks/>
                  </p:cNvGraphicFramePr>
                  <p:nvPr/>
                </p:nvGraphicFramePr>
                <p:xfrm>
                  <a:off x="3841" y="2611"/>
                  <a:ext cx="384" cy="19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7" imgW="406080" imgH="203040" progId="Equation.3">
                          <p:embed/>
                        </p:oleObj>
                      </mc:Choice>
                      <mc:Fallback>
                        <p:oleObj name="Equation" r:id="rId47" imgW="406080" imgH="203040" progId="Equation.3">
                          <p:embed/>
                          <p:pic>
                            <p:nvPicPr>
                              <p:cNvPr id="151" name="Object 123"/>
                              <p:cNvPicPr>
                                <a:picLocks noChangeArrowheads="1"/>
                              </p:cNvPicPr>
                              <p:nvPr/>
                            </p:nvPicPr>
                            <p:blipFill>
                              <a:blip r:embed="rId4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841" y="2611"/>
                                <a:ext cx="384" cy="192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20" name="Object 125">
                    <a:extLst>
                      <a:ext uri="{FF2B5EF4-FFF2-40B4-BE49-F238E27FC236}">
                        <a16:creationId xmlns:a16="http://schemas.microsoft.com/office/drawing/2014/main" id="{DF68CA27-EB05-7C18-5083-197B98EB54D3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565" y="3572"/>
                  <a:ext cx="216" cy="31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9" imgW="228600" imgH="330120" progId="Equation.3">
                          <p:embed/>
                        </p:oleObj>
                      </mc:Choice>
                      <mc:Fallback>
                        <p:oleObj name="Equation" r:id="rId49" imgW="228600" imgH="330120" progId="Equation.3">
                          <p:embed/>
                          <p:pic>
                            <p:nvPicPr>
                              <p:cNvPr id="153" name="Object 12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0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565" y="3572"/>
                                <a:ext cx="216" cy="31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20" name="Object 125">
                    <a:extLst>
                      <a:ext uri="{FF2B5EF4-FFF2-40B4-BE49-F238E27FC236}">
                        <a16:creationId xmlns:a16="http://schemas.microsoft.com/office/drawing/2014/main" id="{DF68CA27-EB05-7C18-5083-197B98EB54D3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565" y="3572"/>
                  <a:ext cx="216" cy="31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9" imgW="228600" imgH="330120" progId="Equation.3">
                          <p:embed/>
                        </p:oleObj>
                      </mc:Choice>
                      <mc:Fallback>
                        <p:oleObj name="Equation" r:id="rId49" imgW="228600" imgH="330120" progId="Equation.3">
                          <p:embed/>
                          <p:pic>
                            <p:nvPicPr>
                              <p:cNvPr id="153" name="Object 12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565" y="3572"/>
                                <a:ext cx="216" cy="31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graphicFrame>
                <p:nvGraphicFramePr>
                  <p:cNvPr id="21" name="Object 143">
                    <a:extLst>
                      <a:ext uri="{FF2B5EF4-FFF2-40B4-BE49-F238E27FC236}">
                        <a16:creationId xmlns:a16="http://schemas.microsoft.com/office/drawing/2014/main" id="{9568FF26-55D4-C3A5-7BCB-67F7E2D4A9FB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624" y="3580"/>
                  <a:ext cx="324" cy="31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51" imgW="342720" imgH="330120" progId="Equation.3">
                          <p:embed/>
                        </p:oleObj>
                      </mc:Choice>
                      <mc:Fallback>
                        <p:oleObj name="Equation" r:id="rId51" imgW="342720" imgH="330120" progId="Equation.3">
                          <p:embed/>
                          <p:pic>
                            <p:nvPicPr>
                              <p:cNvPr id="154" name="Object 14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2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624" y="3580"/>
                                <a:ext cx="324" cy="31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>
              <p:graphicFrame>
                <p:nvGraphicFramePr>
                  <p:cNvPr id="21" name="Object 143">
                    <a:extLst>
                      <a:ext uri="{FF2B5EF4-FFF2-40B4-BE49-F238E27FC236}">
                        <a16:creationId xmlns:a16="http://schemas.microsoft.com/office/drawing/2014/main" id="{9568FF26-55D4-C3A5-7BCB-67F7E2D4A9FB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624" y="3580"/>
                  <a:ext cx="324" cy="31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51" imgW="342720" imgH="330120" progId="Equation.3">
                          <p:embed/>
                        </p:oleObj>
                      </mc:Choice>
                      <mc:Fallback>
                        <p:oleObj name="Equation" r:id="rId51" imgW="342720" imgH="330120" progId="Equation.3">
                          <p:embed/>
                          <p:pic>
                            <p:nvPicPr>
                              <p:cNvPr id="154" name="Object 14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2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624" y="3580"/>
                                <a:ext cx="324" cy="31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22" name="Line 145">
                <a:extLst>
                  <a:ext uri="{FF2B5EF4-FFF2-40B4-BE49-F238E27FC236}">
                    <a16:creationId xmlns:a16="http://schemas.microsoft.com/office/drawing/2014/main" id="{E9994FAD-73D0-35DD-B039-BD147BA4F6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55" y="3700"/>
                <a:ext cx="1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2" name="Line 147">
              <a:extLst>
                <a:ext uri="{FF2B5EF4-FFF2-40B4-BE49-F238E27FC236}">
                  <a16:creationId xmlns:a16="http://schemas.microsoft.com/office/drawing/2014/main" id="{5BC339E6-AB8A-8A39-50D7-87455F94DE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0913" y="3130550"/>
              <a:ext cx="2444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EC572833-9BDB-CF4E-402B-57130F196066}"/>
              </a:ext>
            </a:extLst>
          </p:cNvPr>
          <p:cNvSpPr txBox="1"/>
          <p:nvPr/>
        </p:nvSpPr>
        <p:spPr>
          <a:xfrm>
            <a:off x="1325880" y="2249424"/>
            <a:ext cx="104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Exemplo: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Object 37">
                <a:extLst>
                  <a:ext uri="{FF2B5EF4-FFF2-40B4-BE49-F238E27FC236}">
                    <a16:creationId xmlns:a16="http://schemas.microsoft.com/office/drawing/2014/main" id="{582F00E1-2E05-19CA-0C1A-EE79D768FC20}"/>
                  </a:ext>
                </a:extLst>
              </p:cNvPr>
              <p:cNvSpPr txBox="1"/>
              <p:nvPr/>
            </p:nvSpPr>
            <p:spPr bwMode="auto">
              <a:xfrm>
                <a:off x="8025094" y="4573316"/>
                <a:ext cx="2774325" cy="7134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pt-BR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pt-BR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pt-BR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rect</m:t>
                      </m:r>
                      <m:r>
                        <a:rPr lang="pt-BR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>
          <p:sp>
            <p:nvSpPr>
              <p:cNvPr id="88" name="Object 37">
                <a:extLst>
                  <a:ext uri="{FF2B5EF4-FFF2-40B4-BE49-F238E27FC236}">
                    <a16:creationId xmlns:a16="http://schemas.microsoft.com/office/drawing/2014/main" id="{582F00E1-2E05-19CA-0C1A-EE79D768F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25094" y="4573316"/>
                <a:ext cx="2774325" cy="713412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Object 28">
                <a:extLst>
                  <a:ext uri="{FF2B5EF4-FFF2-40B4-BE49-F238E27FC236}">
                    <a16:creationId xmlns:a16="http://schemas.microsoft.com/office/drawing/2014/main" id="{80E87E4F-83AC-2328-4EF9-92FC7B8839AC}"/>
                  </a:ext>
                </a:extLst>
              </p:cNvPr>
              <p:cNvSpPr txBox="1"/>
              <p:nvPr/>
            </p:nvSpPr>
            <p:spPr bwMode="auto">
              <a:xfrm>
                <a:off x="7492288" y="4708249"/>
                <a:ext cx="341312" cy="19367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pt-B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90" name="Object 28">
                <a:extLst>
                  <a:ext uri="{FF2B5EF4-FFF2-40B4-BE49-F238E27FC236}">
                    <a16:creationId xmlns:a16="http://schemas.microsoft.com/office/drawing/2014/main" id="{80E87E4F-83AC-2328-4EF9-92FC7B883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2288" y="4708249"/>
                <a:ext cx="341312" cy="193675"/>
              </a:xfrm>
              <a:prstGeom prst="rect">
                <a:avLst/>
              </a:prstGeom>
              <a:blipFill>
                <a:blip r:embed="rId54"/>
                <a:stretch>
                  <a:fillRect r="-30357" b="-7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802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07B7B-061B-1913-4946-93D290165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8BDDF-2D92-D151-C361-A2B12261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 da Transformada de Fourier</a:t>
            </a:r>
            <a:br>
              <a:rPr lang="pt-BR" dirty="0"/>
            </a:br>
            <a:r>
              <a:rPr lang="pt-BR" dirty="0"/>
              <a:t>Simetria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AD29925A-3328-6CEA-F6F6-D84B84FFB1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101646"/>
              </p:ext>
            </p:extLst>
          </p:nvPr>
        </p:nvGraphicFramePr>
        <p:xfrm>
          <a:off x="4108137" y="1266023"/>
          <a:ext cx="234632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431640" progId="Equation.3">
                  <p:embed/>
                </p:oleObj>
              </mc:Choice>
              <mc:Fallback>
                <p:oleObj name="Equation" r:id="rId2" imgW="1155600" imgH="431640" progId="Equation.3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F5EDA653-6C41-5BB6-5170-7225F89FD2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8137" y="1266023"/>
                        <a:ext cx="2346325" cy="874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7799E0CA-E047-7CB8-845F-1E46A477A9F4}"/>
                  </a:ext>
                </a:extLst>
              </p:cNvPr>
              <p:cNvSpPr txBox="1"/>
              <p:nvPr/>
            </p:nvSpPr>
            <p:spPr bwMode="auto">
              <a:xfrm>
                <a:off x="1728894" y="2167247"/>
                <a:ext cx="4029694" cy="8731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:br>
                  <a:rPr lang="pt-BR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pt-BR" sz="2800" i="0"/>
                        <m:t>ℱ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7799E0CA-E047-7CB8-845F-1E46A477A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8894" y="2167247"/>
                <a:ext cx="4029694" cy="873125"/>
              </a:xfrm>
              <a:prstGeom prst="rect">
                <a:avLst/>
              </a:prstGeom>
              <a:blipFill>
                <a:blip r:embed="rId4"/>
                <a:stretch>
                  <a:fillRect b="-27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Group 43">
            <a:extLst>
              <a:ext uri="{FF2B5EF4-FFF2-40B4-BE49-F238E27FC236}">
                <a16:creationId xmlns:a16="http://schemas.microsoft.com/office/drawing/2014/main" id="{47A2DE50-85EA-B953-9FD2-E1156AB3B46E}"/>
              </a:ext>
            </a:extLst>
          </p:cNvPr>
          <p:cNvGrpSpPr>
            <a:grpSpLocks/>
          </p:cNvGrpSpPr>
          <p:nvPr/>
        </p:nvGrpSpPr>
        <p:grpSpPr bwMode="auto">
          <a:xfrm>
            <a:off x="2994052" y="4330217"/>
            <a:ext cx="2598737" cy="1847850"/>
            <a:chOff x="731" y="2204"/>
            <a:chExt cx="1637" cy="1164"/>
          </a:xfrm>
        </p:grpSpPr>
        <p:sp>
          <p:nvSpPr>
            <p:cNvPr id="101" name="Line 6">
              <a:extLst>
                <a:ext uri="{FF2B5EF4-FFF2-40B4-BE49-F238E27FC236}">
                  <a16:creationId xmlns:a16="http://schemas.microsoft.com/office/drawing/2014/main" id="{128FE563-4B70-20A0-6FC5-41ECBAECB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" y="2676"/>
              <a:ext cx="1637" cy="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" name="Rectangle 7">
              <a:extLst>
                <a:ext uri="{FF2B5EF4-FFF2-40B4-BE49-F238E27FC236}">
                  <a16:creationId xmlns:a16="http://schemas.microsoft.com/office/drawing/2014/main" id="{45319234-87F2-76A4-371A-B8393BA21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" y="2684"/>
              <a:ext cx="1600" cy="498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3" name="Line 14">
              <a:extLst>
                <a:ext uri="{FF2B5EF4-FFF2-40B4-BE49-F238E27FC236}">
                  <a16:creationId xmlns:a16="http://schemas.microsoft.com/office/drawing/2014/main" id="{5C492C15-37A2-BB33-7350-2DF0F13B76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9" y="3180"/>
              <a:ext cx="159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04" name="Object 15">
              <a:extLst>
                <a:ext uri="{FF2B5EF4-FFF2-40B4-BE49-F238E27FC236}">
                  <a16:creationId xmlns:a16="http://schemas.microsoft.com/office/drawing/2014/main" id="{8A8C1061-2CBF-39CC-AAAC-1B5142678DE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88" y="2204"/>
            <a:ext cx="291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5" imgW="304560" imgH="203040" progId="Equation.3">
                    <p:embed/>
                  </p:oleObj>
                </mc:Choice>
                <mc:Fallback>
                  <p:oleObj name="Equação" r:id="rId5" imgW="304560" imgH="203040" progId="Equation.3">
                    <p:embed/>
                    <p:pic>
                      <p:nvPicPr>
                        <p:cNvPr id="27" name="Object 15">
                          <a:extLst>
                            <a:ext uri="{FF2B5EF4-FFF2-40B4-BE49-F238E27FC236}">
                              <a16:creationId xmlns:a16="http://schemas.microsoft.com/office/drawing/2014/main" id="{0CAD128D-E72A-81C4-F869-4177CF0C2A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8" y="2204"/>
                          <a:ext cx="291" cy="1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" name="Line 16">
              <a:extLst>
                <a:ext uri="{FF2B5EF4-FFF2-40B4-BE49-F238E27FC236}">
                  <a16:creationId xmlns:a16="http://schemas.microsoft.com/office/drawing/2014/main" id="{8C24F50A-047A-7236-F968-4C89F663A5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41" y="2226"/>
              <a:ext cx="0" cy="10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106" name="Object 17">
              <a:extLst>
                <a:ext uri="{FF2B5EF4-FFF2-40B4-BE49-F238E27FC236}">
                  <a16:creationId xmlns:a16="http://schemas.microsoft.com/office/drawing/2014/main" id="{ECC9797A-2CC7-6D1A-0EBC-334B909EE9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00" y="3200"/>
            <a:ext cx="120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7" imgW="126720" imgH="177480" progId="Equation.3">
                    <p:embed/>
                  </p:oleObj>
                </mc:Choice>
                <mc:Fallback>
                  <p:oleObj name="Equação" r:id="rId7" imgW="126720" imgH="177480" progId="Equation.3">
                    <p:embed/>
                    <p:pic>
                      <p:nvPicPr>
                        <p:cNvPr id="29" name="Object 17">
                          <a:extLst>
                            <a:ext uri="{FF2B5EF4-FFF2-40B4-BE49-F238E27FC236}">
                              <a16:creationId xmlns:a16="http://schemas.microsoft.com/office/drawing/2014/main" id="{E4A30001-7773-931D-27B2-B4D11041DD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0" y="3200"/>
                          <a:ext cx="120" cy="1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7" name="Object 18">
              <a:extLst>
                <a:ext uri="{FF2B5EF4-FFF2-40B4-BE49-F238E27FC236}">
                  <a16:creationId xmlns:a16="http://schemas.microsoft.com/office/drawing/2014/main" id="{0E458ACE-4E23-61F1-CDB9-DC7AE5D3AA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75" y="3206"/>
            <a:ext cx="95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9" imgW="101520" imgH="164880" progId="Equation.3">
                    <p:embed/>
                  </p:oleObj>
                </mc:Choice>
                <mc:Fallback>
                  <p:oleObj name="Equação" r:id="rId9" imgW="101520" imgH="164880" progId="Equation.3">
                    <p:embed/>
                    <p:pic>
                      <p:nvPicPr>
                        <p:cNvPr id="30" name="Object 18">
                          <a:extLst>
                            <a:ext uri="{FF2B5EF4-FFF2-40B4-BE49-F238E27FC236}">
                              <a16:creationId xmlns:a16="http://schemas.microsoft.com/office/drawing/2014/main" id="{2E32438D-228D-0773-7404-5B7817D566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5" y="3206"/>
                          <a:ext cx="95" cy="1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" name="Line 19">
              <a:extLst>
                <a:ext uri="{FF2B5EF4-FFF2-40B4-BE49-F238E27FC236}">
                  <a16:creationId xmlns:a16="http://schemas.microsoft.com/office/drawing/2014/main" id="{3847B1B8-1E2A-7E01-24DE-53F3841625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5" y="3288"/>
              <a:ext cx="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109" name="Object 20">
              <a:extLst>
                <a:ext uri="{FF2B5EF4-FFF2-40B4-BE49-F238E27FC236}">
                  <a16:creationId xmlns:a16="http://schemas.microsoft.com/office/drawing/2014/main" id="{7D2F6521-5DE1-0EBC-89E5-521FE5B1A0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06" y="2510"/>
            <a:ext cx="108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11" imgW="114120" imgH="164880" progId="Equation.3">
                    <p:embed/>
                  </p:oleObj>
                </mc:Choice>
                <mc:Fallback>
                  <p:oleObj name="Equação" r:id="rId11" imgW="114120" imgH="164880" progId="Equation.3">
                    <p:embed/>
                    <p:pic>
                      <p:nvPicPr>
                        <p:cNvPr id="32" name="Object 20">
                          <a:extLst>
                            <a:ext uri="{FF2B5EF4-FFF2-40B4-BE49-F238E27FC236}">
                              <a16:creationId xmlns:a16="http://schemas.microsoft.com/office/drawing/2014/main" id="{FE08EFF8-F92D-E076-EA8D-5B6FC39681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6" y="2510"/>
                          <a:ext cx="108" cy="1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0" name="AutoShape 21">
            <a:extLst>
              <a:ext uri="{FF2B5EF4-FFF2-40B4-BE49-F238E27FC236}">
                <a16:creationId xmlns:a16="http://schemas.microsoft.com/office/drawing/2014/main" id="{F62BFDE9-2F87-3C05-C24C-C60D44BEA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64" y="5381142"/>
            <a:ext cx="619125" cy="76200"/>
          </a:xfrm>
          <a:prstGeom prst="leftRightArrow">
            <a:avLst>
              <a:gd name="adj1" fmla="val 50000"/>
              <a:gd name="adj2" fmla="val 1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111" name="Group 42">
            <a:extLst>
              <a:ext uri="{FF2B5EF4-FFF2-40B4-BE49-F238E27FC236}">
                <a16:creationId xmlns:a16="http://schemas.microsoft.com/office/drawing/2014/main" id="{DA73EB24-0B83-32E5-CF19-3DE8054BB380}"/>
              </a:ext>
            </a:extLst>
          </p:cNvPr>
          <p:cNvGrpSpPr>
            <a:grpSpLocks/>
          </p:cNvGrpSpPr>
          <p:nvPr/>
        </p:nvGrpSpPr>
        <p:grpSpPr bwMode="auto">
          <a:xfrm>
            <a:off x="7413651" y="4352442"/>
            <a:ext cx="2271712" cy="1841500"/>
            <a:chOff x="3515" y="2218"/>
            <a:chExt cx="1431" cy="1160"/>
          </a:xfrm>
        </p:grpSpPr>
        <p:sp>
          <p:nvSpPr>
            <p:cNvPr id="112" name="Line 5">
              <a:extLst>
                <a:ext uri="{FF2B5EF4-FFF2-40B4-BE49-F238E27FC236}">
                  <a16:creationId xmlns:a16="http://schemas.microsoft.com/office/drawing/2014/main" id="{EE5496F8-4F5D-E261-A02F-D70A678EA8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5" y="3182"/>
              <a:ext cx="120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13" name="Object 8">
              <a:extLst>
                <a:ext uri="{FF2B5EF4-FFF2-40B4-BE49-F238E27FC236}">
                  <a16:creationId xmlns:a16="http://schemas.microsoft.com/office/drawing/2014/main" id="{53DF77D9-E231-F658-DE8A-B76ED485C7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18" y="2218"/>
            <a:ext cx="828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13" imgW="863280" imgH="203040" progId="Equation.3">
                    <p:embed/>
                  </p:oleObj>
                </mc:Choice>
                <mc:Fallback>
                  <p:oleObj name="Equação" r:id="rId13" imgW="863280" imgH="203040" progId="Equation.3">
                    <p:embed/>
                    <p:pic>
                      <p:nvPicPr>
                        <p:cNvPr id="36" name="Object 8">
                          <a:extLst>
                            <a:ext uri="{FF2B5EF4-FFF2-40B4-BE49-F238E27FC236}">
                              <a16:creationId xmlns:a16="http://schemas.microsoft.com/office/drawing/2014/main" id="{29D3B442-FE59-6E47-8F05-EF47D1A8D0B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8" y="2218"/>
                          <a:ext cx="828" cy="1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" name="Line 9">
              <a:extLst>
                <a:ext uri="{FF2B5EF4-FFF2-40B4-BE49-F238E27FC236}">
                  <a16:creationId xmlns:a16="http://schemas.microsoft.com/office/drawing/2014/main" id="{B811D105-1C1D-70B8-7A21-02834EB5C4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7" y="2222"/>
              <a:ext cx="0" cy="10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5" name="Line 10">
              <a:extLst>
                <a:ext uri="{FF2B5EF4-FFF2-40B4-BE49-F238E27FC236}">
                  <a16:creationId xmlns:a16="http://schemas.microsoft.com/office/drawing/2014/main" id="{23E52C4A-F50B-06A9-484F-5D1F4CB65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7" y="2456"/>
              <a:ext cx="0" cy="7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lg"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16" name="Object 11">
              <a:extLst>
                <a:ext uri="{FF2B5EF4-FFF2-40B4-BE49-F238E27FC236}">
                  <a16:creationId xmlns:a16="http://schemas.microsoft.com/office/drawing/2014/main" id="{E697C3DE-BC7C-AE67-5C00-E07BEDDA9F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26" y="3196"/>
            <a:ext cx="120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15" imgW="126720" imgH="177480" progId="Equation.3">
                    <p:embed/>
                  </p:oleObj>
                </mc:Choice>
                <mc:Fallback>
                  <p:oleObj name="Equação" r:id="rId15" imgW="126720" imgH="177480" progId="Equation.3">
                    <p:embed/>
                    <p:pic>
                      <p:nvPicPr>
                        <p:cNvPr id="39" name="Object 11">
                          <a:extLst>
                            <a:ext uri="{FF2B5EF4-FFF2-40B4-BE49-F238E27FC236}">
                              <a16:creationId xmlns:a16="http://schemas.microsoft.com/office/drawing/2014/main" id="{EB293593-B051-DCE6-4A01-5AA137D6BAA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6" y="3196"/>
                          <a:ext cx="120" cy="1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7" name="Object 12">
              <a:extLst>
                <a:ext uri="{FF2B5EF4-FFF2-40B4-BE49-F238E27FC236}">
                  <a16:creationId xmlns:a16="http://schemas.microsoft.com/office/drawing/2014/main" id="{438A1177-C8DF-12B4-2ED4-BACF6FEE8E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4" y="3183"/>
            <a:ext cx="155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16" imgW="164880" imgH="203040" progId="Equation.3">
                    <p:embed/>
                  </p:oleObj>
                </mc:Choice>
                <mc:Fallback>
                  <p:oleObj name="Equação" r:id="rId16" imgW="164880" imgH="203040" progId="Equation.3">
                    <p:embed/>
                    <p:pic>
                      <p:nvPicPr>
                        <p:cNvPr id="40" name="Object 12">
                          <a:extLst>
                            <a:ext uri="{FF2B5EF4-FFF2-40B4-BE49-F238E27FC236}">
                              <a16:creationId xmlns:a16="http://schemas.microsoft.com/office/drawing/2014/main" id="{0ABFA714-4288-9F48-17E1-617A49302C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4" y="3183"/>
                          <a:ext cx="155" cy="1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8" name="Line 13">
              <a:extLst>
                <a:ext uri="{FF2B5EF4-FFF2-40B4-BE49-F238E27FC236}">
                  <a16:creationId xmlns:a16="http://schemas.microsoft.com/office/drawing/2014/main" id="{DF8D714B-811A-EB4D-C8D3-ADB9F4823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9" y="3280"/>
              <a:ext cx="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9" name="Line 22">
              <a:extLst>
                <a:ext uri="{FF2B5EF4-FFF2-40B4-BE49-F238E27FC236}">
                  <a16:creationId xmlns:a16="http://schemas.microsoft.com/office/drawing/2014/main" id="{22DD8406-322B-8CD8-BEFF-4115CD74F7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4" y="3168"/>
              <a:ext cx="116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Object 4">
                <a:extLst>
                  <a:ext uri="{FF2B5EF4-FFF2-40B4-BE49-F238E27FC236}">
                    <a16:creationId xmlns:a16="http://schemas.microsoft.com/office/drawing/2014/main" id="{5C59709B-FFCD-D308-CC33-9025A914948C}"/>
                  </a:ext>
                </a:extLst>
              </p:cNvPr>
              <p:cNvSpPr txBox="1"/>
              <p:nvPr/>
            </p:nvSpPr>
            <p:spPr bwMode="auto">
              <a:xfrm>
                <a:off x="1728894" y="2881622"/>
                <a:ext cx="4494831" cy="8731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:br>
                  <a:rPr lang="pt-BR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pt-BR" sz="2800" i="0"/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pt-BR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20" name="Object 4">
                <a:extLst>
                  <a:ext uri="{FF2B5EF4-FFF2-40B4-BE49-F238E27FC236}">
                    <a16:creationId xmlns:a16="http://schemas.microsoft.com/office/drawing/2014/main" id="{5C59709B-FFCD-D308-CC33-9025A9149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8894" y="2881622"/>
                <a:ext cx="4494831" cy="873125"/>
              </a:xfrm>
              <a:prstGeom prst="rect">
                <a:avLst/>
              </a:prstGeom>
              <a:blipFill>
                <a:blip r:embed="rId18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593FBC93-B526-429D-FA2F-7C9EF9D6375B}"/>
              </a:ext>
            </a:extLst>
          </p:cNvPr>
          <p:cNvSpPr txBox="1"/>
          <p:nvPr/>
        </p:nvSpPr>
        <p:spPr>
          <a:xfrm>
            <a:off x="1180416" y="1981633"/>
            <a:ext cx="104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Exemplo:</a:t>
            </a:r>
          </a:p>
        </p:txBody>
      </p:sp>
    </p:spTree>
    <p:extLst>
      <p:ext uri="{BB962C8B-B14F-4D97-AF65-F5344CB8AC3E}">
        <p14:creationId xmlns:p14="http://schemas.microsoft.com/office/powerpoint/2010/main" val="2289099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5E98E-5834-BBE5-BC47-BF5E5394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Fourier</a:t>
            </a:r>
            <a:br>
              <a:rPr lang="pt-BR" dirty="0"/>
            </a:br>
            <a:r>
              <a:rPr lang="pt-BR" dirty="0"/>
              <a:t>Senoides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FDECBAC-A9EF-BD29-ADE0-E30E7E3217EB}"/>
              </a:ext>
            </a:extLst>
          </p:cNvPr>
          <p:cNvSpPr txBox="1">
            <a:spLocks noChangeArrowheads="1"/>
          </p:cNvSpPr>
          <p:nvPr/>
        </p:nvSpPr>
        <p:spPr>
          <a:xfrm>
            <a:off x="1808747" y="1937047"/>
            <a:ext cx="8299450" cy="4445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cosseno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5A5A5319-FB37-7617-E36A-0A076824380E}"/>
                  </a:ext>
                </a:extLst>
              </p:cNvPr>
              <p:cNvSpPr txBox="1"/>
              <p:nvPr/>
            </p:nvSpPr>
            <p:spPr bwMode="auto">
              <a:xfrm>
                <a:off x="1825623" y="1837770"/>
                <a:ext cx="9523413" cy="12827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:br>
                  <a:rPr lang="pt-BR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pt-BR" sz="2800" i="0"/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t-BR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pt-BR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pt-BR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𝑓𝑡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pt-BR" sz="2800" i="0"/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pt-BR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pt-BR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pt-BR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pt-BR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</m:t>
                      </m: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5A5A5319-FB37-7617-E36A-0A0768243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5623" y="1837770"/>
                <a:ext cx="9523413" cy="1282700"/>
              </a:xfrm>
              <a:prstGeom prst="rect">
                <a:avLst/>
              </a:prstGeom>
              <a:blipFill>
                <a:blip r:embed="rId2"/>
                <a:stretch>
                  <a:fillRect b="-74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2F1B6C76-88B1-3D0D-D189-4A9F56B0763E}"/>
                  </a:ext>
                </a:extLst>
              </p:cNvPr>
              <p:cNvSpPr txBox="1"/>
              <p:nvPr/>
            </p:nvSpPr>
            <p:spPr bwMode="auto">
              <a:xfrm>
                <a:off x="1937332" y="810970"/>
                <a:ext cx="4021140" cy="12827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:br>
                  <a:rPr lang="pt-BR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pt-BR" sz="2800" i="0"/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2F1B6C76-88B1-3D0D-D189-4A9F56B07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7332" y="810970"/>
                <a:ext cx="4021140" cy="12827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34">
            <a:extLst>
              <a:ext uri="{FF2B5EF4-FFF2-40B4-BE49-F238E27FC236}">
                <a16:creationId xmlns:a16="http://schemas.microsoft.com/office/drawing/2014/main" id="{EA17E832-0B47-44F7-414C-BFACE3AB91AB}"/>
              </a:ext>
            </a:extLst>
          </p:cNvPr>
          <p:cNvGrpSpPr>
            <a:grpSpLocks/>
          </p:cNvGrpSpPr>
          <p:nvPr/>
        </p:nvGrpSpPr>
        <p:grpSpPr bwMode="auto">
          <a:xfrm>
            <a:off x="7234822" y="4349000"/>
            <a:ext cx="2873375" cy="1517650"/>
            <a:chOff x="3461" y="2572"/>
            <a:chExt cx="1810" cy="956"/>
          </a:xfrm>
        </p:grpSpPr>
        <p:sp>
          <p:nvSpPr>
            <p:cNvPr id="9" name="Line 18">
              <a:extLst>
                <a:ext uri="{FF2B5EF4-FFF2-40B4-BE49-F238E27FC236}">
                  <a16:creationId xmlns:a16="http://schemas.microsoft.com/office/drawing/2014/main" id="{40A14066-FD7A-D387-428B-84F1CC566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9" y="3314"/>
              <a:ext cx="1802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" name="Object 19">
                  <a:extLst>
                    <a:ext uri="{FF2B5EF4-FFF2-40B4-BE49-F238E27FC236}">
                      <a16:creationId xmlns:a16="http://schemas.microsoft.com/office/drawing/2014/main" id="{56A014A7-A274-DDC1-99CD-9DEA7BB7E93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020" y="3338"/>
                <a:ext cx="120" cy="16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4" imgW="126720" imgH="177480" progId="Equation.3">
                        <p:embed/>
                      </p:oleObj>
                    </mc:Choice>
                    <mc:Fallback>
                      <p:oleObj name="Equação" r:id="rId4" imgW="126720" imgH="177480" progId="Equation.3">
                        <p:embed/>
                        <p:pic>
                          <p:nvPicPr>
                            <p:cNvPr id="10" name="Object 19">
                              <a:extLst>
                                <a:ext uri="{FF2B5EF4-FFF2-40B4-BE49-F238E27FC236}">
                                  <a16:creationId xmlns:a16="http://schemas.microsoft.com/office/drawing/2014/main" id="{56A014A7-A274-DDC1-99CD-9DEA7BB7E93A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20" y="3338"/>
                              <a:ext cx="120" cy="16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0" name="Object 19">
                  <a:extLst>
                    <a:ext uri="{FF2B5EF4-FFF2-40B4-BE49-F238E27FC236}">
                      <a16:creationId xmlns:a16="http://schemas.microsoft.com/office/drawing/2014/main" id="{56A014A7-A274-DDC1-99CD-9DEA7BB7E93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020" y="3338"/>
                <a:ext cx="120" cy="16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6" imgW="126720" imgH="177480" progId="Equation.3">
                        <p:embed/>
                      </p:oleObj>
                    </mc:Choice>
                    <mc:Fallback>
                      <p:oleObj name="Equação" r:id="rId6" imgW="126720" imgH="177480" progId="Equation.3">
                        <p:embed/>
                        <p:pic>
                          <p:nvPicPr>
                            <p:cNvPr id="10" name="Object 19">
                              <a:extLst>
                                <a:ext uri="{FF2B5EF4-FFF2-40B4-BE49-F238E27FC236}">
                                  <a16:creationId xmlns:a16="http://schemas.microsoft.com/office/drawing/2014/main" id="{56A014A7-A274-DDC1-99CD-9DEA7BB7E93A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20" y="3338"/>
                              <a:ext cx="120" cy="16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1" name="Object 20">
                  <a:extLst>
                    <a:ext uri="{FF2B5EF4-FFF2-40B4-BE49-F238E27FC236}">
                      <a16:creationId xmlns:a16="http://schemas.microsoft.com/office/drawing/2014/main" id="{1D69E5D2-EE1F-5F94-1D1D-C06570FCCB9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938" y="3325"/>
                <a:ext cx="150" cy="18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8" imgW="164880" imgH="203040" progId="Equation.3">
                        <p:embed/>
                      </p:oleObj>
                    </mc:Choice>
                    <mc:Fallback>
                      <p:oleObj name="Equação" r:id="rId8" imgW="164880" imgH="203040" progId="Equation.3">
                        <p:embed/>
                        <p:pic>
                          <p:nvPicPr>
                            <p:cNvPr id="11" name="Object 20">
                              <a:extLst>
                                <a:ext uri="{FF2B5EF4-FFF2-40B4-BE49-F238E27FC236}">
                                  <a16:creationId xmlns:a16="http://schemas.microsoft.com/office/drawing/2014/main" id="{1D69E5D2-EE1F-5F94-1D1D-C06570FCCB9A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38" y="3325"/>
                              <a:ext cx="150" cy="18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1" name="Object 20">
                  <a:extLst>
                    <a:ext uri="{FF2B5EF4-FFF2-40B4-BE49-F238E27FC236}">
                      <a16:creationId xmlns:a16="http://schemas.microsoft.com/office/drawing/2014/main" id="{1D69E5D2-EE1F-5F94-1D1D-C06570FCCB9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938" y="3325"/>
                <a:ext cx="150" cy="18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10" imgW="164880" imgH="203040" progId="Equation.3">
                        <p:embed/>
                      </p:oleObj>
                    </mc:Choice>
                    <mc:Fallback>
                      <p:oleObj name="Equação" r:id="rId10" imgW="164880" imgH="203040" progId="Equation.3">
                        <p:embed/>
                        <p:pic>
                          <p:nvPicPr>
                            <p:cNvPr id="11" name="Object 20">
                              <a:extLst>
                                <a:ext uri="{FF2B5EF4-FFF2-40B4-BE49-F238E27FC236}">
                                  <a16:creationId xmlns:a16="http://schemas.microsoft.com/office/drawing/2014/main" id="{1D69E5D2-EE1F-5F94-1D1D-C06570FCCB9A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38" y="3325"/>
                              <a:ext cx="150" cy="18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E6BEF29D-414B-E686-6991-F55B646C76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5" y="3434"/>
              <a:ext cx="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" name="Line 22">
              <a:extLst>
                <a:ext uri="{FF2B5EF4-FFF2-40B4-BE49-F238E27FC236}">
                  <a16:creationId xmlns:a16="http://schemas.microsoft.com/office/drawing/2014/main" id="{035ECF9B-BBC3-E534-D075-BFCBCFDE4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6" y="3308"/>
              <a:ext cx="179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4" name="Object 23">
                  <a:extLst>
                    <a:ext uri="{FF2B5EF4-FFF2-40B4-BE49-F238E27FC236}">
                      <a16:creationId xmlns:a16="http://schemas.microsoft.com/office/drawing/2014/main" id="{8E162D21-7057-9AE7-62A7-6F4BB7937FB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592" y="3313"/>
                <a:ext cx="175" cy="21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12" imgW="190440" imgH="228600" progId="Equation.3">
                        <p:embed/>
                      </p:oleObj>
                    </mc:Choice>
                    <mc:Fallback>
                      <p:oleObj name="Equação" r:id="rId12" imgW="190440" imgH="228600" progId="Equation.3">
                        <p:embed/>
                        <p:pic>
                          <p:nvPicPr>
                            <p:cNvPr id="14" name="Object 23">
                              <a:extLst>
                                <a:ext uri="{FF2B5EF4-FFF2-40B4-BE49-F238E27FC236}">
                                  <a16:creationId xmlns:a16="http://schemas.microsoft.com/office/drawing/2014/main" id="{8E162D21-7057-9AE7-62A7-6F4BB7937FB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92" y="3313"/>
                              <a:ext cx="175" cy="21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4" name="Object 23">
                  <a:extLst>
                    <a:ext uri="{FF2B5EF4-FFF2-40B4-BE49-F238E27FC236}">
                      <a16:creationId xmlns:a16="http://schemas.microsoft.com/office/drawing/2014/main" id="{8E162D21-7057-9AE7-62A7-6F4BB7937FB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592" y="3313"/>
                <a:ext cx="175" cy="21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14" imgW="190440" imgH="228600" progId="Equation.3">
                        <p:embed/>
                      </p:oleObj>
                    </mc:Choice>
                    <mc:Fallback>
                      <p:oleObj name="Equação" r:id="rId14" imgW="190440" imgH="228600" progId="Equation.3">
                        <p:embed/>
                        <p:pic>
                          <p:nvPicPr>
                            <p:cNvPr id="14" name="Object 23">
                              <a:extLst>
                                <a:ext uri="{FF2B5EF4-FFF2-40B4-BE49-F238E27FC236}">
                                  <a16:creationId xmlns:a16="http://schemas.microsoft.com/office/drawing/2014/main" id="{8E162D21-7057-9AE7-62A7-6F4BB7937FB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92" y="3313"/>
                              <a:ext cx="175" cy="21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5" name="Object 24">
                  <a:extLst>
                    <a:ext uri="{FF2B5EF4-FFF2-40B4-BE49-F238E27FC236}">
                      <a16:creationId xmlns:a16="http://schemas.microsoft.com/office/drawing/2014/main" id="{6B7F5E7A-3911-1A95-018E-19CA4485500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776" y="2572"/>
                <a:ext cx="378" cy="244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16" imgW="380880" imgH="203040" progId="Equation.3">
                        <p:embed/>
                      </p:oleObj>
                    </mc:Choice>
                    <mc:Fallback>
                      <p:oleObj name="Equação" r:id="rId16" imgW="380880" imgH="203040" progId="Equation.3">
                        <p:embed/>
                        <p:pic>
                          <p:nvPicPr>
                            <p:cNvPr id="15" name="Object 24">
                              <a:extLst>
                                <a:ext uri="{FF2B5EF4-FFF2-40B4-BE49-F238E27FC236}">
                                  <a16:creationId xmlns:a16="http://schemas.microsoft.com/office/drawing/2014/main" id="{6B7F5E7A-3911-1A95-018E-19CA4485500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 l="-2444" t="-14185" r="-2444" b="-14185"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76" y="2572"/>
                              <a:ext cx="378" cy="244"/>
                            </a:xfrm>
                            <a:prstGeom prst="rect">
                              <a:avLst/>
                            </a:prstGeom>
                            <a:noFill/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CC"/>
                                  </a:solidFill>
                                </a14:hiddenFill>
                              </a:ext>
                              <a:ext uri="{AF507438-7753-43E0-B8FC-AC1667EBCBE1}">
                                <a14:hiddenEffects>
                                  <a:effectLst>
                                    <a:outerShdw dist="107763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5" name="Object 24">
                  <a:extLst>
                    <a:ext uri="{FF2B5EF4-FFF2-40B4-BE49-F238E27FC236}">
                      <a16:creationId xmlns:a16="http://schemas.microsoft.com/office/drawing/2014/main" id="{6B7F5E7A-3911-1A95-018E-19CA4485500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776" y="2572"/>
                <a:ext cx="378" cy="244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18" imgW="380880" imgH="203040" progId="Equation.3">
                        <p:embed/>
                      </p:oleObj>
                    </mc:Choice>
                    <mc:Fallback>
                      <p:oleObj name="Equação" r:id="rId18" imgW="380880" imgH="203040" progId="Equation.3">
                        <p:embed/>
                        <p:pic>
                          <p:nvPicPr>
                            <p:cNvPr id="15" name="Object 24">
                              <a:extLst>
                                <a:ext uri="{FF2B5EF4-FFF2-40B4-BE49-F238E27FC236}">
                                  <a16:creationId xmlns:a16="http://schemas.microsoft.com/office/drawing/2014/main" id="{6B7F5E7A-3911-1A95-018E-19CA4485500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 l="-2444" t="-14185" r="-2444" b="-14185"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76" y="2572"/>
                              <a:ext cx="378" cy="244"/>
                            </a:xfrm>
                            <a:prstGeom prst="rect">
                              <a:avLst/>
                            </a:prstGeom>
                            <a:noFill/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CC"/>
                                  </a:solidFill>
                                </a14:hiddenFill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107763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grpSp>
          <p:nvGrpSpPr>
            <p:cNvPr id="16" name="Group 25">
              <a:extLst>
                <a:ext uri="{FF2B5EF4-FFF2-40B4-BE49-F238E27FC236}">
                  <a16:creationId xmlns:a16="http://schemas.microsoft.com/office/drawing/2014/main" id="{8E9D49B0-9C98-F569-B8F1-6A50089CF0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9" y="2616"/>
              <a:ext cx="1088" cy="792"/>
              <a:chOff x="3609" y="2430"/>
              <a:chExt cx="1088" cy="1068"/>
            </a:xfrm>
          </p:grpSpPr>
          <p:sp>
            <p:nvSpPr>
              <p:cNvPr id="20" name="Line 26">
                <a:extLst>
                  <a:ext uri="{FF2B5EF4-FFF2-40B4-BE49-F238E27FC236}">
                    <a16:creationId xmlns:a16="http://schemas.microsoft.com/office/drawing/2014/main" id="{96B0A4BF-64FF-616D-52DC-73257EBB3C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53" y="2430"/>
                <a:ext cx="0" cy="10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" name="Line 27">
                <a:extLst>
                  <a:ext uri="{FF2B5EF4-FFF2-40B4-BE49-F238E27FC236}">
                    <a16:creationId xmlns:a16="http://schemas.microsoft.com/office/drawing/2014/main" id="{8EFA10AC-E052-3218-E4DB-3ECC936284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97" y="2740"/>
                <a:ext cx="0" cy="64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med" len="lg"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Line 28">
                <a:extLst>
                  <a:ext uri="{FF2B5EF4-FFF2-40B4-BE49-F238E27FC236}">
                    <a16:creationId xmlns:a16="http://schemas.microsoft.com/office/drawing/2014/main" id="{B1800FCF-4731-26DB-7109-11AE0E8597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9" y="2740"/>
                <a:ext cx="0" cy="64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med" len="lg"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7" name="Object 29">
                  <a:extLst>
                    <a:ext uri="{FF2B5EF4-FFF2-40B4-BE49-F238E27FC236}">
                      <a16:creationId xmlns:a16="http://schemas.microsoft.com/office/drawing/2014/main" id="{7CE84687-3D4F-3590-4F43-5A37D86A603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461" y="3313"/>
                <a:ext cx="245" cy="21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20" imgW="266400" imgH="228600" progId="Equation.3">
                        <p:embed/>
                      </p:oleObj>
                    </mc:Choice>
                    <mc:Fallback>
                      <p:oleObj name="Equação" r:id="rId20" imgW="266400" imgH="228600" progId="Equation.3">
                        <p:embed/>
                        <p:pic>
                          <p:nvPicPr>
                            <p:cNvPr id="17" name="Object 29">
                              <a:extLst>
                                <a:ext uri="{FF2B5EF4-FFF2-40B4-BE49-F238E27FC236}">
                                  <a16:creationId xmlns:a16="http://schemas.microsoft.com/office/drawing/2014/main" id="{7CE84687-3D4F-3590-4F43-5A37D86A603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61" y="3313"/>
                              <a:ext cx="245" cy="21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7" name="Object 29">
                  <a:extLst>
                    <a:ext uri="{FF2B5EF4-FFF2-40B4-BE49-F238E27FC236}">
                      <a16:creationId xmlns:a16="http://schemas.microsoft.com/office/drawing/2014/main" id="{7CE84687-3D4F-3590-4F43-5A37D86A603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461" y="3313"/>
                <a:ext cx="245" cy="21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22" imgW="266400" imgH="228600" progId="Equation.3">
                        <p:embed/>
                      </p:oleObj>
                    </mc:Choice>
                    <mc:Fallback>
                      <p:oleObj name="Equação" r:id="rId22" imgW="266400" imgH="228600" progId="Equation.3">
                        <p:embed/>
                        <p:pic>
                          <p:nvPicPr>
                            <p:cNvPr id="17" name="Object 29">
                              <a:extLst>
                                <a:ext uri="{FF2B5EF4-FFF2-40B4-BE49-F238E27FC236}">
                                  <a16:creationId xmlns:a16="http://schemas.microsoft.com/office/drawing/2014/main" id="{7CE84687-3D4F-3590-4F43-5A37D86A603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61" y="3313"/>
                              <a:ext cx="245" cy="21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bject 31">
                  <a:extLst>
                    <a:ext uri="{FF2B5EF4-FFF2-40B4-BE49-F238E27FC236}">
                      <a16:creationId xmlns:a16="http://schemas.microsoft.com/office/drawing/2014/main" id="{BFA05EB7-D254-EBA9-2E68-B2D236FA6F3F}"/>
                    </a:ext>
                  </a:extLst>
                </p:cNvPr>
                <p:cNvSpPr txBox="1"/>
                <p:nvPr/>
              </p:nvSpPr>
              <p:spPr bwMode="auto">
                <a:xfrm>
                  <a:off x="4137" y="2813"/>
                  <a:ext cx="192" cy="264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ctrlPr>
                              <a:rPr lang="pt-BR" sz="11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sz="1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pt-BR" sz="1100" dirty="0"/>
                </a:p>
              </p:txBody>
            </p:sp>
          </mc:Choice>
          <mc:Fallback xmlns="">
            <p:sp>
              <p:nvSpPr>
                <p:cNvPr id="19" name="Object 31">
                  <a:extLst>
                    <a:ext uri="{FF2B5EF4-FFF2-40B4-BE49-F238E27FC236}">
                      <a16:creationId xmlns:a16="http://schemas.microsoft.com/office/drawing/2014/main" id="{BFA05EB7-D254-EBA9-2E68-B2D236FA6F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37" y="2813"/>
                  <a:ext cx="192" cy="264"/>
                </a:xfrm>
                <a:prstGeom prst="rect">
                  <a:avLst/>
                </a:prstGeom>
                <a:blipFill>
                  <a:blip r:embed="rId24"/>
                  <a:stretch>
                    <a:fillRect r="-6000" b="-144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AutoShape 32">
            <a:extLst>
              <a:ext uri="{FF2B5EF4-FFF2-40B4-BE49-F238E27FC236}">
                <a16:creationId xmlns:a16="http://schemas.microsoft.com/office/drawing/2014/main" id="{5A0A21F4-13D2-39DF-9713-1DEC6D5B0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233" y="5142750"/>
            <a:ext cx="685800" cy="190500"/>
          </a:xfrm>
          <a:prstGeom prst="leftRightArrow">
            <a:avLst>
              <a:gd name="adj1" fmla="val 50000"/>
              <a:gd name="adj2" fmla="val 72000"/>
            </a:avLst>
          </a:prstGeom>
          <a:solidFill>
            <a:schemeClr val="accent1"/>
          </a:solidFill>
          <a:ln w="9525">
            <a:solidFill>
              <a:srgbClr val="0066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4" name="Line 12">
            <a:extLst>
              <a:ext uri="{FF2B5EF4-FFF2-40B4-BE49-F238E27FC236}">
                <a16:creationId xmlns:a16="http://schemas.microsoft.com/office/drawing/2014/main" id="{7084B4B5-222D-FE18-D40E-3EC93D640CC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34434" y="4406150"/>
            <a:ext cx="4763" cy="1830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25" name="Object 13">
            <a:extLst>
              <a:ext uri="{FF2B5EF4-FFF2-40B4-BE49-F238E27FC236}">
                <a16:creationId xmlns:a16="http://schemas.microsoft.com/office/drawing/2014/main" id="{0AC0AFB2-5741-7F3B-587B-3CAC687F74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6183" y="5595189"/>
          <a:ext cx="147638" cy="24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5" imgW="101520" imgH="164880" progId="Equation.3">
                  <p:embed/>
                </p:oleObj>
              </mc:Choice>
              <mc:Fallback>
                <p:oleObj name="Equação" r:id="rId25" imgW="101520" imgH="164880" progId="Equation.3">
                  <p:embed/>
                  <p:pic>
                    <p:nvPicPr>
                      <p:cNvPr id="25" name="Object 13">
                        <a:extLst>
                          <a:ext uri="{FF2B5EF4-FFF2-40B4-BE49-F238E27FC236}">
                            <a16:creationId xmlns:a16="http://schemas.microsoft.com/office/drawing/2014/main" id="{0AC0AFB2-5741-7F3B-587B-3CAC687F74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183" y="5595189"/>
                        <a:ext cx="147638" cy="242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Line 14">
            <a:extLst>
              <a:ext uri="{FF2B5EF4-FFF2-40B4-BE49-F238E27FC236}">
                <a16:creationId xmlns:a16="http://schemas.microsoft.com/office/drawing/2014/main" id="{72BC74DD-89AE-0E4C-CA0F-F6AA302202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7946" y="5711075"/>
            <a:ext cx="266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27" name="Object 16">
            <a:extLst>
              <a:ext uri="{FF2B5EF4-FFF2-40B4-BE49-F238E27FC236}">
                <a16:creationId xmlns:a16="http://schemas.microsoft.com/office/drawing/2014/main" id="{5A43E073-58FA-BDAA-1F31-FCA0C77533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7817" y="4418850"/>
          <a:ext cx="1454818" cy="279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180800" imgH="228600" progId="Equation.3">
                  <p:embed/>
                </p:oleObj>
              </mc:Choice>
              <mc:Fallback>
                <p:oleObj name="Equation" r:id="rId27" imgW="1180800" imgH="228600" progId="Equation.3">
                  <p:embed/>
                  <p:pic>
                    <p:nvPicPr>
                      <p:cNvPr id="27" name="Object 16">
                        <a:extLst>
                          <a:ext uri="{FF2B5EF4-FFF2-40B4-BE49-F238E27FC236}">
                            <a16:creationId xmlns:a16="http://schemas.microsoft.com/office/drawing/2014/main" id="{5A43E073-58FA-BDAA-1F31-FCA0C77533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817" y="4418850"/>
                        <a:ext cx="1454818" cy="2796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Freeform 36">
            <a:extLst>
              <a:ext uri="{FF2B5EF4-FFF2-40B4-BE49-F238E27FC236}">
                <a16:creationId xmlns:a16="http://schemas.microsoft.com/office/drawing/2014/main" id="{CC207D5B-278D-4564-608C-920B392CC3F2}"/>
              </a:ext>
            </a:extLst>
          </p:cNvPr>
          <p:cNvSpPr>
            <a:spLocks/>
          </p:cNvSpPr>
          <p:nvPr/>
        </p:nvSpPr>
        <p:spPr bwMode="auto">
          <a:xfrm>
            <a:off x="2623133" y="4817313"/>
            <a:ext cx="3117850" cy="1301750"/>
          </a:xfrm>
          <a:custGeom>
            <a:avLst/>
            <a:gdLst/>
            <a:ahLst/>
            <a:cxnLst>
              <a:cxn ang="0">
                <a:pos x="0" y="145"/>
              </a:cxn>
              <a:cxn ang="0">
                <a:pos x="82" y="111"/>
              </a:cxn>
              <a:cxn ang="0">
                <a:pos x="272" y="813"/>
              </a:cxn>
              <a:cxn ang="0">
                <a:pos x="500" y="70"/>
              </a:cxn>
              <a:cxn ang="0">
                <a:pos x="728" y="813"/>
              </a:cxn>
              <a:cxn ang="0">
                <a:pos x="952" y="72"/>
              </a:cxn>
              <a:cxn ang="0">
                <a:pos x="1180" y="813"/>
              </a:cxn>
              <a:cxn ang="0">
                <a:pos x="1405" y="72"/>
              </a:cxn>
              <a:cxn ang="0">
                <a:pos x="1633" y="814"/>
              </a:cxn>
              <a:cxn ang="0">
                <a:pos x="1840" y="81"/>
              </a:cxn>
              <a:cxn ang="0">
                <a:pos x="1964" y="385"/>
              </a:cxn>
            </a:cxnLst>
            <a:rect l="0" t="0" r="r" b="b"/>
            <a:pathLst>
              <a:path w="1964" h="820">
                <a:moveTo>
                  <a:pt x="0" y="145"/>
                </a:moveTo>
                <a:cubicBezTo>
                  <a:pt x="14" y="139"/>
                  <a:pt x="37" y="0"/>
                  <a:pt x="82" y="111"/>
                </a:cubicBezTo>
                <a:cubicBezTo>
                  <a:pt x="127" y="222"/>
                  <a:pt x="202" y="820"/>
                  <a:pt x="272" y="813"/>
                </a:cubicBezTo>
                <a:cubicBezTo>
                  <a:pt x="342" y="806"/>
                  <a:pt x="424" y="70"/>
                  <a:pt x="500" y="70"/>
                </a:cubicBezTo>
                <a:cubicBezTo>
                  <a:pt x="576" y="70"/>
                  <a:pt x="653" y="813"/>
                  <a:pt x="728" y="813"/>
                </a:cubicBezTo>
                <a:cubicBezTo>
                  <a:pt x="803" y="813"/>
                  <a:pt x="877" y="72"/>
                  <a:pt x="952" y="72"/>
                </a:cubicBezTo>
                <a:cubicBezTo>
                  <a:pt x="1027" y="72"/>
                  <a:pt x="1105" y="813"/>
                  <a:pt x="1180" y="813"/>
                </a:cubicBezTo>
                <a:cubicBezTo>
                  <a:pt x="1255" y="813"/>
                  <a:pt x="1330" y="72"/>
                  <a:pt x="1405" y="72"/>
                </a:cubicBezTo>
                <a:cubicBezTo>
                  <a:pt x="1480" y="72"/>
                  <a:pt x="1561" y="813"/>
                  <a:pt x="1633" y="814"/>
                </a:cubicBezTo>
                <a:cubicBezTo>
                  <a:pt x="1705" y="815"/>
                  <a:pt x="1785" y="152"/>
                  <a:pt x="1840" y="81"/>
                </a:cubicBezTo>
                <a:cubicBezTo>
                  <a:pt x="1895" y="10"/>
                  <a:pt x="1938" y="322"/>
                  <a:pt x="1964" y="385"/>
                </a:cubicBezTo>
              </a:path>
            </a:pathLst>
          </a:custGeom>
          <a:noFill/>
          <a:ln w="38100" cap="flat" cmpd="sng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9" name="Line 37">
            <a:extLst>
              <a:ext uri="{FF2B5EF4-FFF2-40B4-BE49-F238E27FC236}">
                <a16:creationId xmlns:a16="http://schemas.microsoft.com/office/drawing/2014/main" id="{8163F9AB-789C-29EC-F676-CC3F6BD47A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4871" y="5518988"/>
            <a:ext cx="3243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98A8A7D4-2721-CE54-3132-C102DD4BA32D}"/>
              </a:ext>
            </a:extLst>
          </p:cNvPr>
          <p:cNvCxnSpPr>
            <a:stCxn id="22" idx="0"/>
            <a:endCxn id="21" idx="0"/>
          </p:cNvCxnSpPr>
          <p:nvPr/>
        </p:nvCxnSpPr>
        <p:spPr>
          <a:xfrm>
            <a:off x="7469772" y="4783797"/>
            <a:ext cx="17272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68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7B67E-416A-8D06-F3F0-5EC2D54C0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FCDA0-E164-185F-D6AC-858D87C4D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Fourier</a:t>
            </a:r>
            <a:br>
              <a:rPr lang="pt-BR" dirty="0"/>
            </a:br>
            <a:r>
              <a:rPr lang="pt-BR" dirty="0"/>
              <a:t>Senoides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0C20D3C6-6C9C-AFF6-E832-46DFC775CBA5}"/>
                  </a:ext>
                </a:extLst>
              </p:cNvPr>
              <p:cNvSpPr txBox="1"/>
              <p:nvPr/>
            </p:nvSpPr>
            <p:spPr bwMode="auto">
              <a:xfrm>
                <a:off x="1072939" y="1226300"/>
                <a:ext cx="9523413" cy="12827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pt-BR" sz="2800" i="0" smtClean="0"/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t-BR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d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pt-BR" sz="2800" i="0"/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pt-BR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pt-BR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pt-BR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pt-BR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pt-BR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pt-BR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pt-BR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</m:t>
                      </m:r>
                      <m:r>
                        <a:rPr lang="pt-BR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  <m:r>
                            <a:rPr lang="pt-BR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pt-BR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0C20D3C6-6C9C-AFF6-E832-46DFC775C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2939" y="1226300"/>
                <a:ext cx="9523413" cy="1282700"/>
              </a:xfrm>
              <a:prstGeom prst="rect">
                <a:avLst/>
              </a:prstGeom>
              <a:blipFill>
                <a:blip r:embed="rId2"/>
                <a:stretch>
                  <a:fillRect b="-180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34">
            <a:extLst>
              <a:ext uri="{FF2B5EF4-FFF2-40B4-BE49-F238E27FC236}">
                <a16:creationId xmlns:a16="http://schemas.microsoft.com/office/drawing/2014/main" id="{03D2D044-9D42-2B4D-3CEB-1F9E30AD61E9}"/>
              </a:ext>
            </a:extLst>
          </p:cNvPr>
          <p:cNvGrpSpPr>
            <a:grpSpLocks/>
          </p:cNvGrpSpPr>
          <p:nvPr/>
        </p:nvGrpSpPr>
        <p:grpSpPr bwMode="auto">
          <a:xfrm>
            <a:off x="7213050" y="3119593"/>
            <a:ext cx="2873375" cy="1547813"/>
            <a:chOff x="3461" y="2553"/>
            <a:chExt cx="1810" cy="975"/>
          </a:xfrm>
        </p:grpSpPr>
        <p:sp>
          <p:nvSpPr>
            <p:cNvPr id="9" name="Line 18">
              <a:extLst>
                <a:ext uri="{FF2B5EF4-FFF2-40B4-BE49-F238E27FC236}">
                  <a16:creationId xmlns:a16="http://schemas.microsoft.com/office/drawing/2014/main" id="{458F9139-2079-8CDD-A134-BAC177FBF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9" y="3314"/>
              <a:ext cx="1802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" name="Object 19">
                  <a:extLst>
                    <a:ext uri="{FF2B5EF4-FFF2-40B4-BE49-F238E27FC236}">
                      <a16:creationId xmlns:a16="http://schemas.microsoft.com/office/drawing/2014/main" id="{7ACB3600-CCCF-896B-4E4E-14F7909B688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020" y="3338"/>
                <a:ext cx="120" cy="16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3" imgW="126720" imgH="177480" progId="Equation.3">
                        <p:embed/>
                      </p:oleObj>
                    </mc:Choice>
                    <mc:Fallback>
                      <p:oleObj name="Equação" r:id="rId3" imgW="126720" imgH="177480" progId="Equation.3">
                        <p:embed/>
                        <p:pic>
                          <p:nvPicPr>
                            <p:cNvPr id="10" name="Object 19">
                              <a:extLst>
                                <a:ext uri="{FF2B5EF4-FFF2-40B4-BE49-F238E27FC236}">
                                  <a16:creationId xmlns:a16="http://schemas.microsoft.com/office/drawing/2014/main" id="{7ACB3600-CCCF-896B-4E4E-14F7909B688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20" y="3338"/>
                              <a:ext cx="120" cy="16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0" name="Object 19">
                  <a:extLst>
                    <a:ext uri="{FF2B5EF4-FFF2-40B4-BE49-F238E27FC236}">
                      <a16:creationId xmlns:a16="http://schemas.microsoft.com/office/drawing/2014/main" id="{7ACB3600-CCCF-896B-4E4E-14F7909B688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020" y="3338"/>
                <a:ext cx="120" cy="16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5" imgW="126720" imgH="177480" progId="Equation.3">
                        <p:embed/>
                      </p:oleObj>
                    </mc:Choice>
                    <mc:Fallback>
                      <p:oleObj name="Equação" r:id="rId5" imgW="126720" imgH="177480" progId="Equation.3">
                        <p:embed/>
                        <p:pic>
                          <p:nvPicPr>
                            <p:cNvPr id="10" name="Object 19">
                              <a:extLst>
                                <a:ext uri="{FF2B5EF4-FFF2-40B4-BE49-F238E27FC236}">
                                  <a16:creationId xmlns:a16="http://schemas.microsoft.com/office/drawing/2014/main" id="{7ACB3600-CCCF-896B-4E4E-14F7909B688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20" y="3338"/>
                              <a:ext cx="120" cy="16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1" name="Object 20">
                  <a:extLst>
                    <a:ext uri="{FF2B5EF4-FFF2-40B4-BE49-F238E27FC236}">
                      <a16:creationId xmlns:a16="http://schemas.microsoft.com/office/drawing/2014/main" id="{CC9D8D30-F8B4-5759-2DED-60894A0419B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938" y="3325"/>
                <a:ext cx="150" cy="18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7" imgW="164880" imgH="203040" progId="Equation.3">
                        <p:embed/>
                      </p:oleObj>
                    </mc:Choice>
                    <mc:Fallback>
                      <p:oleObj name="Equação" r:id="rId7" imgW="164880" imgH="203040" progId="Equation.3">
                        <p:embed/>
                        <p:pic>
                          <p:nvPicPr>
                            <p:cNvPr id="11" name="Object 20">
                              <a:extLst>
                                <a:ext uri="{FF2B5EF4-FFF2-40B4-BE49-F238E27FC236}">
                                  <a16:creationId xmlns:a16="http://schemas.microsoft.com/office/drawing/2014/main" id="{CC9D8D30-F8B4-5759-2DED-60894A0419B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38" y="3325"/>
                              <a:ext cx="150" cy="18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1" name="Object 20">
                  <a:extLst>
                    <a:ext uri="{FF2B5EF4-FFF2-40B4-BE49-F238E27FC236}">
                      <a16:creationId xmlns:a16="http://schemas.microsoft.com/office/drawing/2014/main" id="{CC9D8D30-F8B4-5759-2DED-60894A0419B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938" y="3325"/>
                <a:ext cx="150" cy="18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9" imgW="164880" imgH="203040" progId="Equation.3">
                        <p:embed/>
                      </p:oleObj>
                    </mc:Choice>
                    <mc:Fallback>
                      <p:oleObj name="Equação" r:id="rId9" imgW="164880" imgH="203040" progId="Equation.3">
                        <p:embed/>
                        <p:pic>
                          <p:nvPicPr>
                            <p:cNvPr id="11" name="Object 20">
                              <a:extLst>
                                <a:ext uri="{FF2B5EF4-FFF2-40B4-BE49-F238E27FC236}">
                                  <a16:creationId xmlns:a16="http://schemas.microsoft.com/office/drawing/2014/main" id="{CC9D8D30-F8B4-5759-2DED-60894A0419B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38" y="3325"/>
                              <a:ext cx="150" cy="18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6FE4CDD7-1E87-BBA3-1E19-6A74824CE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5" y="3434"/>
              <a:ext cx="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" name="Line 22">
              <a:extLst>
                <a:ext uri="{FF2B5EF4-FFF2-40B4-BE49-F238E27FC236}">
                  <a16:creationId xmlns:a16="http://schemas.microsoft.com/office/drawing/2014/main" id="{3A951FED-1DB9-DEF9-4861-F40820935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6" y="3308"/>
              <a:ext cx="179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4" name="Object 23">
                  <a:extLst>
                    <a:ext uri="{FF2B5EF4-FFF2-40B4-BE49-F238E27FC236}">
                      <a16:creationId xmlns:a16="http://schemas.microsoft.com/office/drawing/2014/main" id="{EA52FCC9-F56E-1BCB-58D6-E160BD17936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592" y="3313"/>
                <a:ext cx="175" cy="21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11" imgW="190440" imgH="228600" progId="Equation.3">
                        <p:embed/>
                      </p:oleObj>
                    </mc:Choice>
                    <mc:Fallback>
                      <p:oleObj name="Equação" r:id="rId11" imgW="190440" imgH="228600" progId="Equation.3">
                        <p:embed/>
                        <p:pic>
                          <p:nvPicPr>
                            <p:cNvPr id="14" name="Object 23">
                              <a:extLst>
                                <a:ext uri="{FF2B5EF4-FFF2-40B4-BE49-F238E27FC236}">
                                  <a16:creationId xmlns:a16="http://schemas.microsoft.com/office/drawing/2014/main" id="{EA52FCC9-F56E-1BCB-58D6-E160BD17936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92" y="3313"/>
                              <a:ext cx="175" cy="21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4" name="Object 23">
                  <a:extLst>
                    <a:ext uri="{FF2B5EF4-FFF2-40B4-BE49-F238E27FC236}">
                      <a16:creationId xmlns:a16="http://schemas.microsoft.com/office/drawing/2014/main" id="{EA52FCC9-F56E-1BCB-58D6-E160BD17936E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592" y="3313"/>
                <a:ext cx="175" cy="21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13" imgW="190440" imgH="228600" progId="Equation.3">
                        <p:embed/>
                      </p:oleObj>
                    </mc:Choice>
                    <mc:Fallback>
                      <p:oleObj name="Equação" r:id="rId13" imgW="190440" imgH="228600" progId="Equation.3">
                        <p:embed/>
                        <p:pic>
                          <p:nvPicPr>
                            <p:cNvPr id="14" name="Object 23">
                              <a:extLst>
                                <a:ext uri="{FF2B5EF4-FFF2-40B4-BE49-F238E27FC236}">
                                  <a16:creationId xmlns:a16="http://schemas.microsoft.com/office/drawing/2014/main" id="{EA52FCC9-F56E-1BCB-58D6-E160BD17936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92" y="3313"/>
                              <a:ext cx="175" cy="21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bject 24">
                  <a:extLst>
                    <a:ext uri="{FF2B5EF4-FFF2-40B4-BE49-F238E27FC236}">
                      <a16:creationId xmlns:a16="http://schemas.microsoft.com/office/drawing/2014/main" id="{2D2CBED5-F9D1-DF57-B45C-6B3D31C2A1E5}"/>
                    </a:ext>
                  </a:extLst>
                </p:cNvPr>
                <p:cNvSpPr txBox="1"/>
                <p:nvPr/>
              </p:nvSpPr>
              <p:spPr bwMode="auto">
                <a:xfrm>
                  <a:off x="3741" y="2553"/>
                  <a:ext cx="378" cy="244"/>
                </a:xfrm>
                <a:prstGeom prst="rect">
                  <a:avLst/>
                </a:prstGeom>
                <a:noFill/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pt-B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5" name="Object 24">
                  <a:extLst>
                    <a:ext uri="{FF2B5EF4-FFF2-40B4-BE49-F238E27FC236}">
                      <a16:creationId xmlns:a16="http://schemas.microsoft.com/office/drawing/2014/main" id="{2D2CBED5-F9D1-DF57-B45C-6B3D31C2A1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41" y="2553"/>
                  <a:ext cx="378" cy="244"/>
                </a:xfrm>
                <a:prstGeom prst="rect">
                  <a:avLst/>
                </a:prstGeom>
                <a:blipFill>
                  <a:blip r:embed="rId15"/>
                  <a:stretch>
                    <a:fillRect r="-16162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" name="Group 25">
              <a:extLst>
                <a:ext uri="{FF2B5EF4-FFF2-40B4-BE49-F238E27FC236}">
                  <a16:creationId xmlns:a16="http://schemas.microsoft.com/office/drawing/2014/main" id="{32DF83BB-3980-8032-3960-DC88955A22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9" y="2616"/>
              <a:ext cx="1088" cy="792"/>
              <a:chOff x="3609" y="2430"/>
              <a:chExt cx="1088" cy="1068"/>
            </a:xfrm>
          </p:grpSpPr>
          <p:sp>
            <p:nvSpPr>
              <p:cNvPr id="20" name="Line 26">
                <a:extLst>
                  <a:ext uri="{FF2B5EF4-FFF2-40B4-BE49-F238E27FC236}">
                    <a16:creationId xmlns:a16="http://schemas.microsoft.com/office/drawing/2014/main" id="{B02466FB-DBB5-045D-8F89-532ECAEB4B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53" y="2430"/>
                <a:ext cx="0" cy="10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" name="Line 27">
                <a:extLst>
                  <a:ext uri="{FF2B5EF4-FFF2-40B4-BE49-F238E27FC236}">
                    <a16:creationId xmlns:a16="http://schemas.microsoft.com/office/drawing/2014/main" id="{C64411D0-DACD-E72F-65C5-256FD78251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97" y="2740"/>
                <a:ext cx="0" cy="64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med" len="lg"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Line 28">
                <a:extLst>
                  <a:ext uri="{FF2B5EF4-FFF2-40B4-BE49-F238E27FC236}">
                    <a16:creationId xmlns:a16="http://schemas.microsoft.com/office/drawing/2014/main" id="{DF288B53-B6B8-F352-91C7-9ADF5BB95E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9" y="2740"/>
                <a:ext cx="0" cy="64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med" len="lg"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7" name="Object 29">
                  <a:extLst>
                    <a:ext uri="{FF2B5EF4-FFF2-40B4-BE49-F238E27FC236}">
                      <a16:creationId xmlns:a16="http://schemas.microsoft.com/office/drawing/2014/main" id="{DCA335C2-839F-8A10-3336-70955658547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461" y="3313"/>
                <a:ext cx="245" cy="21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16" imgW="266400" imgH="228600" progId="Equation.3">
                        <p:embed/>
                      </p:oleObj>
                    </mc:Choice>
                    <mc:Fallback>
                      <p:oleObj name="Equação" r:id="rId16" imgW="266400" imgH="228600" progId="Equation.3">
                        <p:embed/>
                        <p:pic>
                          <p:nvPicPr>
                            <p:cNvPr id="17" name="Object 29">
                              <a:extLst>
                                <a:ext uri="{FF2B5EF4-FFF2-40B4-BE49-F238E27FC236}">
                                  <a16:creationId xmlns:a16="http://schemas.microsoft.com/office/drawing/2014/main" id="{DCA335C2-839F-8A10-3336-70955658547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61" y="3313"/>
                              <a:ext cx="245" cy="21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7" name="Object 29">
                  <a:extLst>
                    <a:ext uri="{FF2B5EF4-FFF2-40B4-BE49-F238E27FC236}">
                      <a16:creationId xmlns:a16="http://schemas.microsoft.com/office/drawing/2014/main" id="{DCA335C2-839F-8A10-3336-70955658547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461" y="3313"/>
                <a:ext cx="245" cy="21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18" imgW="266400" imgH="228600" progId="Equation.3">
                        <p:embed/>
                      </p:oleObj>
                    </mc:Choice>
                    <mc:Fallback>
                      <p:oleObj name="Equação" r:id="rId18" imgW="266400" imgH="228600" progId="Equation.3">
                        <p:embed/>
                        <p:pic>
                          <p:nvPicPr>
                            <p:cNvPr id="17" name="Object 29">
                              <a:extLst>
                                <a:ext uri="{FF2B5EF4-FFF2-40B4-BE49-F238E27FC236}">
                                  <a16:creationId xmlns:a16="http://schemas.microsoft.com/office/drawing/2014/main" id="{DCA335C2-839F-8A10-3336-70955658547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61" y="3313"/>
                              <a:ext cx="245" cy="21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bject 30">
                  <a:extLst>
                    <a:ext uri="{FF2B5EF4-FFF2-40B4-BE49-F238E27FC236}">
                      <a16:creationId xmlns:a16="http://schemas.microsoft.com/office/drawing/2014/main" id="{AB255933-C7E2-440B-56D2-335F58A4F43B}"/>
                    </a:ext>
                  </a:extLst>
                </p:cNvPr>
                <p:cNvSpPr txBox="1"/>
                <p:nvPr/>
              </p:nvSpPr>
              <p:spPr bwMode="auto">
                <a:xfrm>
                  <a:off x="4182" y="2560"/>
                  <a:ext cx="192" cy="264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d>
                          <m:dPr>
                            <m:ctrlPr>
                              <a:rPr lang="pt-BR" sz="10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sz="10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10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sz="10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pt-BR" sz="1050" dirty="0"/>
                </a:p>
              </p:txBody>
            </p:sp>
          </mc:Choice>
          <mc:Fallback xmlns="">
            <p:sp>
              <p:nvSpPr>
                <p:cNvPr id="18" name="Object 30">
                  <a:extLst>
                    <a:ext uri="{FF2B5EF4-FFF2-40B4-BE49-F238E27FC236}">
                      <a16:creationId xmlns:a16="http://schemas.microsoft.com/office/drawing/2014/main" id="{AB255933-C7E2-440B-56D2-335F58A4F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82" y="2560"/>
                  <a:ext cx="192" cy="264"/>
                </a:xfrm>
                <a:prstGeom prst="rect">
                  <a:avLst/>
                </a:prstGeom>
                <a:blipFill>
                  <a:blip r:embed="rId20"/>
                  <a:stretch>
                    <a:fillRect r="-2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AutoShape 32">
            <a:extLst>
              <a:ext uri="{FF2B5EF4-FFF2-40B4-BE49-F238E27FC236}">
                <a16:creationId xmlns:a16="http://schemas.microsoft.com/office/drawing/2014/main" id="{5E05B863-96CC-AED1-B7DA-572B05226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5461" y="4184804"/>
            <a:ext cx="685800" cy="190500"/>
          </a:xfrm>
          <a:prstGeom prst="leftRightArrow">
            <a:avLst>
              <a:gd name="adj1" fmla="val 50000"/>
              <a:gd name="adj2" fmla="val 72000"/>
            </a:avLst>
          </a:prstGeom>
          <a:solidFill>
            <a:schemeClr val="accent1"/>
          </a:solidFill>
          <a:ln w="9525">
            <a:solidFill>
              <a:srgbClr val="0066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4" name="Line 12">
            <a:extLst>
              <a:ext uri="{FF2B5EF4-FFF2-40B4-BE49-F238E27FC236}">
                <a16:creationId xmlns:a16="http://schemas.microsoft.com/office/drawing/2014/main" id="{CD87D137-4F48-648E-6155-C135A872190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34434" y="3404664"/>
            <a:ext cx="4763" cy="1830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25" name="Object 13">
            <a:extLst>
              <a:ext uri="{FF2B5EF4-FFF2-40B4-BE49-F238E27FC236}">
                <a16:creationId xmlns:a16="http://schemas.microsoft.com/office/drawing/2014/main" id="{09E253D4-DAFF-67F2-7BA1-859DA7D1F4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4411" y="4637243"/>
          <a:ext cx="147638" cy="24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1" imgW="101520" imgH="164880" progId="Equation.3">
                  <p:embed/>
                </p:oleObj>
              </mc:Choice>
              <mc:Fallback>
                <p:oleObj name="Equação" r:id="rId21" imgW="101520" imgH="164880" progId="Equation.3">
                  <p:embed/>
                  <p:pic>
                    <p:nvPicPr>
                      <p:cNvPr id="25" name="Object 13">
                        <a:extLst>
                          <a:ext uri="{FF2B5EF4-FFF2-40B4-BE49-F238E27FC236}">
                            <a16:creationId xmlns:a16="http://schemas.microsoft.com/office/drawing/2014/main" id="{09E253D4-DAFF-67F2-7BA1-859DA7D1F4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4411" y="4637243"/>
                        <a:ext cx="147638" cy="242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Line 14">
            <a:extLst>
              <a:ext uri="{FF2B5EF4-FFF2-40B4-BE49-F238E27FC236}">
                <a16:creationId xmlns:a16="http://schemas.microsoft.com/office/drawing/2014/main" id="{1B75A3C8-9223-B630-EE39-95E70A8581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6174" y="4753129"/>
            <a:ext cx="266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16">
                <a:extLst>
                  <a:ext uri="{FF2B5EF4-FFF2-40B4-BE49-F238E27FC236}">
                    <a16:creationId xmlns:a16="http://schemas.microsoft.com/office/drawing/2014/main" id="{91321AF5-7BAA-6018-40F7-8DC814640333}"/>
                  </a:ext>
                </a:extLst>
              </p:cNvPr>
              <p:cNvSpPr txBox="1"/>
              <p:nvPr/>
            </p:nvSpPr>
            <p:spPr bwMode="auto">
              <a:xfrm>
                <a:off x="1306262" y="3180604"/>
                <a:ext cx="4528383" cy="25603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0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20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pt-BR" sz="2000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sen</m:t>
                          </m:r>
                        </m:fName>
                        <m:e>
                          <m:r>
                            <a:rPr lang="pt-BR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pt-BR" sz="2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pt-BR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)=.</m:t>
                      </m:r>
                      <m:r>
                        <m:rPr>
                          <m:sty m:val="p"/>
                        </m:rPr>
                        <a:rPr lang="pt-BR" sz="20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⁡(2</m:t>
                      </m:r>
                      <m:r>
                        <a:rPr lang="pt-BR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pt-BR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sz="2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/2) </m:t>
                      </m:r>
                    </m:oMath>
                  </m:oMathPara>
                </a14:m>
                <a:endParaRPr lang="pt-BR" sz="20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Object 16">
                <a:extLst>
                  <a:ext uri="{FF2B5EF4-FFF2-40B4-BE49-F238E27FC236}">
                    <a16:creationId xmlns:a16="http://schemas.microsoft.com/office/drawing/2014/main" id="{91321AF5-7BAA-6018-40F7-8DC814640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6262" y="3180604"/>
                <a:ext cx="4528383" cy="256035"/>
              </a:xfrm>
              <a:prstGeom prst="rect">
                <a:avLst/>
              </a:prstGeom>
              <a:blipFill>
                <a:blip r:embed="rId23"/>
                <a:stretch>
                  <a:fillRect b="-785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reeform 36">
            <a:extLst>
              <a:ext uri="{FF2B5EF4-FFF2-40B4-BE49-F238E27FC236}">
                <a16:creationId xmlns:a16="http://schemas.microsoft.com/office/drawing/2014/main" id="{D196A800-6CDD-67FD-7527-EC1FDCD4BDD3}"/>
              </a:ext>
            </a:extLst>
          </p:cNvPr>
          <p:cNvSpPr>
            <a:spLocks/>
          </p:cNvSpPr>
          <p:nvPr/>
        </p:nvSpPr>
        <p:spPr bwMode="auto">
          <a:xfrm>
            <a:off x="2840847" y="3859367"/>
            <a:ext cx="3117850" cy="1301750"/>
          </a:xfrm>
          <a:custGeom>
            <a:avLst/>
            <a:gdLst/>
            <a:ahLst/>
            <a:cxnLst>
              <a:cxn ang="0">
                <a:pos x="0" y="145"/>
              </a:cxn>
              <a:cxn ang="0">
                <a:pos x="82" y="111"/>
              </a:cxn>
              <a:cxn ang="0">
                <a:pos x="272" y="813"/>
              </a:cxn>
              <a:cxn ang="0">
                <a:pos x="500" y="70"/>
              </a:cxn>
              <a:cxn ang="0">
                <a:pos x="728" y="813"/>
              </a:cxn>
              <a:cxn ang="0">
                <a:pos x="952" y="72"/>
              </a:cxn>
              <a:cxn ang="0">
                <a:pos x="1180" y="813"/>
              </a:cxn>
              <a:cxn ang="0">
                <a:pos x="1405" y="72"/>
              </a:cxn>
              <a:cxn ang="0">
                <a:pos x="1633" y="814"/>
              </a:cxn>
              <a:cxn ang="0">
                <a:pos x="1840" y="81"/>
              </a:cxn>
              <a:cxn ang="0">
                <a:pos x="1964" y="385"/>
              </a:cxn>
            </a:cxnLst>
            <a:rect l="0" t="0" r="r" b="b"/>
            <a:pathLst>
              <a:path w="1964" h="820">
                <a:moveTo>
                  <a:pt x="0" y="145"/>
                </a:moveTo>
                <a:cubicBezTo>
                  <a:pt x="14" y="139"/>
                  <a:pt x="37" y="0"/>
                  <a:pt x="82" y="111"/>
                </a:cubicBezTo>
                <a:cubicBezTo>
                  <a:pt x="127" y="222"/>
                  <a:pt x="202" y="820"/>
                  <a:pt x="272" y="813"/>
                </a:cubicBezTo>
                <a:cubicBezTo>
                  <a:pt x="342" y="806"/>
                  <a:pt x="424" y="70"/>
                  <a:pt x="500" y="70"/>
                </a:cubicBezTo>
                <a:cubicBezTo>
                  <a:pt x="576" y="70"/>
                  <a:pt x="653" y="813"/>
                  <a:pt x="728" y="813"/>
                </a:cubicBezTo>
                <a:cubicBezTo>
                  <a:pt x="803" y="813"/>
                  <a:pt x="877" y="72"/>
                  <a:pt x="952" y="72"/>
                </a:cubicBezTo>
                <a:cubicBezTo>
                  <a:pt x="1027" y="72"/>
                  <a:pt x="1105" y="813"/>
                  <a:pt x="1180" y="813"/>
                </a:cubicBezTo>
                <a:cubicBezTo>
                  <a:pt x="1255" y="813"/>
                  <a:pt x="1330" y="72"/>
                  <a:pt x="1405" y="72"/>
                </a:cubicBezTo>
                <a:cubicBezTo>
                  <a:pt x="1480" y="72"/>
                  <a:pt x="1561" y="813"/>
                  <a:pt x="1633" y="814"/>
                </a:cubicBezTo>
                <a:cubicBezTo>
                  <a:pt x="1705" y="815"/>
                  <a:pt x="1785" y="152"/>
                  <a:pt x="1840" y="81"/>
                </a:cubicBezTo>
                <a:cubicBezTo>
                  <a:pt x="1895" y="10"/>
                  <a:pt x="1938" y="322"/>
                  <a:pt x="1964" y="385"/>
                </a:cubicBezTo>
              </a:path>
            </a:pathLst>
          </a:custGeom>
          <a:noFill/>
          <a:ln w="38100" cap="flat" cmpd="sng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9" name="Line 37">
            <a:extLst>
              <a:ext uri="{FF2B5EF4-FFF2-40B4-BE49-F238E27FC236}">
                <a16:creationId xmlns:a16="http://schemas.microsoft.com/office/drawing/2014/main" id="{03D856E3-FEBA-7294-7267-63B61C7DFB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3099" y="4561042"/>
            <a:ext cx="32432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34" name="Group 34">
            <a:extLst>
              <a:ext uri="{FF2B5EF4-FFF2-40B4-BE49-F238E27FC236}">
                <a16:creationId xmlns:a16="http://schemas.microsoft.com/office/drawing/2014/main" id="{3CDEA13E-0A15-0E44-4487-2E1510BB93F7}"/>
              </a:ext>
            </a:extLst>
          </p:cNvPr>
          <p:cNvGrpSpPr>
            <a:grpSpLocks/>
          </p:cNvGrpSpPr>
          <p:nvPr/>
        </p:nvGrpSpPr>
        <p:grpSpPr bwMode="auto">
          <a:xfrm>
            <a:off x="7273506" y="4711822"/>
            <a:ext cx="2860675" cy="1955801"/>
            <a:chOff x="3469" y="2553"/>
            <a:chExt cx="1802" cy="1232"/>
          </a:xfrm>
        </p:grpSpPr>
        <p:sp>
          <p:nvSpPr>
            <p:cNvPr id="35" name="Line 18">
              <a:extLst>
                <a:ext uri="{FF2B5EF4-FFF2-40B4-BE49-F238E27FC236}">
                  <a16:creationId xmlns:a16="http://schemas.microsoft.com/office/drawing/2014/main" id="{94EB8158-24B0-DD05-F3D0-7FB68027F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9" y="3314"/>
              <a:ext cx="1802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6" name="Object 19">
                  <a:extLst>
                    <a:ext uri="{FF2B5EF4-FFF2-40B4-BE49-F238E27FC236}">
                      <a16:creationId xmlns:a16="http://schemas.microsoft.com/office/drawing/2014/main" id="{8E851EE2-385E-8A27-63E9-250BEF6663E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020" y="3338"/>
                <a:ext cx="120" cy="16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3" imgW="126720" imgH="177480" progId="Equation.3">
                        <p:embed/>
                      </p:oleObj>
                    </mc:Choice>
                    <mc:Fallback>
                      <p:oleObj name="Equação" r:id="rId3" imgW="126720" imgH="177480" progId="Equation.3">
                        <p:embed/>
                        <p:pic>
                          <p:nvPicPr>
                            <p:cNvPr id="36" name="Object 19">
                              <a:extLst>
                                <a:ext uri="{FF2B5EF4-FFF2-40B4-BE49-F238E27FC236}">
                                  <a16:creationId xmlns:a16="http://schemas.microsoft.com/office/drawing/2014/main" id="{8E851EE2-385E-8A27-63E9-250BEF6663E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20" y="3338"/>
                              <a:ext cx="120" cy="16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6" name="Object 19">
                  <a:extLst>
                    <a:ext uri="{FF2B5EF4-FFF2-40B4-BE49-F238E27FC236}">
                      <a16:creationId xmlns:a16="http://schemas.microsoft.com/office/drawing/2014/main" id="{8E851EE2-385E-8A27-63E9-250BEF6663E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020" y="3338"/>
                <a:ext cx="120" cy="16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5" imgW="126720" imgH="177480" progId="Equation.3">
                        <p:embed/>
                      </p:oleObj>
                    </mc:Choice>
                    <mc:Fallback>
                      <p:oleObj name="Equação" r:id="rId5" imgW="126720" imgH="177480" progId="Equation.3">
                        <p:embed/>
                        <p:pic>
                          <p:nvPicPr>
                            <p:cNvPr id="36" name="Object 19">
                              <a:extLst>
                                <a:ext uri="{FF2B5EF4-FFF2-40B4-BE49-F238E27FC236}">
                                  <a16:creationId xmlns:a16="http://schemas.microsoft.com/office/drawing/2014/main" id="{8E851EE2-385E-8A27-63E9-250BEF6663E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20" y="3338"/>
                              <a:ext cx="120" cy="16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7" name="Object 20">
                  <a:extLst>
                    <a:ext uri="{FF2B5EF4-FFF2-40B4-BE49-F238E27FC236}">
                      <a16:creationId xmlns:a16="http://schemas.microsoft.com/office/drawing/2014/main" id="{21F95D6E-F5A8-27B8-24DC-85A24BA56DB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938" y="3325"/>
                <a:ext cx="150" cy="18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7" imgW="164880" imgH="203040" progId="Equation.3">
                        <p:embed/>
                      </p:oleObj>
                    </mc:Choice>
                    <mc:Fallback>
                      <p:oleObj name="Equação" r:id="rId7" imgW="164880" imgH="203040" progId="Equation.3">
                        <p:embed/>
                        <p:pic>
                          <p:nvPicPr>
                            <p:cNvPr id="37" name="Object 20">
                              <a:extLst>
                                <a:ext uri="{FF2B5EF4-FFF2-40B4-BE49-F238E27FC236}">
                                  <a16:creationId xmlns:a16="http://schemas.microsoft.com/office/drawing/2014/main" id="{21F95D6E-F5A8-27B8-24DC-85A24BA56DB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38" y="3325"/>
                              <a:ext cx="150" cy="18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7" name="Object 20">
                  <a:extLst>
                    <a:ext uri="{FF2B5EF4-FFF2-40B4-BE49-F238E27FC236}">
                      <a16:creationId xmlns:a16="http://schemas.microsoft.com/office/drawing/2014/main" id="{21F95D6E-F5A8-27B8-24DC-85A24BA56DB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938" y="3325"/>
                <a:ext cx="150" cy="18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9" imgW="164880" imgH="203040" progId="Equation.3">
                        <p:embed/>
                      </p:oleObj>
                    </mc:Choice>
                    <mc:Fallback>
                      <p:oleObj name="Equação" r:id="rId9" imgW="164880" imgH="203040" progId="Equation.3">
                        <p:embed/>
                        <p:pic>
                          <p:nvPicPr>
                            <p:cNvPr id="37" name="Object 20">
                              <a:extLst>
                                <a:ext uri="{FF2B5EF4-FFF2-40B4-BE49-F238E27FC236}">
                                  <a16:creationId xmlns:a16="http://schemas.microsoft.com/office/drawing/2014/main" id="{21F95D6E-F5A8-27B8-24DC-85A24BA56DB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38" y="3325"/>
                              <a:ext cx="150" cy="18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38" name="Line 21">
              <a:extLst>
                <a:ext uri="{FF2B5EF4-FFF2-40B4-BE49-F238E27FC236}">
                  <a16:creationId xmlns:a16="http://schemas.microsoft.com/office/drawing/2014/main" id="{2FF298ED-A17F-1C84-867C-5D5BE4BA83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5" y="3434"/>
              <a:ext cx="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9" name="Line 22">
              <a:extLst>
                <a:ext uri="{FF2B5EF4-FFF2-40B4-BE49-F238E27FC236}">
                  <a16:creationId xmlns:a16="http://schemas.microsoft.com/office/drawing/2014/main" id="{9FDCD2E1-A5CD-D6DF-FFDD-2D488D193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6" y="3308"/>
              <a:ext cx="179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40" name="Object 23">
                  <a:extLst>
                    <a:ext uri="{FF2B5EF4-FFF2-40B4-BE49-F238E27FC236}">
                      <a16:creationId xmlns:a16="http://schemas.microsoft.com/office/drawing/2014/main" id="{77B0AA5F-2109-F52D-C9F7-D00C962F73B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57420777"/>
                    </p:ext>
                  </p:extLst>
                </p:nvPr>
              </p:nvGraphicFramePr>
              <p:xfrm>
                <a:off x="4624" y="3083"/>
                <a:ext cx="175" cy="21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11" imgW="190440" imgH="228600" progId="Equation.3">
                        <p:embed/>
                      </p:oleObj>
                    </mc:Choice>
                    <mc:Fallback>
                      <p:oleObj name="Equação" r:id="rId11" imgW="190440" imgH="228600" progId="Equation.3">
                        <p:embed/>
                        <p:pic>
                          <p:nvPicPr>
                            <p:cNvPr id="40" name="Object 23">
                              <a:extLst>
                                <a:ext uri="{FF2B5EF4-FFF2-40B4-BE49-F238E27FC236}">
                                  <a16:creationId xmlns:a16="http://schemas.microsoft.com/office/drawing/2014/main" id="{77B0AA5F-2109-F52D-C9F7-D00C962F73B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24" y="3083"/>
                              <a:ext cx="175" cy="21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40" name="Object 23">
                  <a:extLst>
                    <a:ext uri="{FF2B5EF4-FFF2-40B4-BE49-F238E27FC236}">
                      <a16:creationId xmlns:a16="http://schemas.microsoft.com/office/drawing/2014/main" id="{77B0AA5F-2109-F52D-C9F7-D00C962F73B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57420777"/>
                    </p:ext>
                  </p:extLst>
                </p:nvPr>
              </p:nvGraphicFramePr>
              <p:xfrm>
                <a:off x="4624" y="3083"/>
                <a:ext cx="175" cy="21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11" imgW="190440" imgH="228600" progId="Equation.3">
                        <p:embed/>
                      </p:oleObj>
                    </mc:Choice>
                    <mc:Fallback>
                      <p:oleObj name="Equação" r:id="rId11" imgW="190440" imgH="228600" progId="Equation.3">
                        <p:embed/>
                        <p:pic>
                          <p:nvPicPr>
                            <p:cNvPr id="40" name="Object 23">
                              <a:extLst>
                                <a:ext uri="{FF2B5EF4-FFF2-40B4-BE49-F238E27FC236}">
                                  <a16:creationId xmlns:a16="http://schemas.microsoft.com/office/drawing/2014/main" id="{77B0AA5F-2109-F52D-C9F7-D00C962F73B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24" y="3083"/>
                              <a:ext cx="175" cy="21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Object 24">
                  <a:extLst>
                    <a:ext uri="{FF2B5EF4-FFF2-40B4-BE49-F238E27FC236}">
                      <a16:creationId xmlns:a16="http://schemas.microsoft.com/office/drawing/2014/main" id="{1ECE10AC-D082-7E1C-6F66-E4C50C2B5A22}"/>
                    </a:ext>
                  </a:extLst>
                </p:cNvPr>
                <p:cNvSpPr txBox="1"/>
                <p:nvPr/>
              </p:nvSpPr>
              <p:spPr bwMode="auto">
                <a:xfrm>
                  <a:off x="3741" y="2553"/>
                  <a:ext cx="378" cy="244"/>
                </a:xfrm>
                <a:prstGeom prst="rect">
                  <a:avLst/>
                </a:prstGeom>
                <a:noFill/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pt-B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pt-B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1" name="Object 24">
                  <a:extLst>
                    <a:ext uri="{FF2B5EF4-FFF2-40B4-BE49-F238E27FC236}">
                      <a16:creationId xmlns:a16="http://schemas.microsoft.com/office/drawing/2014/main" id="{1ECE10AC-D082-7E1C-6F66-E4C50C2B5A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41" y="2553"/>
                  <a:ext cx="378" cy="244"/>
                </a:xfrm>
                <a:prstGeom prst="rect">
                  <a:avLst/>
                </a:prstGeom>
                <a:blipFill>
                  <a:blip r:embed="rId24"/>
                  <a:stretch>
                    <a:fillRect r="-4082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Line 26">
              <a:extLst>
                <a:ext uri="{FF2B5EF4-FFF2-40B4-BE49-F238E27FC236}">
                  <a16:creationId xmlns:a16="http://schemas.microsoft.com/office/drawing/2014/main" id="{5ED6B61C-5A32-AE6D-0902-9ACC047AE3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0" y="2888"/>
              <a:ext cx="2" cy="8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3" name="Object 29">
                  <a:extLst>
                    <a:ext uri="{FF2B5EF4-FFF2-40B4-BE49-F238E27FC236}">
                      <a16:creationId xmlns:a16="http://schemas.microsoft.com/office/drawing/2014/main" id="{7DC8682E-A5C7-F5A2-CD81-6E90B900467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481" y="3090"/>
                <a:ext cx="245" cy="21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16" imgW="266400" imgH="228600" progId="Equation.3">
                        <p:embed/>
                      </p:oleObj>
                    </mc:Choice>
                    <mc:Fallback>
                      <p:oleObj name="Equação" r:id="rId16" imgW="266400" imgH="228600" progId="Equation.3">
                        <p:embed/>
                        <p:pic>
                          <p:nvPicPr>
                            <p:cNvPr id="43" name="Object 29">
                              <a:extLst>
                                <a:ext uri="{FF2B5EF4-FFF2-40B4-BE49-F238E27FC236}">
                                  <a16:creationId xmlns:a16="http://schemas.microsoft.com/office/drawing/2014/main" id="{7DC8682E-A5C7-F5A2-CD81-6E90B900467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81" y="3090"/>
                              <a:ext cx="245" cy="21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43" name="Object 29">
                  <a:extLst>
                    <a:ext uri="{FF2B5EF4-FFF2-40B4-BE49-F238E27FC236}">
                      <a16:creationId xmlns:a16="http://schemas.microsoft.com/office/drawing/2014/main" id="{7DC8682E-A5C7-F5A2-CD81-6E90B900467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481" y="3090"/>
                <a:ext cx="245" cy="21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ção" r:id="rId25" imgW="266400" imgH="228600" progId="Equation.3">
                        <p:embed/>
                      </p:oleObj>
                    </mc:Choice>
                    <mc:Fallback>
                      <p:oleObj name="Equação" r:id="rId25" imgW="266400" imgH="228600" progId="Equation.3">
                        <p:embed/>
                        <p:pic>
                          <p:nvPicPr>
                            <p:cNvPr id="43" name="Object 29">
                              <a:extLst>
                                <a:ext uri="{FF2B5EF4-FFF2-40B4-BE49-F238E27FC236}">
                                  <a16:creationId xmlns:a16="http://schemas.microsoft.com/office/drawing/2014/main" id="{7DC8682E-A5C7-F5A2-CD81-6E90B900467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81" y="3090"/>
                              <a:ext cx="245" cy="21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Object 30">
                  <a:extLst>
                    <a:ext uri="{FF2B5EF4-FFF2-40B4-BE49-F238E27FC236}">
                      <a16:creationId xmlns:a16="http://schemas.microsoft.com/office/drawing/2014/main" id="{5EED98B5-CB82-1289-BB4C-21FB9AA03B8F}"/>
                    </a:ext>
                  </a:extLst>
                </p:cNvPr>
                <p:cNvSpPr txBox="1"/>
                <p:nvPr/>
              </p:nvSpPr>
              <p:spPr bwMode="auto">
                <a:xfrm>
                  <a:off x="4178" y="2811"/>
                  <a:ext cx="192" cy="264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f>
                          <m:fPr>
                            <m:ctrlPr>
                              <a:rPr lang="pt-BR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pt-BR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pt-BR" sz="1400" dirty="0"/>
                </a:p>
              </p:txBody>
            </p:sp>
          </mc:Choice>
          <mc:Fallback>
            <p:sp>
              <p:nvSpPr>
                <p:cNvPr id="44" name="Object 30">
                  <a:extLst>
                    <a:ext uri="{FF2B5EF4-FFF2-40B4-BE49-F238E27FC236}">
                      <a16:creationId xmlns:a16="http://schemas.microsoft.com/office/drawing/2014/main" id="{5EED98B5-CB82-1289-BB4C-21FB9AA03B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78" y="2811"/>
                  <a:ext cx="192" cy="264"/>
                </a:xfrm>
                <a:prstGeom prst="rect">
                  <a:avLst/>
                </a:prstGeom>
                <a:blipFill>
                  <a:blip r:embed="rId26"/>
                  <a:stretch>
                    <a:fillRect b="-11594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3369E519-D14F-0714-E5B7-595089B7D064}"/>
              </a:ext>
            </a:extLst>
          </p:cNvPr>
          <p:cNvCxnSpPr/>
          <p:nvPr/>
        </p:nvCxnSpPr>
        <p:spPr>
          <a:xfrm>
            <a:off x="7394025" y="3584553"/>
            <a:ext cx="17272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440C6627-DAB2-50DB-6DDC-02B54C3F0176}"/>
              </a:ext>
            </a:extLst>
          </p:cNvPr>
          <p:cNvCxnSpPr>
            <a:cxnSpLocks/>
          </p:cNvCxnSpPr>
          <p:nvPr/>
        </p:nvCxnSpPr>
        <p:spPr>
          <a:xfrm>
            <a:off x="7534849" y="5340391"/>
            <a:ext cx="845475" cy="16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Line 27">
            <a:extLst>
              <a:ext uri="{FF2B5EF4-FFF2-40B4-BE49-F238E27FC236}">
                <a16:creationId xmlns:a16="http://schemas.microsoft.com/office/drawing/2014/main" id="{2DE0A22C-C128-021B-9659-C8D0F542C7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2702" y="5330793"/>
            <a:ext cx="0" cy="58622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lg"/>
            <a:tailEnd type="oval"/>
          </a:ln>
          <a:effectLst/>
        </p:spPr>
        <p:txBody>
          <a:bodyPr/>
          <a:lstStyle/>
          <a:p>
            <a:endParaRPr lang="pt-BR" dirty="0"/>
          </a:p>
        </p:txBody>
      </p:sp>
      <p:sp>
        <p:nvSpPr>
          <p:cNvPr id="5" name="Line 27">
            <a:extLst>
              <a:ext uri="{FF2B5EF4-FFF2-40B4-BE49-F238E27FC236}">
                <a16:creationId xmlns:a16="http://schemas.microsoft.com/office/drawing/2014/main" id="{A121608F-E8F6-39F8-0AF3-8D948ADD5A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264952" y="5923084"/>
            <a:ext cx="9478" cy="57769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lg"/>
            <a:tailEnd type="oval"/>
          </a:ln>
          <a:effectLst/>
        </p:spPr>
        <p:txBody>
          <a:bodyPr/>
          <a:lstStyle/>
          <a:p>
            <a:endParaRPr lang="pt-BR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BE6FCA7B-41A3-D834-69FD-26F59540EC1F}"/>
              </a:ext>
            </a:extLst>
          </p:cNvPr>
          <p:cNvSpPr/>
          <p:nvPr/>
        </p:nvSpPr>
        <p:spPr>
          <a:xfrm>
            <a:off x="4864608" y="3130706"/>
            <a:ext cx="681566" cy="502696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1DAE2705-2BEA-B65E-27DD-111B1D068CE3}"/>
              </a:ext>
            </a:extLst>
          </p:cNvPr>
          <p:cNvCxnSpPr>
            <a:cxnSpLocks/>
          </p:cNvCxnSpPr>
          <p:nvPr/>
        </p:nvCxnSpPr>
        <p:spPr>
          <a:xfrm>
            <a:off x="8379994" y="6496174"/>
            <a:ext cx="845475" cy="16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bject 30">
                <a:extLst>
                  <a:ext uri="{FF2B5EF4-FFF2-40B4-BE49-F238E27FC236}">
                    <a16:creationId xmlns:a16="http://schemas.microsoft.com/office/drawing/2014/main" id="{E1D1A3EF-58BF-370A-83AD-FDD739AED8D9}"/>
                  </a:ext>
                </a:extLst>
              </p:cNvPr>
              <p:cNvSpPr txBox="1"/>
              <p:nvPr/>
            </p:nvSpPr>
            <p:spPr bwMode="auto">
              <a:xfrm>
                <a:off x="7974200" y="6280274"/>
                <a:ext cx="304800" cy="4191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>
          <p:sp>
            <p:nvSpPr>
              <p:cNvPr id="30" name="Object 30">
                <a:extLst>
                  <a:ext uri="{FF2B5EF4-FFF2-40B4-BE49-F238E27FC236}">
                    <a16:creationId xmlns:a16="http://schemas.microsoft.com/office/drawing/2014/main" id="{E1D1A3EF-58BF-370A-83AD-FDD739AED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74200" y="6280274"/>
                <a:ext cx="304800" cy="419100"/>
              </a:xfrm>
              <a:prstGeom prst="rect">
                <a:avLst/>
              </a:prstGeom>
              <a:blipFill>
                <a:blip r:embed="rId27"/>
                <a:stretch>
                  <a:fillRect r="-38000" b="-115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43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C7470-278F-7162-6321-BE2110D0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de Fourier</a:t>
            </a:r>
            <a:br>
              <a:rPr lang="pt-BR" dirty="0"/>
            </a:br>
            <a:r>
              <a:rPr lang="pt-BR" dirty="0"/>
              <a:t>Função Degrau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4EBD4B5D-2AC0-000F-A4CE-576687393FE3}"/>
                  </a:ext>
                </a:extLst>
              </p:cNvPr>
              <p:cNvSpPr txBox="1"/>
              <p:nvPr/>
            </p:nvSpPr>
            <p:spPr bwMode="auto">
              <a:xfrm>
                <a:off x="1720936" y="2329080"/>
                <a:ext cx="5104737" cy="92551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pt-BR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pt-B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pt-BR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  <m:m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mr>
                        </m:m>
                      </m:e>
                    </m:d>
                    <m:r>
                      <a:rPr lang="pt-BR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pt-BR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t-BR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sign</m:t>
                        </m:r>
                        <m:d>
                          <m:dPr>
                            <m:ctrlPr>
                              <a:rPr lang="pt-BR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pt-BR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pt-BR" sz="2400" dirty="0"/>
                  <a:t> </a:t>
                </a:r>
              </a:p>
            </p:txBody>
          </p:sp>
        </mc:Choice>
        <mc:Fallback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4EBD4B5D-2AC0-000F-A4CE-576687393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0936" y="2329080"/>
                <a:ext cx="5104737" cy="9255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C4C31D66-D60F-031E-55F1-EFE7238E54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661931"/>
              </p:ext>
            </p:extLst>
          </p:nvPr>
        </p:nvGraphicFramePr>
        <p:xfrm>
          <a:off x="7870678" y="1791313"/>
          <a:ext cx="3144837" cy="138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49080" imgH="685800" progId="Equation.3">
                  <p:embed/>
                </p:oleObj>
              </mc:Choice>
              <mc:Fallback>
                <p:oleObj name="Equation" r:id="rId3" imgW="1549080" imgH="685800" progId="Equation.3">
                  <p:embed/>
                  <p:pic>
                    <p:nvPicPr>
                      <p:cNvPr id="1587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0678" y="1791313"/>
                        <a:ext cx="3144837" cy="138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F52A012D-8105-A10A-09DD-8D489FE7BF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8857" y="3884036"/>
            <a:ext cx="5224031" cy="155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4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374E1-7053-9716-A6DB-41E032548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 da Transformada de Fourier</a:t>
            </a:r>
            <a:br>
              <a:rPr lang="pt-BR" dirty="0"/>
            </a:br>
            <a:r>
              <a:rPr lang="pt-BR" dirty="0"/>
              <a:t>Expansão / Compressão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6B83DC41-ECE1-925B-196C-B7EB0E1C2C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720012"/>
              </p:ext>
            </p:extLst>
          </p:nvPr>
        </p:nvGraphicFramePr>
        <p:xfrm>
          <a:off x="1001440" y="1761824"/>
          <a:ext cx="3119437" cy="138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480" imgH="685800" progId="Equation.3">
                  <p:embed/>
                </p:oleObj>
              </mc:Choice>
              <mc:Fallback>
                <p:oleObj name="Equation" r:id="rId2" imgW="1536480" imgH="685800" progId="Equation.3">
                  <p:embed/>
                  <p:pic>
                    <p:nvPicPr>
                      <p:cNvPr id="1607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440" y="1761824"/>
                        <a:ext cx="3119437" cy="138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upo 90">
            <a:extLst>
              <a:ext uri="{FF2B5EF4-FFF2-40B4-BE49-F238E27FC236}">
                <a16:creationId xmlns:a16="http://schemas.microsoft.com/office/drawing/2014/main" id="{D4CA2276-BCEC-34D5-AC83-9A9F75A58BFB}"/>
              </a:ext>
            </a:extLst>
          </p:cNvPr>
          <p:cNvGrpSpPr/>
          <p:nvPr/>
        </p:nvGrpSpPr>
        <p:grpSpPr>
          <a:xfrm>
            <a:off x="4533924" y="1426722"/>
            <a:ext cx="7074401" cy="3006391"/>
            <a:chOff x="288925" y="2430463"/>
            <a:chExt cx="8342313" cy="3884612"/>
          </a:xfrm>
        </p:grpSpPr>
        <p:sp>
          <p:nvSpPr>
            <p:cNvPr id="5" name="Freeform 193">
              <a:extLst>
                <a:ext uri="{FF2B5EF4-FFF2-40B4-BE49-F238E27FC236}">
                  <a16:creationId xmlns:a16="http://schemas.microsoft.com/office/drawing/2014/main" id="{626E22C9-30D0-EC21-9BCD-35C459F95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725" y="3619500"/>
              <a:ext cx="2752725" cy="1619250"/>
            </a:xfrm>
            <a:custGeom>
              <a:avLst/>
              <a:gdLst/>
              <a:ahLst/>
              <a:cxnLst>
                <a:cxn ang="0">
                  <a:pos x="0" y="1020"/>
                </a:cxn>
                <a:cxn ang="0">
                  <a:pos x="1734" y="1008"/>
                </a:cxn>
                <a:cxn ang="0">
                  <a:pos x="1308" y="0"/>
                </a:cxn>
                <a:cxn ang="0">
                  <a:pos x="428" y="5"/>
                </a:cxn>
                <a:cxn ang="0">
                  <a:pos x="0" y="1020"/>
                </a:cxn>
              </a:cxnLst>
              <a:rect l="0" t="0" r="r" b="b"/>
              <a:pathLst>
                <a:path w="1734" h="1020">
                  <a:moveTo>
                    <a:pt x="0" y="1020"/>
                  </a:moveTo>
                  <a:lnTo>
                    <a:pt x="1734" y="1008"/>
                  </a:lnTo>
                  <a:lnTo>
                    <a:pt x="1308" y="0"/>
                  </a:lnTo>
                  <a:lnTo>
                    <a:pt x="428" y="5"/>
                  </a:lnTo>
                  <a:lnTo>
                    <a:pt x="0" y="1020"/>
                  </a:lnTo>
                  <a:close/>
                </a:path>
              </a:pathLst>
            </a:custGeom>
            <a:solidFill>
              <a:srgbClr val="FFFF99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" name="Freeform 192">
              <a:extLst>
                <a:ext uri="{FF2B5EF4-FFF2-40B4-BE49-F238E27FC236}">
                  <a16:creationId xmlns:a16="http://schemas.microsoft.com/office/drawing/2014/main" id="{21BE5540-E303-69AF-5165-BE4E6A92BFF7}"/>
                </a:ext>
              </a:extLst>
            </p:cNvPr>
            <p:cNvSpPr>
              <a:spLocks/>
            </p:cNvSpPr>
            <p:nvPr/>
          </p:nvSpPr>
          <p:spPr bwMode="gray">
            <a:xfrm>
              <a:off x="5610225" y="3067050"/>
              <a:ext cx="1438275" cy="275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06" y="6"/>
                </a:cxn>
                <a:cxn ang="0">
                  <a:pos x="660" y="1734"/>
                </a:cxn>
                <a:cxn ang="0">
                  <a:pos x="255" y="1731"/>
                </a:cxn>
                <a:cxn ang="0">
                  <a:pos x="0" y="0"/>
                </a:cxn>
              </a:cxnLst>
              <a:rect l="0" t="0" r="r" b="b"/>
              <a:pathLst>
                <a:path w="906" h="1734">
                  <a:moveTo>
                    <a:pt x="0" y="0"/>
                  </a:moveTo>
                  <a:lnTo>
                    <a:pt x="906" y="6"/>
                  </a:lnTo>
                  <a:lnTo>
                    <a:pt x="660" y="1734"/>
                  </a:lnTo>
                  <a:lnTo>
                    <a:pt x="255" y="1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99"/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7" name="Group 95">
              <a:extLst>
                <a:ext uri="{FF2B5EF4-FFF2-40B4-BE49-F238E27FC236}">
                  <a16:creationId xmlns:a16="http://schemas.microsoft.com/office/drawing/2014/main" id="{1DE8664B-621A-2C13-41FF-0E791636B4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500" y="2430463"/>
              <a:ext cx="2814638" cy="1731962"/>
              <a:chOff x="360" y="1890"/>
              <a:chExt cx="1773" cy="1091"/>
            </a:xfrm>
          </p:grpSpPr>
          <p:sp>
            <p:nvSpPr>
              <p:cNvPr id="80" name="Line 19">
                <a:extLst>
                  <a:ext uri="{FF2B5EF4-FFF2-40B4-BE49-F238E27FC236}">
                    <a16:creationId xmlns:a16="http://schemas.microsoft.com/office/drawing/2014/main" id="{F3BA4284-F049-D87A-B4E3-EAF317E56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" y="2636"/>
                <a:ext cx="17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graphicFrame>
            <p:nvGraphicFramePr>
              <p:cNvPr id="81" name="Object 20">
                <a:extLst>
                  <a:ext uri="{FF2B5EF4-FFF2-40B4-BE49-F238E27FC236}">
                    <a16:creationId xmlns:a16="http://schemas.microsoft.com/office/drawing/2014/main" id="{516E0E0B-9E2B-03B6-BD4D-07D41715304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51" y="2651"/>
              <a:ext cx="111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4" imgW="101520" imgH="164880" progId="Equation.3">
                      <p:embed/>
                    </p:oleObj>
                  </mc:Choice>
                  <mc:Fallback>
                    <p:oleObj name="Equação" r:id="rId4" imgW="101520" imgH="164880" progId="Equation.3">
                      <p:embed/>
                      <p:pic>
                        <p:nvPicPr>
                          <p:cNvPr id="1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51" y="2651"/>
                            <a:ext cx="111" cy="1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" name="Line 21">
                <a:extLst>
                  <a:ext uri="{FF2B5EF4-FFF2-40B4-BE49-F238E27FC236}">
                    <a16:creationId xmlns:a16="http://schemas.microsoft.com/office/drawing/2014/main" id="{F672F1EF-DB35-3EC9-12D0-B2A3E0B31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1" y="2727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graphicFrame>
            <p:nvGraphicFramePr>
              <p:cNvPr id="83" name="Object 22">
                <a:extLst>
                  <a:ext uri="{FF2B5EF4-FFF2-40B4-BE49-F238E27FC236}">
                    <a16:creationId xmlns:a16="http://schemas.microsoft.com/office/drawing/2014/main" id="{B5871661-4F20-55DC-5994-A4A537626AB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08" y="2643"/>
              <a:ext cx="136" cy="1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6" imgW="126720" imgH="177480" progId="Equation.3">
                      <p:embed/>
                    </p:oleObj>
                  </mc:Choice>
                  <mc:Fallback>
                    <p:oleObj name="Equação" r:id="rId6" imgW="126720" imgH="177480" progId="Equation.3">
                      <p:embed/>
                      <p:pic>
                        <p:nvPicPr>
                          <p:cNvPr id="12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8" y="2643"/>
                            <a:ext cx="136" cy="16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4" name="Freeform 23">
                <a:extLst>
                  <a:ext uri="{FF2B5EF4-FFF2-40B4-BE49-F238E27FC236}">
                    <a16:creationId xmlns:a16="http://schemas.microsoft.com/office/drawing/2014/main" id="{94762EC9-3BD8-7B9C-E5E4-EE7CAD106D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" y="2269"/>
                <a:ext cx="1760" cy="358"/>
              </a:xfrm>
              <a:custGeom>
                <a:avLst/>
                <a:gdLst/>
                <a:ahLst/>
                <a:cxnLst>
                  <a:cxn ang="0">
                    <a:pos x="0" y="670"/>
                  </a:cxn>
                  <a:cxn ang="0">
                    <a:pos x="367" y="667"/>
                  </a:cxn>
                  <a:cxn ang="0">
                    <a:pos x="367" y="0"/>
                  </a:cxn>
                  <a:cxn ang="0">
                    <a:pos x="1233" y="1"/>
                  </a:cxn>
                  <a:cxn ang="0">
                    <a:pos x="1232" y="667"/>
                  </a:cxn>
                  <a:cxn ang="0">
                    <a:pos x="1760" y="670"/>
                  </a:cxn>
                </a:cxnLst>
                <a:rect l="0" t="0" r="r" b="b"/>
                <a:pathLst>
                  <a:path w="1760" h="670">
                    <a:moveTo>
                      <a:pt x="0" y="670"/>
                    </a:moveTo>
                    <a:lnTo>
                      <a:pt x="367" y="667"/>
                    </a:lnTo>
                    <a:lnTo>
                      <a:pt x="367" y="0"/>
                    </a:lnTo>
                    <a:lnTo>
                      <a:pt x="1233" y="1"/>
                    </a:lnTo>
                    <a:lnTo>
                      <a:pt x="1232" y="667"/>
                    </a:lnTo>
                    <a:lnTo>
                      <a:pt x="1760" y="670"/>
                    </a:lnTo>
                  </a:path>
                </a:pathLst>
              </a:custGeom>
              <a:solidFill>
                <a:srgbClr val="FFCCCC"/>
              </a:solidFill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graphicFrame>
            <p:nvGraphicFramePr>
              <p:cNvPr id="85" name="Object 25">
                <a:extLst>
                  <a:ext uri="{FF2B5EF4-FFF2-40B4-BE49-F238E27FC236}">
                    <a16:creationId xmlns:a16="http://schemas.microsoft.com/office/drawing/2014/main" id="{783C5C2B-164D-1BB4-539D-5E85A8D3718F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888" y="1890"/>
              <a:ext cx="26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8" imgW="279360" imgH="203040" progId="Equation.3">
                      <p:embed/>
                    </p:oleObj>
                  </mc:Choice>
                  <mc:Fallback>
                    <p:oleObj name="Equação" r:id="rId8" imgW="279360" imgH="203040" progId="Equation.3">
                      <p:embed/>
                      <p:pic>
                        <p:nvPicPr>
                          <p:cNvPr id="14" name="Object 2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88" y="1890"/>
                            <a:ext cx="264" cy="1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6" name="Object 26">
                <a:extLst>
                  <a:ext uri="{FF2B5EF4-FFF2-40B4-BE49-F238E27FC236}">
                    <a16:creationId xmlns:a16="http://schemas.microsoft.com/office/drawing/2014/main" id="{66694AE0-1B65-2965-4FFA-247AB8BF56A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05" y="2094"/>
              <a:ext cx="183" cy="1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10" imgW="164880" imgH="164880" progId="Equation.3">
                      <p:embed/>
                    </p:oleObj>
                  </mc:Choice>
                  <mc:Fallback>
                    <p:oleObj name="Equação" r:id="rId10" imgW="164880" imgH="164880" progId="Equation.3">
                      <p:embed/>
                      <p:pic>
                        <p:nvPicPr>
                          <p:cNvPr id="15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5" y="2094"/>
                            <a:ext cx="183" cy="15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7" name="Object 27">
                <a:extLst>
                  <a:ext uri="{FF2B5EF4-FFF2-40B4-BE49-F238E27FC236}">
                    <a16:creationId xmlns:a16="http://schemas.microsoft.com/office/drawing/2014/main" id="{B5FCABAD-2119-E465-478C-0EC518DF46B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22" y="2670"/>
              <a:ext cx="168" cy="3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12" imgW="177480" imgH="330120" progId="Equation.3">
                      <p:embed/>
                    </p:oleObj>
                  </mc:Choice>
                  <mc:Fallback>
                    <p:oleObj name="Equação" r:id="rId12" imgW="177480" imgH="330120" progId="Equation.3">
                      <p:embed/>
                      <p:pic>
                        <p:nvPicPr>
                          <p:cNvPr id="16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22" y="2670"/>
                            <a:ext cx="168" cy="31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8" name="Object 28">
                <a:extLst>
                  <a:ext uri="{FF2B5EF4-FFF2-40B4-BE49-F238E27FC236}">
                    <a16:creationId xmlns:a16="http://schemas.microsoft.com/office/drawing/2014/main" id="{F5B9DB46-636C-6C10-0B35-C93F568589A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3" y="2670"/>
              <a:ext cx="276" cy="3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14" imgW="291960" imgH="330120" progId="Equation.3">
                      <p:embed/>
                    </p:oleObj>
                  </mc:Choice>
                  <mc:Fallback>
                    <p:oleObj name="Equação" r:id="rId14" imgW="291960" imgH="330120" progId="Equation.3">
                      <p:embed/>
                      <p:pic>
                        <p:nvPicPr>
                          <p:cNvPr id="17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3" y="2670"/>
                            <a:ext cx="276" cy="31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9" name="Line 24">
                <a:extLst>
                  <a:ext uri="{FF2B5EF4-FFF2-40B4-BE49-F238E27FC236}">
                    <a16:creationId xmlns:a16="http://schemas.microsoft.com/office/drawing/2014/main" id="{86E64C6B-354F-7D83-B625-383195B5B3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7" y="1895"/>
                <a:ext cx="0" cy="87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8" name="AutoShape 54">
              <a:extLst>
                <a:ext uri="{FF2B5EF4-FFF2-40B4-BE49-F238E27FC236}">
                  <a16:creationId xmlns:a16="http://schemas.microsoft.com/office/drawing/2014/main" id="{A21D3A9D-0AE1-E560-7270-68690981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5988" y="3076575"/>
              <a:ext cx="742950" cy="123825"/>
            </a:xfrm>
            <a:prstGeom prst="leftRightArrow">
              <a:avLst>
                <a:gd name="adj1" fmla="val 50000"/>
                <a:gd name="adj2" fmla="val 12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9" name="Group 190">
              <a:extLst>
                <a:ext uri="{FF2B5EF4-FFF2-40B4-BE49-F238E27FC236}">
                  <a16:creationId xmlns:a16="http://schemas.microsoft.com/office/drawing/2014/main" id="{CF1793D3-9FF7-96A7-87F2-B7ED9ABA7B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925" y="4624388"/>
              <a:ext cx="3086100" cy="1479550"/>
              <a:chOff x="182" y="2913"/>
              <a:chExt cx="1944" cy="932"/>
            </a:xfrm>
          </p:grpSpPr>
          <p:sp>
            <p:nvSpPr>
              <p:cNvPr id="70" name="Line 98">
                <a:extLst>
                  <a:ext uri="{FF2B5EF4-FFF2-40B4-BE49-F238E27FC236}">
                    <a16:creationId xmlns:a16="http://schemas.microsoft.com/office/drawing/2014/main" id="{19CFBD6A-38D7-1C15-EB49-7BBE66811F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" y="3662"/>
                <a:ext cx="192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graphicFrame>
            <p:nvGraphicFramePr>
              <p:cNvPr id="71" name="Object 99">
                <a:extLst>
                  <a:ext uri="{FF2B5EF4-FFF2-40B4-BE49-F238E27FC236}">
                    <a16:creationId xmlns:a16="http://schemas.microsoft.com/office/drawing/2014/main" id="{ABF4769C-AE8D-8EA6-B066-9394184B3D4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14" y="3680"/>
              <a:ext cx="111" cy="1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16" imgW="101520" imgH="164880" progId="Equation.3">
                      <p:embed/>
                    </p:oleObj>
                  </mc:Choice>
                  <mc:Fallback>
                    <p:oleObj name="Equação" r:id="rId16" imgW="101520" imgH="164880" progId="Equation.3">
                      <p:embed/>
                      <p:pic>
                        <p:nvPicPr>
                          <p:cNvPr id="22" name="Object 9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14" y="3680"/>
                            <a:ext cx="111" cy="1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2" name="Line 100">
                <a:extLst>
                  <a:ext uri="{FF2B5EF4-FFF2-40B4-BE49-F238E27FC236}">
                    <a16:creationId xmlns:a16="http://schemas.microsoft.com/office/drawing/2014/main" id="{63A9A8FC-6074-935E-E765-4A0BD9F0A7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4" y="3756"/>
                <a:ext cx="1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graphicFrame>
            <p:nvGraphicFramePr>
              <p:cNvPr id="73" name="Object 101">
                <a:extLst>
                  <a:ext uri="{FF2B5EF4-FFF2-40B4-BE49-F238E27FC236}">
                    <a16:creationId xmlns:a16="http://schemas.microsoft.com/office/drawing/2014/main" id="{7B912BEF-995B-5215-2279-8996B5C3C5B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13" y="3672"/>
              <a:ext cx="136" cy="1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18" imgW="126720" imgH="177480" progId="Equation.3">
                      <p:embed/>
                    </p:oleObj>
                  </mc:Choice>
                  <mc:Fallback>
                    <p:oleObj name="Equação" r:id="rId18" imgW="126720" imgH="177480" progId="Equation.3">
                      <p:embed/>
                      <p:pic>
                        <p:nvPicPr>
                          <p:cNvPr id="24" name="Object 10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13" y="3672"/>
                            <a:ext cx="136" cy="16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4" name="Freeform 102">
                <a:extLst>
                  <a:ext uri="{FF2B5EF4-FFF2-40B4-BE49-F238E27FC236}">
                    <a16:creationId xmlns:a16="http://schemas.microsoft.com/office/drawing/2014/main" id="{7C7FC837-667D-C81C-0A7D-78B0DBB1DA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" y="3297"/>
                <a:ext cx="1931" cy="360"/>
              </a:xfrm>
              <a:custGeom>
                <a:avLst/>
                <a:gdLst/>
                <a:ahLst/>
                <a:cxnLst>
                  <a:cxn ang="0">
                    <a:pos x="0" y="357"/>
                  </a:cxn>
                  <a:cxn ang="0">
                    <a:pos x="105" y="357"/>
                  </a:cxn>
                  <a:cxn ang="0">
                    <a:pos x="105" y="3"/>
                  </a:cxn>
                  <a:cxn ang="0">
                    <a:pos x="1824" y="0"/>
                  </a:cxn>
                  <a:cxn ang="0">
                    <a:pos x="1824" y="360"/>
                  </a:cxn>
                  <a:cxn ang="0">
                    <a:pos x="1931" y="359"/>
                  </a:cxn>
                </a:cxnLst>
                <a:rect l="0" t="0" r="r" b="b"/>
                <a:pathLst>
                  <a:path w="1931" h="360">
                    <a:moveTo>
                      <a:pt x="0" y="357"/>
                    </a:moveTo>
                    <a:lnTo>
                      <a:pt x="105" y="357"/>
                    </a:lnTo>
                    <a:lnTo>
                      <a:pt x="105" y="3"/>
                    </a:lnTo>
                    <a:lnTo>
                      <a:pt x="1824" y="0"/>
                    </a:lnTo>
                    <a:lnTo>
                      <a:pt x="1824" y="360"/>
                    </a:lnTo>
                    <a:lnTo>
                      <a:pt x="1931" y="359"/>
                    </a:lnTo>
                  </a:path>
                </a:pathLst>
              </a:custGeom>
              <a:solidFill>
                <a:srgbClr val="FFCCCC"/>
              </a:solidFill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graphicFrame>
            <p:nvGraphicFramePr>
              <p:cNvPr id="75" name="Object 103">
                <a:extLst>
                  <a:ext uri="{FF2B5EF4-FFF2-40B4-BE49-F238E27FC236}">
                    <a16:creationId xmlns:a16="http://schemas.microsoft.com/office/drawing/2014/main" id="{200E0CCC-70C0-42B9-B744-B0FC8106BD2D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35" y="2913"/>
              <a:ext cx="804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850680" imgH="215640" progId="Equation.3">
                      <p:embed/>
                    </p:oleObj>
                  </mc:Choice>
                  <mc:Fallback>
                    <p:oleObj name="Equation" r:id="rId20" imgW="850680" imgH="215640" progId="Equation.3">
                      <p:embed/>
                      <p:pic>
                        <p:nvPicPr>
                          <p:cNvPr id="26" name="Object 10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5" y="2913"/>
                            <a:ext cx="804" cy="20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6" name="Object 104">
                <a:extLst>
                  <a:ext uri="{FF2B5EF4-FFF2-40B4-BE49-F238E27FC236}">
                    <a16:creationId xmlns:a16="http://schemas.microsoft.com/office/drawing/2014/main" id="{8F88EDB7-9771-D812-55FB-3C77706CBCB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10" y="3123"/>
              <a:ext cx="183" cy="1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22" imgW="164880" imgH="164880" progId="Equation.3">
                      <p:embed/>
                    </p:oleObj>
                  </mc:Choice>
                  <mc:Fallback>
                    <p:oleObj name="Equação" r:id="rId22" imgW="164880" imgH="164880" progId="Equation.3">
                      <p:embed/>
                      <p:pic>
                        <p:nvPicPr>
                          <p:cNvPr id="27" name="Object 10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10" y="3123"/>
                            <a:ext cx="183" cy="15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" name="Object 105">
                <a:extLst>
                  <a:ext uri="{FF2B5EF4-FFF2-40B4-BE49-F238E27FC236}">
                    <a16:creationId xmlns:a16="http://schemas.microsoft.com/office/drawing/2014/main" id="{B3C258FF-73A0-AED1-EE28-F885A8F906C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947" y="3672"/>
              <a:ext cx="144" cy="1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152280" imgH="164880" progId="Equation.3">
                      <p:embed/>
                    </p:oleObj>
                  </mc:Choice>
                  <mc:Fallback>
                    <p:oleObj name="Equation" r:id="rId24" imgW="152280" imgH="164880" progId="Equation.3">
                      <p:embed/>
                      <p:pic>
                        <p:nvPicPr>
                          <p:cNvPr id="28" name="Object 10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47" y="3672"/>
                            <a:ext cx="144" cy="15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8" name="Object 106">
                <a:extLst>
                  <a:ext uri="{FF2B5EF4-FFF2-40B4-BE49-F238E27FC236}">
                    <a16:creationId xmlns:a16="http://schemas.microsoft.com/office/drawing/2014/main" id="{BDABE59C-6F2A-A26F-531B-DE9DE564758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2" y="3655"/>
              <a:ext cx="228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241200" imgH="203040" progId="Equation.3">
                      <p:embed/>
                    </p:oleObj>
                  </mc:Choice>
                  <mc:Fallback>
                    <p:oleObj name="Equation" r:id="rId26" imgW="241200" imgH="203040" progId="Equation.3">
                      <p:embed/>
                      <p:pic>
                        <p:nvPicPr>
                          <p:cNvPr id="29" name="Object 10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2" y="3655"/>
                            <a:ext cx="228" cy="19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9" name="Line 107">
                <a:extLst>
                  <a:ext uri="{FF2B5EF4-FFF2-40B4-BE49-F238E27FC236}">
                    <a16:creationId xmlns:a16="http://schemas.microsoft.com/office/drawing/2014/main" id="{9DC9D7A1-4D5C-6664-F792-75FFCFF809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2" y="2924"/>
                <a:ext cx="0" cy="87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0" name="AutoShape 134">
              <a:extLst>
                <a:ext uri="{FF2B5EF4-FFF2-40B4-BE49-F238E27FC236}">
                  <a16:creationId xmlns:a16="http://schemas.microsoft.com/office/drawing/2014/main" id="{B56D547A-2387-BB0C-376B-7B05E5FF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3925" y="5280025"/>
              <a:ext cx="742950" cy="123825"/>
            </a:xfrm>
            <a:prstGeom prst="leftRightArrow">
              <a:avLst>
                <a:gd name="adj1" fmla="val 50000"/>
                <a:gd name="adj2" fmla="val 12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11" name="Group 186">
              <a:extLst>
                <a:ext uri="{FF2B5EF4-FFF2-40B4-BE49-F238E27FC236}">
                  <a16:creationId xmlns:a16="http://schemas.microsoft.com/office/drawing/2014/main" id="{BB45A5CD-CF36-CDA3-2CE3-C75AEE72C5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3225" y="4318000"/>
              <a:ext cx="4418013" cy="1997075"/>
              <a:chOff x="2658" y="2720"/>
              <a:chExt cx="2783" cy="1258"/>
            </a:xfrm>
          </p:grpSpPr>
          <p:graphicFrame>
            <p:nvGraphicFramePr>
              <p:cNvPr id="43" name="Object 109">
                <a:extLst>
                  <a:ext uri="{FF2B5EF4-FFF2-40B4-BE49-F238E27FC236}">
                    <a16:creationId xmlns:a16="http://schemas.microsoft.com/office/drawing/2014/main" id="{3230D06D-A1B8-6546-CB0A-5C62342BC3A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77" y="3676"/>
              <a:ext cx="120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28" imgW="126720" imgH="177480" progId="Equation.3">
                      <p:embed/>
                    </p:oleObj>
                  </mc:Choice>
                  <mc:Fallback>
                    <p:oleObj name="Equação" r:id="rId28" imgW="126720" imgH="177480" progId="Equation.3">
                      <p:embed/>
                      <p:pic>
                        <p:nvPicPr>
                          <p:cNvPr id="33" name="Object 10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7" y="3676"/>
                            <a:ext cx="120" cy="16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" name="Object 110">
                <a:extLst>
                  <a:ext uri="{FF2B5EF4-FFF2-40B4-BE49-F238E27FC236}">
                    <a16:creationId xmlns:a16="http://schemas.microsoft.com/office/drawing/2014/main" id="{E010F6D9-C944-0AFE-2AD8-EF01EB38961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69" y="3666"/>
              <a:ext cx="168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29" imgW="177480" imgH="330120" progId="Equation.3">
                      <p:embed/>
                    </p:oleObj>
                  </mc:Choice>
                  <mc:Fallback>
                    <p:oleObj name="Equação" r:id="rId29" imgW="177480" imgH="330120" progId="Equation.3">
                      <p:embed/>
                      <p:pic>
                        <p:nvPicPr>
                          <p:cNvPr id="34" name="Object 1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9" y="3666"/>
                            <a:ext cx="168" cy="3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" name="Object 111">
                <a:extLst>
                  <a:ext uri="{FF2B5EF4-FFF2-40B4-BE49-F238E27FC236}">
                    <a16:creationId xmlns:a16="http://schemas.microsoft.com/office/drawing/2014/main" id="{A1905A68-C566-9E52-5158-7479E6AC21C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59" y="3666"/>
              <a:ext cx="168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31" imgW="177480" imgH="330120" progId="Equation.3">
                      <p:embed/>
                    </p:oleObj>
                  </mc:Choice>
                  <mc:Fallback>
                    <p:oleObj name="Equação" r:id="rId31" imgW="177480" imgH="330120" progId="Equation.3">
                      <p:embed/>
                      <p:pic>
                        <p:nvPicPr>
                          <p:cNvPr id="35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9" y="3666"/>
                            <a:ext cx="168" cy="3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" name="Object 112">
                <a:extLst>
                  <a:ext uri="{FF2B5EF4-FFF2-40B4-BE49-F238E27FC236}">
                    <a16:creationId xmlns:a16="http://schemas.microsoft.com/office/drawing/2014/main" id="{DE8DA687-D4CE-99BD-E675-D5C47DA9B03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71" y="3666"/>
              <a:ext cx="276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33" imgW="291960" imgH="330120" progId="Equation.3">
                      <p:embed/>
                    </p:oleObj>
                  </mc:Choice>
                  <mc:Fallback>
                    <p:oleObj name="Equação" r:id="rId33" imgW="291960" imgH="330120" progId="Equation.3">
                      <p:embed/>
                      <p:pic>
                        <p:nvPicPr>
                          <p:cNvPr id="36" name="Object 1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71" y="3666"/>
                            <a:ext cx="276" cy="3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" name="Object 113">
                <a:extLst>
                  <a:ext uri="{FF2B5EF4-FFF2-40B4-BE49-F238E27FC236}">
                    <a16:creationId xmlns:a16="http://schemas.microsoft.com/office/drawing/2014/main" id="{5C9B5100-1D7F-D825-F10D-9662B160FA4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157" y="3721"/>
              <a:ext cx="15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35" imgW="164880" imgH="203040" progId="Equation.3">
                      <p:embed/>
                    </p:oleObj>
                  </mc:Choice>
                  <mc:Fallback>
                    <p:oleObj name="Equação" r:id="rId35" imgW="164880" imgH="203040" progId="Equation.3">
                      <p:embed/>
                      <p:pic>
                        <p:nvPicPr>
                          <p:cNvPr id="37" name="Object 1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7" y="3721"/>
                            <a:ext cx="156" cy="1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8" name="Line 114">
                <a:extLst>
                  <a:ext uri="{FF2B5EF4-FFF2-40B4-BE49-F238E27FC236}">
                    <a16:creationId xmlns:a16="http://schemas.microsoft.com/office/drawing/2014/main" id="{37681F5A-7B5E-7D1D-AA85-9001D6D328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7" y="3830"/>
                <a:ext cx="1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graphicFrame>
            <p:nvGraphicFramePr>
              <p:cNvPr id="49" name="Object 115">
                <a:extLst>
                  <a:ext uri="{FF2B5EF4-FFF2-40B4-BE49-F238E27FC236}">
                    <a16:creationId xmlns:a16="http://schemas.microsoft.com/office/drawing/2014/main" id="{30947EB0-709F-3DEE-6556-1E7195E3476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55" y="2912"/>
              <a:ext cx="336" cy="1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7" imgW="355320" imgH="164880" progId="Equation.3">
                      <p:embed/>
                    </p:oleObj>
                  </mc:Choice>
                  <mc:Fallback>
                    <p:oleObj name="Equation" r:id="rId37" imgW="355320" imgH="164880" progId="Equation.3">
                      <p:embed/>
                      <p:pic>
                        <p:nvPicPr>
                          <p:cNvPr id="39" name="Object 1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55" y="2912"/>
                            <a:ext cx="336" cy="15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" name="Object 116">
                <a:extLst>
                  <a:ext uri="{FF2B5EF4-FFF2-40B4-BE49-F238E27FC236}">
                    <a16:creationId xmlns:a16="http://schemas.microsoft.com/office/drawing/2014/main" id="{DC71AED9-1319-0A14-8AA4-31BAD292B9B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07" y="2720"/>
              <a:ext cx="38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9" imgW="406080" imgH="203040" progId="Equation.3">
                      <p:embed/>
                    </p:oleObj>
                  </mc:Choice>
                  <mc:Fallback>
                    <p:oleObj name="Equation" r:id="rId39" imgW="406080" imgH="203040" progId="Equation.3">
                      <p:embed/>
                      <p:pic>
                        <p:nvPicPr>
                          <p:cNvPr id="40" name="Object 1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7" y="2720"/>
                            <a:ext cx="384" cy="1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" name="Object 133">
                <a:extLst>
                  <a:ext uri="{FF2B5EF4-FFF2-40B4-BE49-F238E27FC236}">
                    <a16:creationId xmlns:a16="http://schemas.microsoft.com/office/drawing/2014/main" id="{D4B16CC5-EEF8-EE56-62B0-C96D8BB0703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68" y="3666"/>
              <a:ext cx="276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41" imgW="291960" imgH="330120" progId="Equation.3">
                      <p:embed/>
                    </p:oleObj>
                  </mc:Choice>
                  <mc:Fallback>
                    <p:oleObj name="Equação" r:id="rId41" imgW="291960" imgH="330120" progId="Equation.3">
                      <p:embed/>
                      <p:pic>
                        <p:nvPicPr>
                          <p:cNvPr id="41" name="Object 1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68" y="3666"/>
                            <a:ext cx="276" cy="3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52" name="Group 183">
                <a:extLst>
                  <a:ext uri="{FF2B5EF4-FFF2-40B4-BE49-F238E27FC236}">
                    <a16:creationId xmlns:a16="http://schemas.microsoft.com/office/drawing/2014/main" id="{F443EC1C-A156-B4C6-8622-852437E19D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58" y="2995"/>
                <a:ext cx="2780" cy="887"/>
                <a:chOff x="2658" y="2775"/>
                <a:chExt cx="2780" cy="1122"/>
              </a:xfrm>
            </p:grpSpPr>
            <p:grpSp>
              <p:nvGrpSpPr>
                <p:cNvPr id="55" name="Group 182">
                  <a:extLst>
                    <a:ext uri="{FF2B5EF4-FFF2-40B4-BE49-F238E27FC236}">
                      <a16:creationId xmlns:a16="http://schemas.microsoft.com/office/drawing/2014/main" id="{774B1C26-3B45-7735-58B9-CA173A0DB7F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58" y="2775"/>
                  <a:ext cx="2780" cy="1019"/>
                  <a:chOff x="2658" y="2775"/>
                  <a:chExt cx="2780" cy="1019"/>
                </a:xfrm>
              </p:grpSpPr>
              <p:grpSp>
                <p:nvGrpSpPr>
                  <p:cNvPr id="57" name="Group 181">
                    <a:extLst>
                      <a:ext uri="{FF2B5EF4-FFF2-40B4-BE49-F238E27FC236}">
                        <a16:creationId xmlns:a16="http://schemas.microsoft.com/office/drawing/2014/main" id="{9FC76FCA-3D0A-013C-796E-7C18E17F33D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770" y="2775"/>
                    <a:ext cx="2456" cy="1019"/>
                    <a:chOff x="2770" y="2775"/>
                    <a:chExt cx="2456" cy="1019"/>
                  </a:xfrm>
                </p:grpSpPr>
                <p:sp>
                  <p:nvSpPr>
                    <p:cNvPr id="59" name="Freeform 180">
                      <a:extLst>
                        <a:ext uri="{FF2B5EF4-FFF2-40B4-BE49-F238E27FC236}">
                          <a16:creationId xmlns:a16="http://schemas.microsoft.com/office/drawing/2014/main" id="{F4AD35C1-9123-9BA7-5BF9-91C1875F388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792" y="2775"/>
                      <a:ext cx="408" cy="84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840"/>
                        </a:cxn>
                        <a:cxn ang="0">
                          <a:pos x="114" y="264"/>
                        </a:cxn>
                        <a:cxn ang="0">
                          <a:pos x="165" y="45"/>
                        </a:cxn>
                        <a:cxn ang="0">
                          <a:pos x="198" y="0"/>
                        </a:cxn>
                        <a:cxn ang="0">
                          <a:pos x="243" y="51"/>
                        </a:cxn>
                        <a:cxn ang="0">
                          <a:pos x="363" y="636"/>
                        </a:cxn>
                        <a:cxn ang="0">
                          <a:pos x="408" y="843"/>
                        </a:cxn>
                        <a:cxn ang="0">
                          <a:pos x="0" y="840"/>
                        </a:cxn>
                      </a:cxnLst>
                      <a:rect l="0" t="0" r="r" b="b"/>
                      <a:pathLst>
                        <a:path w="408" h="843">
                          <a:moveTo>
                            <a:pt x="0" y="840"/>
                          </a:moveTo>
                          <a:lnTo>
                            <a:pt x="114" y="264"/>
                          </a:lnTo>
                          <a:lnTo>
                            <a:pt x="165" y="45"/>
                          </a:lnTo>
                          <a:lnTo>
                            <a:pt x="198" y="0"/>
                          </a:lnTo>
                          <a:lnTo>
                            <a:pt x="243" y="51"/>
                          </a:lnTo>
                          <a:lnTo>
                            <a:pt x="363" y="636"/>
                          </a:lnTo>
                          <a:lnTo>
                            <a:pt x="408" y="843"/>
                          </a:lnTo>
                          <a:lnTo>
                            <a:pt x="0" y="840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0" name="Freeform 175">
                      <a:extLst>
                        <a:ext uri="{FF2B5EF4-FFF2-40B4-BE49-F238E27FC236}">
                          <a16:creationId xmlns:a16="http://schemas.microsoft.com/office/drawing/2014/main" id="{BBFDE754-2A08-1AB4-A31C-7B3A9DFBCB1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>
                      <a:off x="2975" y="3558"/>
                      <a:ext cx="202" cy="5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14"/>
                        </a:cxn>
                        <a:cxn ang="0">
                          <a:pos x="72" y="0"/>
                        </a:cxn>
                        <a:cxn ang="0">
                          <a:pos x="128" y="10"/>
                        </a:cxn>
                        <a:cxn ang="0">
                          <a:pos x="202" y="114"/>
                        </a:cxn>
                        <a:cxn ang="0">
                          <a:pos x="0" y="114"/>
                        </a:cxn>
                      </a:cxnLst>
                      <a:rect l="0" t="0" r="r" b="b"/>
                      <a:pathLst>
                        <a:path w="202" h="114">
                          <a:moveTo>
                            <a:pt x="0" y="114"/>
                          </a:moveTo>
                          <a:lnTo>
                            <a:pt x="72" y="0"/>
                          </a:lnTo>
                          <a:lnTo>
                            <a:pt x="128" y="10"/>
                          </a:lnTo>
                          <a:lnTo>
                            <a:pt x="202" y="114"/>
                          </a:lnTo>
                          <a:lnTo>
                            <a:pt x="0" y="114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1" name="Freeform 176">
                      <a:extLst>
                        <a:ext uri="{FF2B5EF4-FFF2-40B4-BE49-F238E27FC236}">
                          <a16:creationId xmlns:a16="http://schemas.microsoft.com/office/drawing/2014/main" id="{9808D6C0-6A7D-AC87-BC22-EFCB7734B69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>
                      <a:off x="3177" y="3613"/>
                      <a:ext cx="204" cy="8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56" y="176"/>
                        </a:cxn>
                        <a:cxn ang="0">
                          <a:pos x="110" y="174"/>
                        </a:cxn>
                        <a:cxn ang="0">
                          <a:pos x="204" y="2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204" h="176">
                          <a:moveTo>
                            <a:pt x="0" y="0"/>
                          </a:moveTo>
                          <a:lnTo>
                            <a:pt x="56" y="176"/>
                          </a:lnTo>
                          <a:lnTo>
                            <a:pt x="110" y="174"/>
                          </a:lnTo>
                          <a:lnTo>
                            <a:pt x="204" y="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2" name="Freeform 177">
                      <a:extLst>
                        <a:ext uri="{FF2B5EF4-FFF2-40B4-BE49-F238E27FC236}">
                          <a16:creationId xmlns:a16="http://schemas.microsoft.com/office/drawing/2014/main" id="{FDA3F95F-2196-6B7F-5301-6CB46EE3212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>
                      <a:off x="2770" y="3616"/>
                      <a:ext cx="204" cy="4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56" y="176"/>
                        </a:cxn>
                        <a:cxn ang="0">
                          <a:pos x="110" y="174"/>
                        </a:cxn>
                        <a:cxn ang="0">
                          <a:pos x="204" y="2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204" h="176">
                          <a:moveTo>
                            <a:pt x="0" y="0"/>
                          </a:moveTo>
                          <a:lnTo>
                            <a:pt x="56" y="176"/>
                          </a:lnTo>
                          <a:lnTo>
                            <a:pt x="110" y="174"/>
                          </a:lnTo>
                          <a:lnTo>
                            <a:pt x="204" y="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3" name="Freeform 178">
                      <a:extLst>
                        <a:ext uri="{FF2B5EF4-FFF2-40B4-BE49-F238E27FC236}">
                          <a16:creationId xmlns:a16="http://schemas.microsoft.com/office/drawing/2014/main" id="{6CB6B069-D854-DC49-2A17-D5EFEBA43D5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>
                      <a:off x="3381" y="3500"/>
                      <a:ext cx="202" cy="11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14"/>
                        </a:cxn>
                        <a:cxn ang="0">
                          <a:pos x="72" y="0"/>
                        </a:cxn>
                        <a:cxn ang="0">
                          <a:pos x="128" y="10"/>
                        </a:cxn>
                        <a:cxn ang="0">
                          <a:pos x="202" y="114"/>
                        </a:cxn>
                        <a:cxn ang="0">
                          <a:pos x="0" y="114"/>
                        </a:cxn>
                      </a:cxnLst>
                      <a:rect l="0" t="0" r="r" b="b"/>
                      <a:pathLst>
                        <a:path w="202" h="114">
                          <a:moveTo>
                            <a:pt x="0" y="114"/>
                          </a:moveTo>
                          <a:lnTo>
                            <a:pt x="72" y="0"/>
                          </a:lnTo>
                          <a:lnTo>
                            <a:pt x="128" y="10"/>
                          </a:lnTo>
                          <a:lnTo>
                            <a:pt x="202" y="114"/>
                          </a:lnTo>
                          <a:lnTo>
                            <a:pt x="0" y="114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4" name="Freeform 179">
                      <a:extLst>
                        <a:ext uri="{FF2B5EF4-FFF2-40B4-BE49-F238E27FC236}">
                          <a16:creationId xmlns:a16="http://schemas.microsoft.com/office/drawing/2014/main" id="{6C44E5F3-8E14-654B-CE8F-CF84C775E8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flipH="1">
                      <a:off x="3588" y="3614"/>
                      <a:ext cx="204" cy="17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56" y="176"/>
                        </a:cxn>
                        <a:cxn ang="0">
                          <a:pos x="110" y="174"/>
                        </a:cxn>
                        <a:cxn ang="0">
                          <a:pos x="204" y="2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204" h="176">
                          <a:moveTo>
                            <a:pt x="0" y="0"/>
                          </a:moveTo>
                          <a:lnTo>
                            <a:pt x="56" y="176"/>
                          </a:lnTo>
                          <a:lnTo>
                            <a:pt x="110" y="174"/>
                          </a:lnTo>
                          <a:lnTo>
                            <a:pt x="204" y="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5" name="Freeform 167">
                      <a:extLst>
                        <a:ext uri="{FF2B5EF4-FFF2-40B4-BE49-F238E27FC236}">
                          <a16:creationId xmlns:a16="http://schemas.microsoft.com/office/drawing/2014/main" id="{CE2E6621-7421-1B95-D9CC-86812E910A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819" y="3562"/>
                      <a:ext cx="202" cy="5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14"/>
                        </a:cxn>
                        <a:cxn ang="0">
                          <a:pos x="72" y="0"/>
                        </a:cxn>
                        <a:cxn ang="0">
                          <a:pos x="128" y="10"/>
                        </a:cxn>
                        <a:cxn ang="0">
                          <a:pos x="202" y="114"/>
                        </a:cxn>
                        <a:cxn ang="0">
                          <a:pos x="0" y="114"/>
                        </a:cxn>
                      </a:cxnLst>
                      <a:rect l="0" t="0" r="r" b="b"/>
                      <a:pathLst>
                        <a:path w="202" h="114">
                          <a:moveTo>
                            <a:pt x="0" y="114"/>
                          </a:moveTo>
                          <a:lnTo>
                            <a:pt x="72" y="0"/>
                          </a:lnTo>
                          <a:lnTo>
                            <a:pt x="128" y="10"/>
                          </a:lnTo>
                          <a:lnTo>
                            <a:pt x="202" y="114"/>
                          </a:lnTo>
                          <a:lnTo>
                            <a:pt x="0" y="114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6" name="Freeform 168">
                      <a:extLst>
                        <a:ext uri="{FF2B5EF4-FFF2-40B4-BE49-F238E27FC236}">
                          <a16:creationId xmlns:a16="http://schemas.microsoft.com/office/drawing/2014/main" id="{0D726A79-5AB4-9079-DE57-93A77EE147E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619" y="3617"/>
                      <a:ext cx="204" cy="8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56" y="176"/>
                        </a:cxn>
                        <a:cxn ang="0">
                          <a:pos x="110" y="174"/>
                        </a:cxn>
                        <a:cxn ang="0">
                          <a:pos x="204" y="2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204" h="176">
                          <a:moveTo>
                            <a:pt x="0" y="0"/>
                          </a:moveTo>
                          <a:lnTo>
                            <a:pt x="56" y="176"/>
                          </a:lnTo>
                          <a:lnTo>
                            <a:pt x="110" y="174"/>
                          </a:lnTo>
                          <a:lnTo>
                            <a:pt x="204" y="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7" name="Freeform 169">
                      <a:extLst>
                        <a:ext uri="{FF2B5EF4-FFF2-40B4-BE49-F238E27FC236}">
                          <a16:creationId xmlns:a16="http://schemas.microsoft.com/office/drawing/2014/main" id="{8867EA4A-D647-8D73-2C7F-32E8EFA1FA5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022" y="3620"/>
                      <a:ext cx="204" cy="4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56" y="176"/>
                        </a:cxn>
                        <a:cxn ang="0">
                          <a:pos x="110" y="174"/>
                        </a:cxn>
                        <a:cxn ang="0">
                          <a:pos x="204" y="2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204" h="176">
                          <a:moveTo>
                            <a:pt x="0" y="0"/>
                          </a:moveTo>
                          <a:lnTo>
                            <a:pt x="56" y="176"/>
                          </a:lnTo>
                          <a:lnTo>
                            <a:pt x="110" y="174"/>
                          </a:lnTo>
                          <a:lnTo>
                            <a:pt x="204" y="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8" name="Freeform 164">
                      <a:extLst>
                        <a:ext uri="{FF2B5EF4-FFF2-40B4-BE49-F238E27FC236}">
                          <a16:creationId xmlns:a16="http://schemas.microsoft.com/office/drawing/2014/main" id="{9F49EBF5-8B13-8FF3-1CF8-6E41E87CF5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406" y="3504"/>
                      <a:ext cx="202" cy="11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14"/>
                        </a:cxn>
                        <a:cxn ang="0">
                          <a:pos x="72" y="0"/>
                        </a:cxn>
                        <a:cxn ang="0">
                          <a:pos x="128" y="10"/>
                        </a:cxn>
                        <a:cxn ang="0">
                          <a:pos x="202" y="114"/>
                        </a:cxn>
                        <a:cxn ang="0">
                          <a:pos x="0" y="114"/>
                        </a:cxn>
                      </a:cxnLst>
                      <a:rect l="0" t="0" r="r" b="b"/>
                      <a:pathLst>
                        <a:path w="202" h="114">
                          <a:moveTo>
                            <a:pt x="0" y="114"/>
                          </a:moveTo>
                          <a:lnTo>
                            <a:pt x="72" y="0"/>
                          </a:lnTo>
                          <a:lnTo>
                            <a:pt x="128" y="10"/>
                          </a:lnTo>
                          <a:lnTo>
                            <a:pt x="202" y="114"/>
                          </a:lnTo>
                          <a:lnTo>
                            <a:pt x="0" y="114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9" name="Freeform 163">
                      <a:extLst>
                        <a:ext uri="{FF2B5EF4-FFF2-40B4-BE49-F238E27FC236}">
                          <a16:creationId xmlns:a16="http://schemas.microsoft.com/office/drawing/2014/main" id="{C5C54E7B-50AA-4DC7-16F5-C5D46FBE4B3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202" y="3618"/>
                      <a:ext cx="204" cy="17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56" y="176"/>
                        </a:cxn>
                        <a:cxn ang="0">
                          <a:pos x="110" y="174"/>
                        </a:cxn>
                        <a:cxn ang="0">
                          <a:pos x="204" y="2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204" h="176">
                          <a:moveTo>
                            <a:pt x="0" y="0"/>
                          </a:moveTo>
                          <a:lnTo>
                            <a:pt x="56" y="176"/>
                          </a:lnTo>
                          <a:lnTo>
                            <a:pt x="110" y="174"/>
                          </a:lnTo>
                          <a:lnTo>
                            <a:pt x="204" y="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58" name="Line 131">
                    <a:extLst>
                      <a:ext uri="{FF2B5EF4-FFF2-40B4-BE49-F238E27FC236}">
                        <a16:creationId xmlns:a16="http://schemas.microsoft.com/office/drawing/2014/main" id="{C7356CC0-46FA-8B62-FA99-C1EE8E57FB7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58" y="3619"/>
                    <a:ext cx="27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56" name="Freeform 162">
                  <a:extLst>
                    <a:ext uri="{FF2B5EF4-FFF2-40B4-BE49-F238E27FC236}">
                      <a16:creationId xmlns:a16="http://schemas.microsoft.com/office/drawing/2014/main" id="{C1E890C1-8A78-DBAB-5CFF-D5F00FD960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30" y="2780"/>
                  <a:ext cx="2508" cy="1117"/>
                </a:xfrm>
                <a:custGeom>
                  <a:avLst/>
                  <a:gdLst/>
                  <a:ahLst/>
                  <a:cxnLst>
                    <a:cxn ang="0">
                      <a:pos x="0" y="808"/>
                    </a:cxn>
                    <a:cxn ang="0">
                      <a:pos x="158" y="890"/>
                    </a:cxn>
                    <a:cxn ang="0">
                      <a:pos x="358" y="778"/>
                    </a:cxn>
                    <a:cxn ang="0">
                      <a:pos x="570" y="912"/>
                    </a:cxn>
                    <a:cxn ang="0">
                      <a:pos x="776" y="730"/>
                    </a:cxn>
                    <a:cxn ang="0">
                      <a:pos x="1012" y="994"/>
                    </a:cxn>
                    <a:cxn ang="0">
                      <a:pos x="1266" y="0"/>
                    </a:cxn>
                    <a:cxn ang="0">
                      <a:pos x="1520" y="996"/>
                    </a:cxn>
                    <a:cxn ang="0">
                      <a:pos x="1756" y="726"/>
                    </a:cxn>
                    <a:cxn ang="0">
                      <a:pos x="1968" y="916"/>
                    </a:cxn>
                    <a:cxn ang="0">
                      <a:pos x="2180" y="774"/>
                    </a:cxn>
                    <a:cxn ang="0">
                      <a:pos x="2366" y="888"/>
                    </a:cxn>
                    <a:cxn ang="0">
                      <a:pos x="2508" y="824"/>
                    </a:cxn>
                  </a:cxnLst>
                  <a:rect l="0" t="0" r="r" b="b"/>
                  <a:pathLst>
                    <a:path w="2508" h="1117">
                      <a:moveTo>
                        <a:pt x="0" y="808"/>
                      </a:moveTo>
                      <a:cubicBezTo>
                        <a:pt x="26" y="822"/>
                        <a:pt x="98" y="895"/>
                        <a:pt x="158" y="890"/>
                      </a:cubicBezTo>
                      <a:cubicBezTo>
                        <a:pt x="218" y="885"/>
                        <a:pt x="289" y="774"/>
                        <a:pt x="358" y="778"/>
                      </a:cubicBezTo>
                      <a:cubicBezTo>
                        <a:pt x="427" y="782"/>
                        <a:pt x="500" y="920"/>
                        <a:pt x="570" y="912"/>
                      </a:cubicBezTo>
                      <a:cubicBezTo>
                        <a:pt x="640" y="904"/>
                        <a:pt x="702" y="716"/>
                        <a:pt x="776" y="730"/>
                      </a:cubicBezTo>
                      <a:cubicBezTo>
                        <a:pt x="850" y="744"/>
                        <a:pt x="930" y="1116"/>
                        <a:pt x="1012" y="994"/>
                      </a:cubicBezTo>
                      <a:cubicBezTo>
                        <a:pt x="1094" y="872"/>
                        <a:pt x="1181" y="0"/>
                        <a:pt x="1266" y="0"/>
                      </a:cubicBezTo>
                      <a:cubicBezTo>
                        <a:pt x="1351" y="0"/>
                        <a:pt x="1438" y="875"/>
                        <a:pt x="1520" y="996"/>
                      </a:cubicBezTo>
                      <a:cubicBezTo>
                        <a:pt x="1602" y="1117"/>
                        <a:pt x="1681" y="739"/>
                        <a:pt x="1756" y="726"/>
                      </a:cubicBezTo>
                      <a:cubicBezTo>
                        <a:pt x="1831" y="713"/>
                        <a:pt x="1897" y="908"/>
                        <a:pt x="1968" y="916"/>
                      </a:cubicBezTo>
                      <a:cubicBezTo>
                        <a:pt x="2039" y="924"/>
                        <a:pt x="2114" y="779"/>
                        <a:pt x="2180" y="774"/>
                      </a:cubicBezTo>
                      <a:cubicBezTo>
                        <a:pt x="2246" y="769"/>
                        <a:pt x="2311" y="880"/>
                        <a:pt x="2366" y="888"/>
                      </a:cubicBezTo>
                      <a:cubicBezTo>
                        <a:pt x="2421" y="896"/>
                        <a:pt x="2479" y="837"/>
                        <a:pt x="2508" y="824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006666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</p:grpSp>
          <p:sp>
            <p:nvSpPr>
              <p:cNvPr id="53" name="Line 132">
                <a:extLst>
                  <a:ext uri="{FF2B5EF4-FFF2-40B4-BE49-F238E27FC236}">
                    <a16:creationId xmlns:a16="http://schemas.microsoft.com/office/drawing/2014/main" id="{D7FE78E7-8746-2607-C54F-BD8AC9CAB0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4" y="2727"/>
                <a:ext cx="0" cy="10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4" name="Line 184">
                <a:extLst>
                  <a:ext uri="{FF2B5EF4-FFF2-40B4-BE49-F238E27FC236}">
                    <a16:creationId xmlns:a16="http://schemas.microsoft.com/office/drawing/2014/main" id="{0612CF7E-CE45-86C1-58DA-CDDDFF273A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55" y="2992"/>
                <a:ext cx="81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12" name="Group 189">
              <a:extLst>
                <a:ext uri="{FF2B5EF4-FFF2-40B4-BE49-F238E27FC236}">
                  <a16:creationId xmlns:a16="http://schemas.microsoft.com/office/drawing/2014/main" id="{62218363-D267-7368-69E9-8175F6B2C0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1638" y="2533650"/>
              <a:ext cx="4418012" cy="1577975"/>
              <a:chOff x="2653" y="1596"/>
              <a:chExt cx="2783" cy="994"/>
            </a:xfrm>
          </p:grpSpPr>
          <p:graphicFrame>
            <p:nvGraphicFramePr>
              <p:cNvPr id="16" name="Object 30">
                <a:extLst>
                  <a:ext uri="{FF2B5EF4-FFF2-40B4-BE49-F238E27FC236}">
                    <a16:creationId xmlns:a16="http://schemas.microsoft.com/office/drawing/2014/main" id="{830C2AAE-C313-C90B-1AC5-1CDC7FFD039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72" y="2288"/>
              <a:ext cx="120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43" imgW="126720" imgH="177480" progId="Equation.3">
                      <p:embed/>
                    </p:oleObj>
                  </mc:Choice>
                  <mc:Fallback>
                    <p:oleObj name="Equação" r:id="rId43" imgW="126720" imgH="177480" progId="Equation.3">
                      <p:embed/>
                      <p:pic>
                        <p:nvPicPr>
                          <p:cNvPr id="61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2" y="2288"/>
                            <a:ext cx="120" cy="16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7" name="Group 188">
                <a:extLst>
                  <a:ext uri="{FF2B5EF4-FFF2-40B4-BE49-F238E27FC236}">
                    <a16:creationId xmlns:a16="http://schemas.microsoft.com/office/drawing/2014/main" id="{D9816863-8ACE-58A6-6F8B-7E7EDB8B28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53" y="1596"/>
                <a:ext cx="2783" cy="994"/>
                <a:chOff x="2653" y="1596"/>
                <a:chExt cx="2783" cy="994"/>
              </a:xfrm>
            </p:grpSpPr>
            <p:graphicFrame>
              <p:nvGraphicFramePr>
                <p:cNvPr id="18" name="Object 31">
                  <a:extLst>
                    <a:ext uri="{FF2B5EF4-FFF2-40B4-BE49-F238E27FC236}">
                      <a16:creationId xmlns:a16="http://schemas.microsoft.com/office/drawing/2014/main" id="{8667E356-3AD8-6DBF-E681-EA03FEBE59C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259" y="2278"/>
                <a:ext cx="168" cy="3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ção" r:id="rId44" imgW="177480" imgH="330120" progId="Equation.3">
                        <p:embed/>
                      </p:oleObj>
                    </mc:Choice>
                    <mc:Fallback>
                      <p:oleObj name="Equação" r:id="rId44" imgW="177480" imgH="330120" progId="Equation.3">
                        <p:embed/>
                        <p:pic>
                          <p:nvPicPr>
                            <p:cNvPr id="63" name="Object 3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59" y="2278"/>
                              <a:ext cx="168" cy="31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" name="Object 32">
                  <a:extLst>
                    <a:ext uri="{FF2B5EF4-FFF2-40B4-BE49-F238E27FC236}">
                      <a16:creationId xmlns:a16="http://schemas.microsoft.com/office/drawing/2014/main" id="{38C61C8E-0D8C-91C5-5419-A876EA30B77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754" y="2278"/>
                <a:ext cx="168" cy="3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ção" r:id="rId46" imgW="177480" imgH="330120" progId="Equation.3">
                        <p:embed/>
                      </p:oleObj>
                    </mc:Choice>
                    <mc:Fallback>
                      <p:oleObj name="Equação" r:id="rId46" imgW="177480" imgH="330120" progId="Equation.3">
                        <p:embed/>
                        <p:pic>
                          <p:nvPicPr>
                            <p:cNvPr id="64" name="Object 3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54" y="2278"/>
                              <a:ext cx="168" cy="31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0" name="Object 33">
                  <a:extLst>
                    <a:ext uri="{FF2B5EF4-FFF2-40B4-BE49-F238E27FC236}">
                      <a16:creationId xmlns:a16="http://schemas.microsoft.com/office/drawing/2014/main" id="{C2A09E7E-F330-A4A7-5867-D8D5C0B76E8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531" y="2278"/>
                <a:ext cx="276" cy="3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ção" r:id="rId48" imgW="291960" imgH="330120" progId="Equation.3">
                        <p:embed/>
                      </p:oleObj>
                    </mc:Choice>
                    <mc:Fallback>
                      <p:oleObj name="Equação" r:id="rId48" imgW="291960" imgH="330120" progId="Equation.3">
                        <p:embed/>
                        <p:pic>
                          <p:nvPicPr>
                            <p:cNvPr id="65" name="Object 3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31" y="2278"/>
                              <a:ext cx="276" cy="31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1" name="Object 34">
                  <a:extLst>
                    <a:ext uri="{FF2B5EF4-FFF2-40B4-BE49-F238E27FC236}">
                      <a16:creationId xmlns:a16="http://schemas.microsoft.com/office/drawing/2014/main" id="{1D226DC6-05A0-8F9C-AEB5-FC1B3B16D49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152" y="2333"/>
                <a:ext cx="156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ção" r:id="rId50" imgW="164880" imgH="203040" progId="Equation.3">
                        <p:embed/>
                      </p:oleObj>
                    </mc:Choice>
                    <mc:Fallback>
                      <p:oleObj name="Equação" r:id="rId50" imgW="164880" imgH="203040" progId="Equation.3">
                        <p:embed/>
                        <p:pic>
                          <p:nvPicPr>
                            <p:cNvPr id="66" name="Object 3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152" y="2333"/>
                              <a:ext cx="156" cy="19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2" name="Line 35">
                  <a:extLst>
                    <a:ext uri="{FF2B5EF4-FFF2-40B4-BE49-F238E27FC236}">
                      <a16:creationId xmlns:a16="http://schemas.microsoft.com/office/drawing/2014/main" id="{C80AD044-8231-850B-34D1-D27EFD621D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2" y="2442"/>
                  <a:ext cx="15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graphicFrame>
              <p:nvGraphicFramePr>
                <p:cNvPr id="23" name="Object 36">
                  <a:extLst>
                    <a:ext uri="{FF2B5EF4-FFF2-40B4-BE49-F238E27FC236}">
                      <a16:creationId xmlns:a16="http://schemas.microsoft.com/office/drawing/2014/main" id="{15B6B163-D17E-E84B-2EC7-45AFA6CA40F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722" y="1794"/>
                <a:ext cx="264" cy="15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ção" r:id="rId52" imgW="279360" imgH="164880" progId="Equation.3">
                        <p:embed/>
                      </p:oleObj>
                    </mc:Choice>
                    <mc:Fallback>
                      <p:oleObj name="Equação" r:id="rId52" imgW="279360" imgH="164880" progId="Equation.3">
                        <p:embed/>
                        <p:pic>
                          <p:nvPicPr>
                            <p:cNvPr id="68" name="Object 3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22" y="1794"/>
                              <a:ext cx="264" cy="156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bg1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4" name="Object 37">
                  <a:extLst>
                    <a:ext uri="{FF2B5EF4-FFF2-40B4-BE49-F238E27FC236}">
                      <a16:creationId xmlns:a16="http://schemas.microsoft.com/office/drawing/2014/main" id="{4876C533-3184-71A1-AAE1-53455FE6150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614" y="1596"/>
                <a:ext cx="360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ção" r:id="rId54" imgW="380880" imgH="203040" progId="Equation.3">
                        <p:embed/>
                      </p:oleObj>
                    </mc:Choice>
                    <mc:Fallback>
                      <p:oleObj name="Equação" r:id="rId54" imgW="380880" imgH="203040" progId="Equation.3">
                        <p:embed/>
                        <p:pic>
                          <p:nvPicPr>
                            <p:cNvPr id="69" name="Object 3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14" y="1596"/>
                              <a:ext cx="360" cy="19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bg1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25" name="Group 93">
                  <a:extLst>
                    <a:ext uri="{FF2B5EF4-FFF2-40B4-BE49-F238E27FC236}">
                      <a16:creationId xmlns:a16="http://schemas.microsoft.com/office/drawing/2014/main" id="{F3D7B6CD-EE03-4FFE-0647-E1291C6817E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53" y="1922"/>
                  <a:ext cx="2780" cy="418"/>
                  <a:chOff x="2653" y="1982"/>
                  <a:chExt cx="2780" cy="768"/>
                </a:xfrm>
              </p:grpSpPr>
              <p:grpSp>
                <p:nvGrpSpPr>
                  <p:cNvPr id="29" name="Group 38">
                    <a:extLst>
                      <a:ext uri="{FF2B5EF4-FFF2-40B4-BE49-F238E27FC236}">
                        <a16:creationId xmlns:a16="http://schemas.microsoft.com/office/drawing/2014/main" id="{C6854CA3-108F-7771-B65D-52502F73632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702" y="1982"/>
                    <a:ext cx="2575" cy="768"/>
                    <a:chOff x="723" y="2517"/>
                    <a:chExt cx="4435" cy="1158"/>
                  </a:xfrm>
                </p:grpSpPr>
                <p:grpSp>
                  <p:nvGrpSpPr>
                    <p:cNvPr id="31" name="Group 39">
                      <a:extLst>
                        <a:ext uri="{FF2B5EF4-FFF2-40B4-BE49-F238E27FC236}">
                          <a16:creationId xmlns:a16="http://schemas.microsoft.com/office/drawing/2014/main" id="{D2F53E56-4BB6-76D9-D455-7D8F0B320B6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 flipH="1">
                      <a:off x="723" y="2517"/>
                      <a:ext cx="2275" cy="1158"/>
                      <a:chOff x="2883" y="2517"/>
                      <a:chExt cx="2275" cy="1158"/>
                    </a:xfrm>
                  </p:grpSpPr>
                  <p:sp>
                    <p:nvSpPr>
                      <p:cNvPr id="38" name="Freeform 40">
                        <a:extLst>
                          <a:ext uri="{FF2B5EF4-FFF2-40B4-BE49-F238E27FC236}">
                            <a16:creationId xmlns:a16="http://schemas.microsoft.com/office/drawing/2014/main" id="{84964FD5-A7D8-9AE0-0AFB-A57F8A7312E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3" y="2517"/>
                        <a:ext cx="2275" cy="115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7" y="959"/>
                          </a:cxn>
                          <a:cxn ang="0">
                            <a:pos x="53" y="887"/>
                          </a:cxn>
                          <a:cxn ang="0">
                            <a:pos x="57" y="139"/>
                          </a:cxn>
                          <a:cxn ang="0">
                            <a:pos x="57" y="55"/>
                          </a:cxn>
                          <a:cxn ang="0">
                            <a:pos x="97" y="59"/>
                          </a:cxn>
                          <a:cxn ang="0">
                            <a:pos x="149" y="87"/>
                          </a:cxn>
                          <a:cxn ang="0">
                            <a:pos x="241" y="163"/>
                          </a:cxn>
                          <a:cxn ang="0">
                            <a:pos x="309" y="243"/>
                          </a:cxn>
                          <a:cxn ang="0">
                            <a:pos x="381" y="355"/>
                          </a:cxn>
                          <a:cxn ang="0">
                            <a:pos x="457" y="479"/>
                          </a:cxn>
                          <a:cxn ang="0">
                            <a:pos x="553" y="651"/>
                          </a:cxn>
                          <a:cxn ang="0">
                            <a:pos x="617" y="755"/>
                          </a:cxn>
                          <a:cxn ang="0">
                            <a:pos x="697" y="887"/>
                          </a:cxn>
                          <a:cxn ang="0">
                            <a:pos x="761" y="967"/>
                          </a:cxn>
                          <a:cxn ang="0">
                            <a:pos x="809" y="1015"/>
                          </a:cxn>
                          <a:cxn ang="0">
                            <a:pos x="861" y="1083"/>
                          </a:cxn>
                          <a:cxn ang="0">
                            <a:pos x="949" y="1135"/>
                          </a:cxn>
                          <a:cxn ang="0">
                            <a:pos x="1049" y="1155"/>
                          </a:cxn>
                          <a:cxn ang="0">
                            <a:pos x="1113" y="1151"/>
                          </a:cxn>
                          <a:cxn ang="0">
                            <a:pos x="1189" y="1127"/>
                          </a:cxn>
                          <a:cxn ang="0">
                            <a:pos x="1273" y="1079"/>
                          </a:cxn>
                          <a:cxn ang="0">
                            <a:pos x="1345" y="1031"/>
                          </a:cxn>
                          <a:cxn ang="0">
                            <a:pos x="1397" y="983"/>
                          </a:cxn>
                          <a:cxn ang="0">
                            <a:pos x="1457" y="951"/>
                          </a:cxn>
                          <a:cxn ang="0">
                            <a:pos x="1517" y="903"/>
                          </a:cxn>
                          <a:cxn ang="0">
                            <a:pos x="1597" y="875"/>
                          </a:cxn>
                          <a:cxn ang="0">
                            <a:pos x="1685" y="855"/>
                          </a:cxn>
                          <a:cxn ang="0">
                            <a:pos x="1765" y="839"/>
                          </a:cxn>
                          <a:cxn ang="0">
                            <a:pos x="1869" y="855"/>
                          </a:cxn>
                          <a:cxn ang="0">
                            <a:pos x="1957" y="879"/>
                          </a:cxn>
                          <a:cxn ang="0">
                            <a:pos x="2049" y="915"/>
                          </a:cxn>
                          <a:cxn ang="0">
                            <a:pos x="2109" y="947"/>
                          </a:cxn>
                          <a:cxn ang="0">
                            <a:pos x="2213" y="991"/>
                          </a:cxn>
                          <a:cxn ang="0">
                            <a:pos x="2261" y="1011"/>
                          </a:cxn>
                          <a:cxn ang="0">
                            <a:pos x="2273" y="971"/>
                          </a:cxn>
                          <a:cxn ang="0">
                            <a:pos x="2249" y="959"/>
                          </a:cxn>
                          <a:cxn ang="0">
                            <a:pos x="2217" y="959"/>
                          </a:cxn>
                          <a:cxn ang="0">
                            <a:pos x="2137" y="963"/>
                          </a:cxn>
                          <a:cxn ang="0">
                            <a:pos x="1757" y="955"/>
                          </a:cxn>
                          <a:cxn ang="0">
                            <a:pos x="1189" y="963"/>
                          </a:cxn>
                          <a:cxn ang="0">
                            <a:pos x="393" y="963"/>
                          </a:cxn>
                          <a:cxn ang="0">
                            <a:pos x="57" y="959"/>
                          </a:cxn>
                        </a:cxnLst>
                        <a:rect l="0" t="0" r="r" b="b"/>
                        <a:pathLst>
                          <a:path w="2275" h="1158">
                            <a:moveTo>
                              <a:pt x="57" y="959"/>
                            </a:moveTo>
                            <a:cubicBezTo>
                              <a:pt x="0" y="946"/>
                              <a:pt x="53" y="1024"/>
                              <a:pt x="53" y="887"/>
                            </a:cubicBezTo>
                            <a:cubicBezTo>
                              <a:pt x="53" y="750"/>
                              <a:pt x="56" y="278"/>
                              <a:pt x="57" y="139"/>
                            </a:cubicBezTo>
                            <a:cubicBezTo>
                              <a:pt x="58" y="0"/>
                              <a:pt x="50" y="68"/>
                              <a:pt x="57" y="55"/>
                            </a:cubicBezTo>
                            <a:cubicBezTo>
                              <a:pt x="64" y="42"/>
                              <a:pt x="82" y="54"/>
                              <a:pt x="97" y="59"/>
                            </a:cubicBezTo>
                            <a:cubicBezTo>
                              <a:pt x="112" y="64"/>
                              <a:pt x="125" y="70"/>
                              <a:pt x="149" y="87"/>
                            </a:cubicBezTo>
                            <a:cubicBezTo>
                              <a:pt x="173" y="104"/>
                              <a:pt x="214" y="137"/>
                              <a:pt x="241" y="163"/>
                            </a:cubicBezTo>
                            <a:cubicBezTo>
                              <a:pt x="268" y="189"/>
                              <a:pt x="286" y="211"/>
                              <a:pt x="309" y="243"/>
                            </a:cubicBezTo>
                            <a:cubicBezTo>
                              <a:pt x="332" y="275"/>
                              <a:pt x="356" y="316"/>
                              <a:pt x="381" y="355"/>
                            </a:cubicBezTo>
                            <a:cubicBezTo>
                              <a:pt x="406" y="394"/>
                              <a:pt x="428" y="430"/>
                              <a:pt x="457" y="479"/>
                            </a:cubicBezTo>
                            <a:cubicBezTo>
                              <a:pt x="486" y="528"/>
                              <a:pt x="526" y="605"/>
                              <a:pt x="553" y="651"/>
                            </a:cubicBezTo>
                            <a:cubicBezTo>
                              <a:pt x="580" y="697"/>
                              <a:pt x="593" y="716"/>
                              <a:pt x="617" y="755"/>
                            </a:cubicBezTo>
                            <a:cubicBezTo>
                              <a:pt x="641" y="794"/>
                              <a:pt x="673" y="852"/>
                              <a:pt x="697" y="887"/>
                            </a:cubicBezTo>
                            <a:cubicBezTo>
                              <a:pt x="721" y="922"/>
                              <a:pt x="742" y="946"/>
                              <a:pt x="761" y="967"/>
                            </a:cubicBezTo>
                            <a:cubicBezTo>
                              <a:pt x="780" y="988"/>
                              <a:pt x="792" y="996"/>
                              <a:pt x="809" y="1015"/>
                            </a:cubicBezTo>
                            <a:cubicBezTo>
                              <a:pt x="826" y="1034"/>
                              <a:pt x="838" y="1063"/>
                              <a:pt x="861" y="1083"/>
                            </a:cubicBezTo>
                            <a:cubicBezTo>
                              <a:pt x="884" y="1103"/>
                              <a:pt x="918" y="1123"/>
                              <a:pt x="949" y="1135"/>
                            </a:cubicBezTo>
                            <a:cubicBezTo>
                              <a:pt x="980" y="1147"/>
                              <a:pt x="1022" y="1152"/>
                              <a:pt x="1049" y="1155"/>
                            </a:cubicBezTo>
                            <a:cubicBezTo>
                              <a:pt x="1076" y="1158"/>
                              <a:pt x="1090" y="1156"/>
                              <a:pt x="1113" y="1151"/>
                            </a:cubicBezTo>
                            <a:cubicBezTo>
                              <a:pt x="1136" y="1146"/>
                              <a:pt x="1162" y="1139"/>
                              <a:pt x="1189" y="1127"/>
                            </a:cubicBezTo>
                            <a:cubicBezTo>
                              <a:pt x="1216" y="1115"/>
                              <a:pt x="1247" y="1095"/>
                              <a:pt x="1273" y="1079"/>
                            </a:cubicBezTo>
                            <a:cubicBezTo>
                              <a:pt x="1299" y="1063"/>
                              <a:pt x="1324" y="1047"/>
                              <a:pt x="1345" y="1031"/>
                            </a:cubicBezTo>
                            <a:cubicBezTo>
                              <a:pt x="1366" y="1015"/>
                              <a:pt x="1378" y="996"/>
                              <a:pt x="1397" y="983"/>
                            </a:cubicBezTo>
                            <a:cubicBezTo>
                              <a:pt x="1416" y="970"/>
                              <a:pt x="1437" y="964"/>
                              <a:pt x="1457" y="951"/>
                            </a:cubicBezTo>
                            <a:cubicBezTo>
                              <a:pt x="1477" y="938"/>
                              <a:pt x="1494" y="916"/>
                              <a:pt x="1517" y="903"/>
                            </a:cubicBezTo>
                            <a:cubicBezTo>
                              <a:pt x="1540" y="890"/>
                              <a:pt x="1569" y="883"/>
                              <a:pt x="1597" y="875"/>
                            </a:cubicBezTo>
                            <a:cubicBezTo>
                              <a:pt x="1625" y="867"/>
                              <a:pt x="1657" y="861"/>
                              <a:pt x="1685" y="855"/>
                            </a:cubicBezTo>
                            <a:cubicBezTo>
                              <a:pt x="1713" y="849"/>
                              <a:pt x="1734" y="839"/>
                              <a:pt x="1765" y="839"/>
                            </a:cubicBezTo>
                            <a:cubicBezTo>
                              <a:pt x="1796" y="839"/>
                              <a:pt x="1837" y="848"/>
                              <a:pt x="1869" y="855"/>
                            </a:cubicBezTo>
                            <a:cubicBezTo>
                              <a:pt x="1901" y="862"/>
                              <a:pt x="1927" y="869"/>
                              <a:pt x="1957" y="879"/>
                            </a:cubicBezTo>
                            <a:cubicBezTo>
                              <a:pt x="1987" y="889"/>
                              <a:pt x="2024" y="904"/>
                              <a:pt x="2049" y="915"/>
                            </a:cubicBezTo>
                            <a:cubicBezTo>
                              <a:pt x="2074" y="926"/>
                              <a:pt x="2082" y="934"/>
                              <a:pt x="2109" y="947"/>
                            </a:cubicBezTo>
                            <a:cubicBezTo>
                              <a:pt x="2136" y="960"/>
                              <a:pt x="2188" y="980"/>
                              <a:pt x="2213" y="991"/>
                            </a:cubicBezTo>
                            <a:cubicBezTo>
                              <a:pt x="2238" y="1002"/>
                              <a:pt x="2251" y="1014"/>
                              <a:pt x="2261" y="1011"/>
                            </a:cubicBezTo>
                            <a:cubicBezTo>
                              <a:pt x="2271" y="1008"/>
                              <a:pt x="2275" y="980"/>
                              <a:pt x="2273" y="971"/>
                            </a:cubicBezTo>
                            <a:cubicBezTo>
                              <a:pt x="2271" y="962"/>
                              <a:pt x="2258" y="961"/>
                              <a:pt x="2249" y="959"/>
                            </a:cubicBezTo>
                            <a:cubicBezTo>
                              <a:pt x="2240" y="957"/>
                              <a:pt x="2236" y="958"/>
                              <a:pt x="2217" y="959"/>
                            </a:cubicBezTo>
                            <a:cubicBezTo>
                              <a:pt x="2198" y="960"/>
                              <a:pt x="2214" y="964"/>
                              <a:pt x="2137" y="963"/>
                            </a:cubicBezTo>
                            <a:cubicBezTo>
                              <a:pt x="2060" y="962"/>
                              <a:pt x="1915" y="955"/>
                              <a:pt x="1757" y="955"/>
                            </a:cubicBezTo>
                            <a:cubicBezTo>
                              <a:pt x="1599" y="955"/>
                              <a:pt x="1416" y="962"/>
                              <a:pt x="1189" y="963"/>
                            </a:cubicBezTo>
                            <a:cubicBezTo>
                              <a:pt x="962" y="964"/>
                              <a:pt x="582" y="963"/>
                              <a:pt x="393" y="963"/>
                            </a:cubicBezTo>
                            <a:cubicBezTo>
                              <a:pt x="204" y="963"/>
                              <a:pt x="114" y="972"/>
                              <a:pt x="57" y="959"/>
                            </a:cubicBezTo>
                            <a:close/>
                          </a:path>
                        </a:pathLst>
                      </a:custGeom>
                      <a:solidFill>
                        <a:srgbClr val="CCFFCC"/>
                      </a:solidFill>
                      <a:ln w="9525" cap="flat" cmpd="sng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pt-BR"/>
                      </a:p>
                    </p:txBody>
                  </p:sp>
                  <p:grpSp>
                    <p:nvGrpSpPr>
                      <p:cNvPr id="39" name="Group 41">
                        <a:extLst>
                          <a:ext uri="{FF2B5EF4-FFF2-40B4-BE49-F238E27FC236}">
                            <a16:creationId xmlns:a16="http://schemas.microsoft.com/office/drawing/2014/main" id="{41555329-D019-6E64-3B6D-42AA36C5C827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39" y="2570"/>
                        <a:ext cx="2218" cy="1103"/>
                        <a:chOff x="2939" y="2570"/>
                        <a:chExt cx="2218" cy="1103"/>
                      </a:xfrm>
                    </p:grpSpPr>
                    <p:sp>
                      <p:nvSpPr>
                        <p:cNvPr id="40" name="Freeform 42">
                          <a:extLst>
                            <a:ext uri="{FF2B5EF4-FFF2-40B4-BE49-F238E27FC236}">
                              <a16:creationId xmlns:a16="http://schemas.microsoft.com/office/drawing/2014/main" id="{75B8A44F-093A-DF35-CC7E-D824A95DEED2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626" y="3468"/>
                          <a:ext cx="705" cy="205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705" y="7"/>
                            </a:cxn>
                            <a:cxn ang="0">
                              <a:pos x="685" y="21"/>
                            </a:cxn>
                            <a:cxn ang="0">
                              <a:pos x="657" y="40"/>
                            </a:cxn>
                            <a:cxn ang="0">
                              <a:pos x="625" y="63"/>
                            </a:cxn>
                            <a:cxn ang="0">
                              <a:pos x="589" y="86"/>
                            </a:cxn>
                            <a:cxn ang="0">
                              <a:pos x="557" y="110"/>
                            </a:cxn>
                            <a:cxn ang="0">
                              <a:pos x="525" y="129"/>
                            </a:cxn>
                            <a:cxn ang="0">
                              <a:pos x="487" y="150"/>
                            </a:cxn>
                            <a:cxn ang="0">
                              <a:pos x="441" y="175"/>
                            </a:cxn>
                            <a:cxn ang="0">
                              <a:pos x="397" y="191"/>
                            </a:cxn>
                            <a:cxn ang="0">
                              <a:pos x="357" y="200"/>
                            </a:cxn>
                            <a:cxn ang="0">
                              <a:pos x="319" y="205"/>
                            </a:cxn>
                            <a:cxn ang="0">
                              <a:pos x="275" y="203"/>
                            </a:cxn>
                            <a:cxn ang="0">
                              <a:pos x="237" y="193"/>
                            </a:cxn>
                            <a:cxn ang="0">
                              <a:pos x="205" y="182"/>
                            </a:cxn>
                            <a:cxn ang="0">
                              <a:pos x="171" y="161"/>
                            </a:cxn>
                            <a:cxn ang="0">
                              <a:pos x="141" y="143"/>
                            </a:cxn>
                            <a:cxn ang="0">
                              <a:pos x="113" y="118"/>
                            </a:cxn>
                            <a:cxn ang="0">
                              <a:pos x="77" y="85"/>
                            </a:cxn>
                            <a:cxn ang="0">
                              <a:pos x="41" y="43"/>
                            </a:cxn>
                            <a:cxn ang="0">
                              <a:pos x="0" y="0"/>
                            </a:cxn>
                          </a:cxnLst>
                          <a:rect l="0" t="0" r="r" b="b"/>
                          <a:pathLst>
                            <a:path w="705" h="205">
                              <a:moveTo>
                                <a:pt x="705" y="7"/>
                              </a:moveTo>
                              <a:cubicBezTo>
                                <a:pt x="699" y="12"/>
                                <a:pt x="693" y="16"/>
                                <a:pt x="685" y="21"/>
                              </a:cubicBezTo>
                              <a:cubicBezTo>
                                <a:pt x="677" y="26"/>
                                <a:pt x="667" y="33"/>
                                <a:pt x="657" y="40"/>
                              </a:cubicBezTo>
                              <a:cubicBezTo>
                                <a:pt x="647" y="47"/>
                                <a:pt x="636" y="55"/>
                                <a:pt x="625" y="63"/>
                              </a:cubicBezTo>
                              <a:cubicBezTo>
                                <a:pt x="614" y="71"/>
                                <a:pt x="600" y="78"/>
                                <a:pt x="589" y="86"/>
                              </a:cubicBezTo>
                              <a:cubicBezTo>
                                <a:pt x="578" y="93"/>
                                <a:pt x="568" y="103"/>
                                <a:pt x="557" y="110"/>
                              </a:cubicBezTo>
                              <a:cubicBezTo>
                                <a:pt x="546" y="118"/>
                                <a:pt x="537" y="123"/>
                                <a:pt x="525" y="129"/>
                              </a:cubicBezTo>
                              <a:cubicBezTo>
                                <a:pt x="513" y="136"/>
                                <a:pt x="501" y="143"/>
                                <a:pt x="487" y="150"/>
                              </a:cubicBezTo>
                              <a:cubicBezTo>
                                <a:pt x="473" y="158"/>
                                <a:pt x="456" y="169"/>
                                <a:pt x="441" y="175"/>
                              </a:cubicBezTo>
                              <a:cubicBezTo>
                                <a:pt x="426" y="182"/>
                                <a:pt x="411" y="187"/>
                                <a:pt x="397" y="191"/>
                              </a:cubicBezTo>
                              <a:cubicBezTo>
                                <a:pt x="383" y="195"/>
                                <a:pt x="370" y="198"/>
                                <a:pt x="357" y="200"/>
                              </a:cubicBezTo>
                              <a:cubicBezTo>
                                <a:pt x="344" y="203"/>
                                <a:pt x="333" y="204"/>
                                <a:pt x="319" y="205"/>
                              </a:cubicBezTo>
                              <a:cubicBezTo>
                                <a:pt x="305" y="205"/>
                                <a:pt x="289" y="205"/>
                                <a:pt x="275" y="203"/>
                              </a:cubicBezTo>
                              <a:cubicBezTo>
                                <a:pt x="261" y="201"/>
                                <a:pt x="249" y="197"/>
                                <a:pt x="237" y="193"/>
                              </a:cubicBezTo>
                              <a:cubicBezTo>
                                <a:pt x="225" y="189"/>
                                <a:pt x="216" y="187"/>
                                <a:pt x="205" y="182"/>
                              </a:cubicBezTo>
                              <a:cubicBezTo>
                                <a:pt x="194" y="176"/>
                                <a:pt x="182" y="168"/>
                                <a:pt x="171" y="161"/>
                              </a:cubicBezTo>
                              <a:cubicBezTo>
                                <a:pt x="160" y="155"/>
                                <a:pt x="151" y="150"/>
                                <a:pt x="141" y="143"/>
                              </a:cubicBezTo>
                              <a:cubicBezTo>
                                <a:pt x="131" y="136"/>
                                <a:pt x="124" y="128"/>
                                <a:pt x="113" y="118"/>
                              </a:cubicBezTo>
                              <a:cubicBezTo>
                                <a:pt x="102" y="108"/>
                                <a:pt x="89" y="97"/>
                                <a:pt x="77" y="85"/>
                              </a:cubicBezTo>
                              <a:cubicBezTo>
                                <a:pt x="65" y="73"/>
                                <a:pt x="54" y="57"/>
                                <a:pt x="41" y="43"/>
                              </a:cubicBezTo>
                              <a:cubicBezTo>
                                <a:pt x="28" y="29"/>
                                <a:pt x="9" y="9"/>
                                <a:pt x="0" y="0"/>
                              </a:cubicBezTo>
                            </a:path>
                          </a:pathLst>
                        </a:custGeom>
                        <a:noFill/>
                        <a:ln w="38100" cap="flat" cmpd="sng">
                          <a:solidFill>
                            <a:srgbClr val="00666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41" name="Freeform 43">
                          <a:extLst>
                            <a:ext uri="{FF2B5EF4-FFF2-40B4-BE49-F238E27FC236}">
                              <a16:creationId xmlns:a16="http://schemas.microsoft.com/office/drawing/2014/main" id="{2844E883-4CA7-3DE6-00B8-04461D93CE9F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 flipH="1">
                          <a:off x="2939" y="2570"/>
                          <a:ext cx="693" cy="904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904"/>
                            </a:cxn>
                            <a:cxn ang="0">
                              <a:pos x="44" y="844"/>
                            </a:cxn>
                            <a:cxn ang="0">
                              <a:pos x="108" y="742"/>
                            </a:cxn>
                            <a:cxn ang="0">
                              <a:pos x="177" y="627"/>
                            </a:cxn>
                            <a:cxn ang="0">
                              <a:pos x="240" y="515"/>
                            </a:cxn>
                            <a:cxn ang="0">
                              <a:pos x="323" y="365"/>
                            </a:cxn>
                            <a:cxn ang="0">
                              <a:pos x="390" y="258"/>
                            </a:cxn>
                            <a:cxn ang="0">
                              <a:pos x="441" y="180"/>
                            </a:cxn>
                            <a:cxn ang="0">
                              <a:pos x="506" y="109"/>
                            </a:cxn>
                            <a:cxn ang="0">
                              <a:pos x="576" y="50"/>
                            </a:cxn>
                            <a:cxn ang="0">
                              <a:pos x="626" y="16"/>
                            </a:cxn>
                            <a:cxn ang="0">
                              <a:pos x="693" y="0"/>
                            </a:cxn>
                          </a:cxnLst>
                          <a:rect l="0" t="0" r="r" b="b"/>
                          <a:pathLst>
                            <a:path w="693" h="904">
                              <a:moveTo>
                                <a:pt x="0" y="904"/>
                              </a:moveTo>
                              <a:cubicBezTo>
                                <a:pt x="12" y="888"/>
                                <a:pt x="26" y="871"/>
                                <a:pt x="44" y="844"/>
                              </a:cubicBezTo>
                              <a:cubicBezTo>
                                <a:pt x="62" y="817"/>
                                <a:pt x="86" y="778"/>
                                <a:pt x="108" y="742"/>
                              </a:cubicBezTo>
                              <a:cubicBezTo>
                                <a:pt x="130" y="706"/>
                                <a:pt x="155" y="665"/>
                                <a:pt x="177" y="627"/>
                              </a:cubicBezTo>
                              <a:cubicBezTo>
                                <a:pt x="199" y="589"/>
                                <a:pt x="216" y="559"/>
                                <a:pt x="240" y="515"/>
                              </a:cubicBezTo>
                              <a:cubicBezTo>
                                <a:pt x="264" y="472"/>
                                <a:pt x="298" y="408"/>
                                <a:pt x="323" y="365"/>
                              </a:cubicBezTo>
                              <a:cubicBezTo>
                                <a:pt x="348" y="322"/>
                                <a:pt x="370" y="289"/>
                                <a:pt x="390" y="258"/>
                              </a:cubicBezTo>
                              <a:cubicBezTo>
                                <a:pt x="410" y="227"/>
                                <a:pt x="422" y="205"/>
                                <a:pt x="441" y="180"/>
                              </a:cubicBezTo>
                              <a:cubicBezTo>
                                <a:pt x="460" y="155"/>
                                <a:pt x="483" y="131"/>
                                <a:pt x="506" y="109"/>
                              </a:cubicBezTo>
                              <a:cubicBezTo>
                                <a:pt x="529" y="87"/>
                                <a:pt x="556" y="65"/>
                                <a:pt x="576" y="50"/>
                              </a:cubicBezTo>
                              <a:cubicBezTo>
                                <a:pt x="596" y="34"/>
                                <a:pt x="606" y="24"/>
                                <a:pt x="626" y="16"/>
                              </a:cubicBezTo>
                              <a:cubicBezTo>
                                <a:pt x="646" y="8"/>
                                <a:pt x="679" y="3"/>
                                <a:pt x="693" y="0"/>
                              </a:cubicBezTo>
                            </a:path>
                          </a:pathLst>
                        </a:custGeom>
                        <a:noFill/>
                        <a:ln w="38100" cap="flat" cmpd="sng">
                          <a:solidFill>
                            <a:srgbClr val="00666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42" name="Freeform 44">
                          <a:extLst>
                            <a:ext uri="{FF2B5EF4-FFF2-40B4-BE49-F238E27FC236}">
                              <a16:creationId xmlns:a16="http://schemas.microsoft.com/office/drawing/2014/main" id="{B07D50E8-253D-7653-C8E4-AAF935DA675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31" y="3358"/>
                          <a:ext cx="826" cy="16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826" y="169"/>
                            </a:cxn>
                            <a:cxn ang="0">
                              <a:pos x="795" y="161"/>
                            </a:cxn>
                            <a:cxn ang="0">
                              <a:pos x="750" y="143"/>
                            </a:cxn>
                            <a:cxn ang="0">
                              <a:pos x="718" y="131"/>
                            </a:cxn>
                            <a:cxn ang="0">
                              <a:pos x="699" y="124"/>
                            </a:cxn>
                            <a:cxn ang="0">
                              <a:pos x="678" y="110"/>
                            </a:cxn>
                            <a:cxn ang="0">
                              <a:pos x="642" y="95"/>
                            </a:cxn>
                            <a:cxn ang="0">
                              <a:pos x="608" y="80"/>
                            </a:cxn>
                            <a:cxn ang="0">
                              <a:pos x="564" y="62"/>
                            </a:cxn>
                            <a:cxn ang="0">
                              <a:pos x="524" y="44"/>
                            </a:cxn>
                            <a:cxn ang="0">
                              <a:pos x="486" y="30"/>
                            </a:cxn>
                            <a:cxn ang="0">
                              <a:pos x="450" y="21"/>
                            </a:cxn>
                            <a:cxn ang="0">
                              <a:pos x="422" y="14"/>
                            </a:cxn>
                            <a:cxn ang="0">
                              <a:pos x="386" y="6"/>
                            </a:cxn>
                            <a:cxn ang="0">
                              <a:pos x="348" y="2"/>
                            </a:cxn>
                            <a:cxn ang="0">
                              <a:pos x="322" y="0"/>
                            </a:cxn>
                            <a:cxn ang="0">
                              <a:pos x="278" y="2"/>
                            </a:cxn>
                            <a:cxn ang="0">
                              <a:pos x="230" y="10"/>
                            </a:cxn>
                            <a:cxn ang="0">
                              <a:pos x="192" y="20"/>
                            </a:cxn>
                            <a:cxn ang="0">
                              <a:pos x="156" y="32"/>
                            </a:cxn>
                            <a:cxn ang="0">
                              <a:pos x="122" y="47"/>
                            </a:cxn>
                            <a:cxn ang="0">
                              <a:pos x="88" y="65"/>
                            </a:cxn>
                            <a:cxn ang="0">
                              <a:pos x="56" y="81"/>
                            </a:cxn>
                            <a:cxn ang="0">
                              <a:pos x="24" y="101"/>
                            </a:cxn>
                            <a:cxn ang="0">
                              <a:pos x="0" y="118"/>
                            </a:cxn>
                          </a:cxnLst>
                          <a:rect l="0" t="0" r="r" b="b"/>
                          <a:pathLst>
                            <a:path w="826" h="169">
                              <a:moveTo>
                                <a:pt x="826" y="169"/>
                              </a:moveTo>
                              <a:cubicBezTo>
                                <a:pt x="821" y="168"/>
                                <a:pt x="808" y="165"/>
                                <a:pt x="795" y="161"/>
                              </a:cubicBezTo>
                              <a:cubicBezTo>
                                <a:pt x="782" y="157"/>
                                <a:pt x="763" y="148"/>
                                <a:pt x="750" y="143"/>
                              </a:cubicBezTo>
                              <a:cubicBezTo>
                                <a:pt x="737" y="138"/>
                                <a:pt x="726" y="134"/>
                                <a:pt x="718" y="131"/>
                              </a:cubicBezTo>
                              <a:cubicBezTo>
                                <a:pt x="710" y="128"/>
                                <a:pt x="706" y="128"/>
                                <a:pt x="699" y="124"/>
                              </a:cubicBezTo>
                              <a:cubicBezTo>
                                <a:pt x="692" y="120"/>
                                <a:pt x="687" y="115"/>
                                <a:pt x="678" y="110"/>
                              </a:cubicBezTo>
                              <a:cubicBezTo>
                                <a:pt x="669" y="105"/>
                                <a:pt x="654" y="100"/>
                                <a:pt x="642" y="95"/>
                              </a:cubicBezTo>
                              <a:cubicBezTo>
                                <a:pt x="630" y="90"/>
                                <a:pt x="621" y="85"/>
                                <a:pt x="608" y="80"/>
                              </a:cubicBezTo>
                              <a:cubicBezTo>
                                <a:pt x="595" y="74"/>
                                <a:pt x="578" y="69"/>
                                <a:pt x="564" y="62"/>
                              </a:cubicBezTo>
                              <a:cubicBezTo>
                                <a:pt x="550" y="56"/>
                                <a:pt x="537" y="49"/>
                                <a:pt x="524" y="44"/>
                              </a:cubicBezTo>
                              <a:cubicBezTo>
                                <a:pt x="511" y="38"/>
                                <a:pt x="498" y="34"/>
                                <a:pt x="486" y="30"/>
                              </a:cubicBezTo>
                              <a:cubicBezTo>
                                <a:pt x="474" y="27"/>
                                <a:pt x="461" y="23"/>
                                <a:pt x="450" y="21"/>
                              </a:cubicBezTo>
                              <a:cubicBezTo>
                                <a:pt x="439" y="18"/>
                                <a:pt x="433" y="16"/>
                                <a:pt x="422" y="14"/>
                              </a:cubicBezTo>
                              <a:cubicBezTo>
                                <a:pt x="411" y="12"/>
                                <a:pt x="398" y="8"/>
                                <a:pt x="386" y="6"/>
                              </a:cubicBezTo>
                              <a:cubicBezTo>
                                <a:pt x="374" y="4"/>
                                <a:pt x="359" y="3"/>
                                <a:pt x="348" y="2"/>
                              </a:cubicBezTo>
                              <a:cubicBezTo>
                                <a:pt x="337" y="2"/>
                                <a:pt x="334" y="0"/>
                                <a:pt x="322" y="0"/>
                              </a:cubicBezTo>
                              <a:cubicBezTo>
                                <a:pt x="310" y="0"/>
                                <a:pt x="293" y="1"/>
                                <a:pt x="278" y="2"/>
                              </a:cubicBezTo>
                              <a:cubicBezTo>
                                <a:pt x="263" y="4"/>
                                <a:pt x="244" y="7"/>
                                <a:pt x="230" y="10"/>
                              </a:cubicBezTo>
                              <a:cubicBezTo>
                                <a:pt x="216" y="13"/>
                                <a:pt x="204" y="16"/>
                                <a:pt x="192" y="20"/>
                              </a:cubicBezTo>
                              <a:cubicBezTo>
                                <a:pt x="180" y="23"/>
                                <a:pt x="168" y="28"/>
                                <a:pt x="156" y="32"/>
                              </a:cubicBezTo>
                              <a:cubicBezTo>
                                <a:pt x="144" y="37"/>
                                <a:pt x="133" y="42"/>
                                <a:pt x="122" y="47"/>
                              </a:cubicBezTo>
                              <a:cubicBezTo>
                                <a:pt x="111" y="52"/>
                                <a:pt x="99" y="59"/>
                                <a:pt x="88" y="65"/>
                              </a:cubicBezTo>
                              <a:cubicBezTo>
                                <a:pt x="77" y="71"/>
                                <a:pt x="67" y="75"/>
                                <a:pt x="56" y="81"/>
                              </a:cubicBezTo>
                              <a:cubicBezTo>
                                <a:pt x="45" y="88"/>
                                <a:pt x="33" y="95"/>
                                <a:pt x="24" y="101"/>
                              </a:cubicBezTo>
                              <a:cubicBezTo>
                                <a:pt x="15" y="107"/>
                                <a:pt x="8" y="112"/>
                                <a:pt x="0" y="118"/>
                              </a:cubicBezTo>
                            </a:path>
                          </a:pathLst>
                        </a:custGeom>
                        <a:noFill/>
                        <a:ln w="38100" cap="flat" cmpd="sng">
                          <a:solidFill>
                            <a:srgbClr val="00666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pt-BR"/>
                        </a:p>
                      </p:txBody>
                    </p:sp>
                  </p:grpSp>
                </p:grpSp>
                <p:grpSp>
                  <p:nvGrpSpPr>
                    <p:cNvPr id="32" name="Group 45">
                      <a:extLst>
                        <a:ext uri="{FF2B5EF4-FFF2-40B4-BE49-F238E27FC236}">
                          <a16:creationId xmlns:a16="http://schemas.microsoft.com/office/drawing/2014/main" id="{DD0517B2-EA92-EE36-2029-3B6A61AD392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83" y="2517"/>
                      <a:ext cx="2275" cy="1158"/>
                      <a:chOff x="2883" y="2517"/>
                      <a:chExt cx="2275" cy="1158"/>
                    </a:xfrm>
                  </p:grpSpPr>
                  <p:sp>
                    <p:nvSpPr>
                      <p:cNvPr id="33" name="Freeform 46">
                        <a:extLst>
                          <a:ext uri="{FF2B5EF4-FFF2-40B4-BE49-F238E27FC236}">
                            <a16:creationId xmlns:a16="http://schemas.microsoft.com/office/drawing/2014/main" id="{EFC35A44-D6FE-C31D-6EA4-6863C5C1D6F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83" y="2517"/>
                        <a:ext cx="2275" cy="115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7" y="959"/>
                          </a:cxn>
                          <a:cxn ang="0">
                            <a:pos x="53" y="887"/>
                          </a:cxn>
                          <a:cxn ang="0">
                            <a:pos x="57" y="139"/>
                          </a:cxn>
                          <a:cxn ang="0">
                            <a:pos x="57" y="55"/>
                          </a:cxn>
                          <a:cxn ang="0">
                            <a:pos x="97" y="59"/>
                          </a:cxn>
                          <a:cxn ang="0">
                            <a:pos x="149" y="87"/>
                          </a:cxn>
                          <a:cxn ang="0">
                            <a:pos x="241" y="163"/>
                          </a:cxn>
                          <a:cxn ang="0">
                            <a:pos x="309" y="243"/>
                          </a:cxn>
                          <a:cxn ang="0">
                            <a:pos x="381" y="355"/>
                          </a:cxn>
                          <a:cxn ang="0">
                            <a:pos x="457" y="479"/>
                          </a:cxn>
                          <a:cxn ang="0">
                            <a:pos x="553" y="651"/>
                          </a:cxn>
                          <a:cxn ang="0">
                            <a:pos x="617" y="755"/>
                          </a:cxn>
                          <a:cxn ang="0">
                            <a:pos x="697" y="887"/>
                          </a:cxn>
                          <a:cxn ang="0">
                            <a:pos x="761" y="967"/>
                          </a:cxn>
                          <a:cxn ang="0">
                            <a:pos x="809" y="1015"/>
                          </a:cxn>
                          <a:cxn ang="0">
                            <a:pos x="861" y="1083"/>
                          </a:cxn>
                          <a:cxn ang="0">
                            <a:pos x="949" y="1135"/>
                          </a:cxn>
                          <a:cxn ang="0">
                            <a:pos x="1049" y="1155"/>
                          </a:cxn>
                          <a:cxn ang="0">
                            <a:pos x="1113" y="1151"/>
                          </a:cxn>
                          <a:cxn ang="0">
                            <a:pos x="1189" y="1127"/>
                          </a:cxn>
                          <a:cxn ang="0">
                            <a:pos x="1273" y="1079"/>
                          </a:cxn>
                          <a:cxn ang="0">
                            <a:pos x="1345" y="1031"/>
                          </a:cxn>
                          <a:cxn ang="0">
                            <a:pos x="1397" y="983"/>
                          </a:cxn>
                          <a:cxn ang="0">
                            <a:pos x="1457" y="951"/>
                          </a:cxn>
                          <a:cxn ang="0">
                            <a:pos x="1517" y="903"/>
                          </a:cxn>
                          <a:cxn ang="0">
                            <a:pos x="1597" y="875"/>
                          </a:cxn>
                          <a:cxn ang="0">
                            <a:pos x="1685" y="855"/>
                          </a:cxn>
                          <a:cxn ang="0">
                            <a:pos x="1765" y="839"/>
                          </a:cxn>
                          <a:cxn ang="0">
                            <a:pos x="1869" y="855"/>
                          </a:cxn>
                          <a:cxn ang="0">
                            <a:pos x="1957" y="879"/>
                          </a:cxn>
                          <a:cxn ang="0">
                            <a:pos x="2049" y="915"/>
                          </a:cxn>
                          <a:cxn ang="0">
                            <a:pos x="2109" y="947"/>
                          </a:cxn>
                          <a:cxn ang="0">
                            <a:pos x="2213" y="991"/>
                          </a:cxn>
                          <a:cxn ang="0">
                            <a:pos x="2261" y="1011"/>
                          </a:cxn>
                          <a:cxn ang="0">
                            <a:pos x="2273" y="971"/>
                          </a:cxn>
                          <a:cxn ang="0">
                            <a:pos x="2249" y="959"/>
                          </a:cxn>
                          <a:cxn ang="0">
                            <a:pos x="2217" y="959"/>
                          </a:cxn>
                          <a:cxn ang="0">
                            <a:pos x="2137" y="963"/>
                          </a:cxn>
                          <a:cxn ang="0">
                            <a:pos x="1757" y="955"/>
                          </a:cxn>
                          <a:cxn ang="0">
                            <a:pos x="1189" y="963"/>
                          </a:cxn>
                          <a:cxn ang="0">
                            <a:pos x="393" y="963"/>
                          </a:cxn>
                          <a:cxn ang="0">
                            <a:pos x="57" y="959"/>
                          </a:cxn>
                        </a:cxnLst>
                        <a:rect l="0" t="0" r="r" b="b"/>
                        <a:pathLst>
                          <a:path w="2275" h="1158">
                            <a:moveTo>
                              <a:pt x="57" y="959"/>
                            </a:moveTo>
                            <a:cubicBezTo>
                              <a:pt x="0" y="946"/>
                              <a:pt x="53" y="1024"/>
                              <a:pt x="53" y="887"/>
                            </a:cubicBezTo>
                            <a:cubicBezTo>
                              <a:pt x="53" y="750"/>
                              <a:pt x="56" y="278"/>
                              <a:pt x="57" y="139"/>
                            </a:cubicBezTo>
                            <a:cubicBezTo>
                              <a:pt x="58" y="0"/>
                              <a:pt x="50" y="68"/>
                              <a:pt x="57" y="55"/>
                            </a:cubicBezTo>
                            <a:cubicBezTo>
                              <a:pt x="64" y="42"/>
                              <a:pt x="82" y="54"/>
                              <a:pt x="97" y="59"/>
                            </a:cubicBezTo>
                            <a:cubicBezTo>
                              <a:pt x="112" y="64"/>
                              <a:pt x="125" y="70"/>
                              <a:pt x="149" y="87"/>
                            </a:cubicBezTo>
                            <a:cubicBezTo>
                              <a:pt x="173" y="104"/>
                              <a:pt x="214" y="137"/>
                              <a:pt x="241" y="163"/>
                            </a:cubicBezTo>
                            <a:cubicBezTo>
                              <a:pt x="268" y="189"/>
                              <a:pt x="286" y="211"/>
                              <a:pt x="309" y="243"/>
                            </a:cubicBezTo>
                            <a:cubicBezTo>
                              <a:pt x="332" y="275"/>
                              <a:pt x="356" y="316"/>
                              <a:pt x="381" y="355"/>
                            </a:cubicBezTo>
                            <a:cubicBezTo>
                              <a:pt x="406" y="394"/>
                              <a:pt x="428" y="430"/>
                              <a:pt x="457" y="479"/>
                            </a:cubicBezTo>
                            <a:cubicBezTo>
                              <a:pt x="486" y="528"/>
                              <a:pt x="526" y="605"/>
                              <a:pt x="553" y="651"/>
                            </a:cubicBezTo>
                            <a:cubicBezTo>
                              <a:pt x="580" y="697"/>
                              <a:pt x="593" y="716"/>
                              <a:pt x="617" y="755"/>
                            </a:cubicBezTo>
                            <a:cubicBezTo>
                              <a:pt x="641" y="794"/>
                              <a:pt x="673" y="852"/>
                              <a:pt x="697" y="887"/>
                            </a:cubicBezTo>
                            <a:cubicBezTo>
                              <a:pt x="721" y="922"/>
                              <a:pt x="742" y="946"/>
                              <a:pt x="761" y="967"/>
                            </a:cubicBezTo>
                            <a:cubicBezTo>
                              <a:pt x="780" y="988"/>
                              <a:pt x="792" y="996"/>
                              <a:pt x="809" y="1015"/>
                            </a:cubicBezTo>
                            <a:cubicBezTo>
                              <a:pt x="826" y="1034"/>
                              <a:pt x="838" y="1063"/>
                              <a:pt x="861" y="1083"/>
                            </a:cubicBezTo>
                            <a:cubicBezTo>
                              <a:pt x="884" y="1103"/>
                              <a:pt x="918" y="1123"/>
                              <a:pt x="949" y="1135"/>
                            </a:cubicBezTo>
                            <a:cubicBezTo>
                              <a:pt x="980" y="1147"/>
                              <a:pt x="1022" y="1152"/>
                              <a:pt x="1049" y="1155"/>
                            </a:cubicBezTo>
                            <a:cubicBezTo>
                              <a:pt x="1076" y="1158"/>
                              <a:pt x="1090" y="1156"/>
                              <a:pt x="1113" y="1151"/>
                            </a:cubicBezTo>
                            <a:cubicBezTo>
                              <a:pt x="1136" y="1146"/>
                              <a:pt x="1162" y="1139"/>
                              <a:pt x="1189" y="1127"/>
                            </a:cubicBezTo>
                            <a:cubicBezTo>
                              <a:pt x="1216" y="1115"/>
                              <a:pt x="1247" y="1095"/>
                              <a:pt x="1273" y="1079"/>
                            </a:cubicBezTo>
                            <a:cubicBezTo>
                              <a:pt x="1299" y="1063"/>
                              <a:pt x="1324" y="1047"/>
                              <a:pt x="1345" y="1031"/>
                            </a:cubicBezTo>
                            <a:cubicBezTo>
                              <a:pt x="1366" y="1015"/>
                              <a:pt x="1378" y="996"/>
                              <a:pt x="1397" y="983"/>
                            </a:cubicBezTo>
                            <a:cubicBezTo>
                              <a:pt x="1416" y="970"/>
                              <a:pt x="1437" y="964"/>
                              <a:pt x="1457" y="951"/>
                            </a:cubicBezTo>
                            <a:cubicBezTo>
                              <a:pt x="1477" y="938"/>
                              <a:pt x="1494" y="916"/>
                              <a:pt x="1517" y="903"/>
                            </a:cubicBezTo>
                            <a:cubicBezTo>
                              <a:pt x="1540" y="890"/>
                              <a:pt x="1569" y="883"/>
                              <a:pt x="1597" y="875"/>
                            </a:cubicBezTo>
                            <a:cubicBezTo>
                              <a:pt x="1625" y="867"/>
                              <a:pt x="1657" y="861"/>
                              <a:pt x="1685" y="855"/>
                            </a:cubicBezTo>
                            <a:cubicBezTo>
                              <a:pt x="1713" y="849"/>
                              <a:pt x="1734" y="839"/>
                              <a:pt x="1765" y="839"/>
                            </a:cubicBezTo>
                            <a:cubicBezTo>
                              <a:pt x="1796" y="839"/>
                              <a:pt x="1837" y="848"/>
                              <a:pt x="1869" y="855"/>
                            </a:cubicBezTo>
                            <a:cubicBezTo>
                              <a:pt x="1901" y="862"/>
                              <a:pt x="1927" y="869"/>
                              <a:pt x="1957" y="879"/>
                            </a:cubicBezTo>
                            <a:cubicBezTo>
                              <a:pt x="1987" y="889"/>
                              <a:pt x="2024" y="904"/>
                              <a:pt x="2049" y="915"/>
                            </a:cubicBezTo>
                            <a:cubicBezTo>
                              <a:pt x="2074" y="926"/>
                              <a:pt x="2082" y="934"/>
                              <a:pt x="2109" y="947"/>
                            </a:cubicBezTo>
                            <a:cubicBezTo>
                              <a:pt x="2136" y="960"/>
                              <a:pt x="2188" y="980"/>
                              <a:pt x="2213" y="991"/>
                            </a:cubicBezTo>
                            <a:cubicBezTo>
                              <a:pt x="2238" y="1002"/>
                              <a:pt x="2251" y="1014"/>
                              <a:pt x="2261" y="1011"/>
                            </a:cubicBezTo>
                            <a:cubicBezTo>
                              <a:pt x="2271" y="1008"/>
                              <a:pt x="2275" y="980"/>
                              <a:pt x="2273" y="971"/>
                            </a:cubicBezTo>
                            <a:cubicBezTo>
                              <a:pt x="2271" y="962"/>
                              <a:pt x="2258" y="961"/>
                              <a:pt x="2249" y="959"/>
                            </a:cubicBezTo>
                            <a:cubicBezTo>
                              <a:pt x="2240" y="957"/>
                              <a:pt x="2236" y="958"/>
                              <a:pt x="2217" y="959"/>
                            </a:cubicBezTo>
                            <a:cubicBezTo>
                              <a:pt x="2198" y="960"/>
                              <a:pt x="2214" y="964"/>
                              <a:pt x="2137" y="963"/>
                            </a:cubicBezTo>
                            <a:cubicBezTo>
                              <a:pt x="2060" y="962"/>
                              <a:pt x="1915" y="955"/>
                              <a:pt x="1757" y="955"/>
                            </a:cubicBezTo>
                            <a:cubicBezTo>
                              <a:pt x="1599" y="955"/>
                              <a:pt x="1416" y="962"/>
                              <a:pt x="1189" y="963"/>
                            </a:cubicBezTo>
                            <a:cubicBezTo>
                              <a:pt x="962" y="964"/>
                              <a:pt x="582" y="963"/>
                              <a:pt x="393" y="963"/>
                            </a:cubicBezTo>
                            <a:cubicBezTo>
                              <a:pt x="204" y="963"/>
                              <a:pt x="114" y="972"/>
                              <a:pt x="57" y="959"/>
                            </a:cubicBezTo>
                            <a:close/>
                          </a:path>
                        </a:pathLst>
                      </a:custGeom>
                      <a:solidFill>
                        <a:srgbClr val="CCFFCC"/>
                      </a:solidFill>
                      <a:ln w="9525" cap="flat" cmpd="sng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pt-BR"/>
                      </a:p>
                    </p:txBody>
                  </p:sp>
                  <p:grpSp>
                    <p:nvGrpSpPr>
                      <p:cNvPr id="34" name="Group 47">
                        <a:extLst>
                          <a:ext uri="{FF2B5EF4-FFF2-40B4-BE49-F238E27FC236}">
                            <a16:creationId xmlns:a16="http://schemas.microsoft.com/office/drawing/2014/main" id="{C80F4631-F8B7-E530-5771-19552682F7DA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39" y="2570"/>
                        <a:ext cx="2218" cy="1103"/>
                        <a:chOff x="2939" y="2570"/>
                        <a:chExt cx="2218" cy="1103"/>
                      </a:xfrm>
                    </p:grpSpPr>
                    <p:sp>
                      <p:nvSpPr>
                        <p:cNvPr id="35" name="Freeform 48">
                          <a:extLst>
                            <a:ext uri="{FF2B5EF4-FFF2-40B4-BE49-F238E27FC236}">
                              <a16:creationId xmlns:a16="http://schemas.microsoft.com/office/drawing/2014/main" id="{26E2E9B8-7F76-D9E9-B246-AF4C8FDD6FC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626" y="3468"/>
                          <a:ext cx="705" cy="205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705" y="7"/>
                            </a:cxn>
                            <a:cxn ang="0">
                              <a:pos x="685" y="21"/>
                            </a:cxn>
                            <a:cxn ang="0">
                              <a:pos x="657" y="40"/>
                            </a:cxn>
                            <a:cxn ang="0">
                              <a:pos x="625" y="63"/>
                            </a:cxn>
                            <a:cxn ang="0">
                              <a:pos x="589" y="86"/>
                            </a:cxn>
                            <a:cxn ang="0">
                              <a:pos x="557" y="110"/>
                            </a:cxn>
                            <a:cxn ang="0">
                              <a:pos x="525" y="129"/>
                            </a:cxn>
                            <a:cxn ang="0">
                              <a:pos x="487" y="150"/>
                            </a:cxn>
                            <a:cxn ang="0">
                              <a:pos x="441" y="175"/>
                            </a:cxn>
                            <a:cxn ang="0">
                              <a:pos x="397" y="191"/>
                            </a:cxn>
                            <a:cxn ang="0">
                              <a:pos x="357" y="200"/>
                            </a:cxn>
                            <a:cxn ang="0">
                              <a:pos x="319" y="205"/>
                            </a:cxn>
                            <a:cxn ang="0">
                              <a:pos x="275" y="203"/>
                            </a:cxn>
                            <a:cxn ang="0">
                              <a:pos x="237" y="193"/>
                            </a:cxn>
                            <a:cxn ang="0">
                              <a:pos x="205" y="182"/>
                            </a:cxn>
                            <a:cxn ang="0">
                              <a:pos x="171" y="161"/>
                            </a:cxn>
                            <a:cxn ang="0">
                              <a:pos x="141" y="143"/>
                            </a:cxn>
                            <a:cxn ang="0">
                              <a:pos x="113" y="118"/>
                            </a:cxn>
                            <a:cxn ang="0">
                              <a:pos x="77" y="85"/>
                            </a:cxn>
                            <a:cxn ang="0">
                              <a:pos x="41" y="43"/>
                            </a:cxn>
                            <a:cxn ang="0">
                              <a:pos x="0" y="0"/>
                            </a:cxn>
                          </a:cxnLst>
                          <a:rect l="0" t="0" r="r" b="b"/>
                          <a:pathLst>
                            <a:path w="705" h="205">
                              <a:moveTo>
                                <a:pt x="705" y="7"/>
                              </a:moveTo>
                              <a:cubicBezTo>
                                <a:pt x="699" y="12"/>
                                <a:pt x="693" y="16"/>
                                <a:pt x="685" y="21"/>
                              </a:cubicBezTo>
                              <a:cubicBezTo>
                                <a:pt x="677" y="26"/>
                                <a:pt x="667" y="33"/>
                                <a:pt x="657" y="40"/>
                              </a:cubicBezTo>
                              <a:cubicBezTo>
                                <a:pt x="647" y="47"/>
                                <a:pt x="636" y="55"/>
                                <a:pt x="625" y="63"/>
                              </a:cubicBezTo>
                              <a:cubicBezTo>
                                <a:pt x="614" y="71"/>
                                <a:pt x="600" y="78"/>
                                <a:pt x="589" y="86"/>
                              </a:cubicBezTo>
                              <a:cubicBezTo>
                                <a:pt x="578" y="93"/>
                                <a:pt x="568" y="103"/>
                                <a:pt x="557" y="110"/>
                              </a:cubicBezTo>
                              <a:cubicBezTo>
                                <a:pt x="546" y="118"/>
                                <a:pt x="537" y="123"/>
                                <a:pt x="525" y="129"/>
                              </a:cubicBezTo>
                              <a:cubicBezTo>
                                <a:pt x="513" y="136"/>
                                <a:pt x="501" y="143"/>
                                <a:pt x="487" y="150"/>
                              </a:cubicBezTo>
                              <a:cubicBezTo>
                                <a:pt x="473" y="158"/>
                                <a:pt x="456" y="169"/>
                                <a:pt x="441" y="175"/>
                              </a:cubicBezTo>
                              <a:cubicBezTo>
                                <a:pt x="426" y="182"/>
                                <a:pt x="411" y="187"/>
                                <a:pt x="397" y="191"/>
                              </a:cubicBezTo>
                              <a:cubicBezTo>
                                <a:pt x="383" y="195"/>
                                <a:pt x="370" y="198"/>
                                <a:pt x="357" y="200"/>
                              </a:cubicBezTo>
                              <a:cubicBezTo>
                                <a:pt x="344" y="203"/>
                                <a:pt x="333" y="204"/>
                                <a:pt x="319" y="205"/>
                              </a:cubicBezTo>
                              <a:cubicBezTo>
                                <a:pt x="305" y="205"/>
                                <a:pt x="289" y="205"/>
                                <a:pt x="275" y="203"/>
                              </a:cubicBezTo>
                              <a:cubicBezTo>
                                <a:pt x="261" y="201"/>
                                <a:pt x="249" y="197"/>
                                <a:pt x="237" y="193"/>
                              </a:cubicBezTo>
                              <a:cubicBezTo>
                                <a:pt x="225" y="189"/>
                                <a:pt x="216" y="187"/>
                                <a:pt x="205" y="182"/>
                              </a:cubicBezTo>
                              <a:cubicBezTo>
                                <a:pt x="194" y="176"/>
                                <a:pt x="182" y="168"/>
                                <a:pt x="171" y="161"/>
                              </a:cubicBezTo>
                              <a:cubicBezTo>
                                <a:pt x="160" y="155"/>
                                <a:pt x="151" y="150"/>
                                <a:pt x="141" y="143"/>
                              </a:cubicBezTo>
                              <a:cubicBezTo>
                                <a:pt x="131" y="136"/>
                                <a:pt x="124" y="128"/>
                                <a:pt x="113" y="118"/>
                              </a:cubicBezTo>
                              <a:cubicBezTo>
                                <a:pt x="102" y="108"/>
                                <a:pt x="89" y="97"/>
                                <a:pt x="77" y="85"/>
                              </a:cubicBezTo>
                              <a:cubicBezTo>
                                <a:pt x="65" y="73"/>
                                <a:pt x="54" y="57"/>
                                <a:pt x="41" y="43"/>
                              </a:cubicBezTo>
                              <a:cubicBezTo>
                                <a:pt x="28" y="29"/>
                                <a:pt x="9" y="9"/>
                                <a:pt x="0" y="0"/>
                              </a:cubicBezTo>
                            </a:path>
                          </a:pathLst>
                        </a:custGeom>
                        <a:noFill/>
                        <a:ln w="38100" cap="flat" cmpd="sng">
                          <a:solidFill>
                            <a:srgbClr val="00666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36" name="Freeform 49">
                          <a:extLst>
                            <a:ext uri="{FF2B5EF4-FFF2-40B4-BE49-F238E27FC236}">
                              <a16:creationId xmlns:a16="http://schemas.microsoft.com/office/drawing/2014/main" id="{FB354FC3-1CB4-1D4B-AF96-1AB3A05C788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 flipH="1">
                          <a:off x="2939" y="2570"/>
                          <a:ext cx="693" cy="904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904"/>
                            </a:cxn>
                            <a:cxn ang="0">
                              <a:pos x="44" y="844"/>
                            </a:cxn>
                            <a:cxn ang="0">
                              <a:pos x="108" y="742"/>
                            </a:cxn>
                            <a:cxn ang="0">
                              <a:pos x="177" y="627"/>
                            </a:cxn>
                            <a:cxn ang="0">
                              <a:pos x="240" y="515"/>
                            </a:cxn>
                            <a:cxn ang="0">
                              <a:pos x="323" y="365"/>
                            </a:cxn>
                            <a:cxn ang="0">
                              <a:pos x="390" y="258"/>
                            </a:cxn>
                            <a:cxn ang="0">
                              <a:pos x="441" y="180"/>
                            </a:cxn>
                            <a:cxn ang="0">
                              <a:pos x="506" y="109"/>
                            </a:cxn>
                            <a:cxn ang="0">
                              <a:pos x="576" y="50"/>
                            </a:cxn>
                            <a:cxn ang="0">
                              <a:pos x="626" y="16"/>
                            </a:cxn>
                            <a:cxn ang="0">
                              <a:pos x="693" y="0"/>
                            </a:cxn>
                          </a:cxnLst>
                          <a:rect l="0" t="0" r="r" b="b"/>
                          <a:pathLst>
                            <a:path w="693" h="904">
                              <a:moveTo>
                                <a:pt x="0" y="904"/>
                              </a:moveTo>
                              <a:cubicBezTo>
                                <a:pt x="12" y="888"/>
                                <a:pt x="26" y="871"/>
                                <a:pt x="44" y="844"/>
                              </a:cubicBezTo>
                              <a:cubicBezTo>
                                <a:pt x="62" y="817"/>
                                <a:pt x="86" y="778"/>
                                <a:pt x="108" y="742"/>
                              </a:cubicBezTo>
                              <a:cubicBezTo>
                                <a:pt x="130" y="706"/>
                                <a:pt x="155" y="665"/>
                                <a:pt x="177" y="627"/>
                              </a:cubicBezTo>
                              <a:cubicBezTo>
                                <a:pt x="199" y="589"/>
                                <a:pt x="216" y="559"/>
                                <a:pt x="240" y="515"/>
                              </a:cubicBezTo>
                              <a:cubicBezTo>
                                <a:pt x="264" y="472"/>
                                <a:pt x="298" y="408"/>
                                <a:pt x="323" y="365"/>
                              </a:cubicBezTo>
                              <a:cubicBezTo>
                                <a:pt x="348" y="322"/>
                                <a:pt x="370" y="289"/>
                                <a:pt x="390" y="258"/>
                              </a:cubicBezTo>
                              <a:cubicBezTo>
                                <a:pt x="410" y="227"/>
                                <a:pt x="422" y="205"/>
                                <a:pt x="441" y="180"/>
                              </a:cubicBezTo>
                              <a:cubicBezTo>
                                <a:pt x="460" y="155"/>
                                <a:pt x="483" y="131"/>
                                <a:pt x="506" y="109"/>
                              </a:cubicBezTo>
                              <a:cubicBezTo>
                                <a:pt x="529" y="87"/>
                                <a:pt x="556" y="65"/>
                                <a:pt x="576" y="50"/>
                              </a:cubicBezTo>
                              <a:cubicBezTo>
                                <a:pt x="596" y="34"/>
                                <a:pt x="606" y="24"/>
                                <a:pt x="626" y="16"/>
                              </a:cubicBezTo>
                              <a:cubicBezTo>
                                <a:pt x="646" y="8"/>
                                <a:pt x="679" y="3"/>
                                <a:pt x="693" y="0"/>
                              </a:cubicBezTo>
                            </a:path>
                          </a:pathLst>
                        </a:custGeom>
                        <a:noFill/>
                        <a:ln w="38100" cap="flat" cmpd="sng">
                          <a:solidFill>
                            <a:srgbClr val="00666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37" name="Freeform 50">
                          <a:extLst>
                            <a:ext uri="{FF2B5EF4-FFF2-40B4-BE49-F238E27FC236}">
                              <a16:creationId xmlns:a16="http://schemas.microsoft.com/office/drawing/2014/main" id="{D1F60738-1DD2-C24B-8F95-2A4F295DECD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31" y="3358"/>
                          <a:ext cx="826" cy="16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826" y="169"/>
                            </a:cxn>
                            <a:cxn ang="0">
                              <a:pos x="795" y="161"/>
                            </a:cxn>
                            <a:cxn ang="0">
                              <a:pos x="750" y="143"/>
                            </a:cxn>
                            <a:cxn ang="0">
                              <a:pos x="718" y="131"/>
                            </a:cxn>
                            <a:cxn ang="0">
                              <a:pos x="699" y="124"/>
                            </a:cxn>
                            <a:cxn ang="0">
                              <a:pos x="678" y="110"/>
                            </a:cxn>
                            <a:cxn ang="0">
                              <a:pos x="642" y="95"/>
                            </a:cxn>
                            <a:cxn ang="0">
                              <a:pos x="608" y="80"/>
                            </a:cxn>
                            <a:cxn ang="0">
                              <a:pos x="564" y="62"/>
                            </a:cxn>
                            <a:cxn ang="0">
                              <a:pos x="524" y="44"/>
                            </a:cxn>
                            <a:cxn ang="0">
                              <a:pos x="486" y="30"/>
                            </a:cxn>
                            <a:cxn ang="0">
                              <a:pos x="450" y="21"/>
                            </a:cxn>
                            <a:cxn ang="0">
                              <a:pos x="422" y="14"/>
                            </a:cxn>
                            <a:cxn ang="0">
                              <a:pos x="386" y="6"/>
                            </a:cxn>
                            <a:cxn ang="0">
                              <a:pos x="348" y="2"/>
                            </a:cxn>
                            <a:cxn ang="0">
                              <a:pos x="322" y="0"/>
                            </a:cxn>
                            <a:cxn ang="0">
                              <a:pos x="278" y="2"/>
                            </a:cxn>
                            <a:cxn ang="0">
                              <a:pos x="230" y="10"/>
                            </a:cxn>
                            <a:cxn ang="0">
                              <a:pos x="192" y="20"/>
                            </a:cxn>
                            <a:cxn ang="0">
                              <a:pos x="156" y="32"/>
                            </a:cxn>
                            <a:cxn ang="0">
                              <a:pos x="122" y="47"/>
                            </a:cxn>
                            <a:cxn ang="0">
                              <a:pos x="88" y="65"/>
                            </a:cxn>
                            <a:cxn ang="0">
                              <a:pos x="56" y="81"/>
                            </a:cxn>
                            <a:cxn ang="0">
                              <a:pos x="24" y="101"/>
                            </a:cxn>
                            <a:cxn ang="0">
                              <a:pos x="0" y="118"/>
                            </a:cxn>
                          </a:cxnLst>
                          <a:rect l="0" t="0" r="r" b="b"/>
                          <a:pathLst>
                            <a:path w="826" h="169">
                              <a:moveTo>
                                <a:pt x="826" y="169"/>
                              </a:moveTo>
                              <a:cubicBezTo>
                                <a:pt x="821" y="168"/>
                                <a:pt x="808" y="165"/>
                                <a:pt x="795" y="161"/>
                              </a:cubicBezTo>
                              <a:cubicBezTo>
                                <a:pt x="782" y="157"/>
                                <a:pt x="763" y="148"/>
                                <a:pt x="750" y="143"/>
                              </a:cubicBezTo>
                              <a:cubicBezTo>
                                <a:pt x="737" y="138"/>
                                <a:pt x="726" y="134"/>
                                <a:pt x="718" y="131"/>
                              </a:cubicBezTo>
                              <a:cubicBezTo>
                                <a:pt x="710" y="128"/>
                                <a:pt x="706" y="128"/>
                                <a:pt x="699" y="124"/>
                              </a:cubicBezTo>
                              <a:cubicBezTo>
                                <a:pt x="692" y="120"/>
                                <a:pt x="687" y="115"/>
                                <a:pt x="678" y="110"/>
                              </a:cubicBezTo>
                              <a:cubicBezTo>
                                <a:pt x="669" y="105"/>
                                <a:pt x="654" y="100"/>
                                <a:pt x="642" y="95"/>
                              </a:cubicBezTo>
                              <a:cubicBezTo>
                                <a:pt x="630" y="90"/>
                                <a:pt x="621" y="85"/>
                                <a:pt x="608" y="80"/>
                              </a:cubicBezTo>
                              <a:cubicBezTo>
                                <a:pt x="595" y="74"/>
                                <a:pt x="578" y="69"/>
                                <a:pt x="564" y="62"/>
                              </a:cubicBezTo>
                              <a:cubicBezTo>
                                <a:pt x="550" y="56"/>
                                <a:pt x="537" y="49"/>
                                <a:pt x="524" y="44"/>
                              </a:cubicBezTo>
                              <a:cubicBezTo>
                                <a:pt x="511" y="38"/>
                                <a:pt x="498" y="34"/>
                                <a:pt x="486" y="30"/>
                              </a:cubicBezTo>
                              <a:cubicBezTo>
                                <a:pt x="474" y="27"/>
                                <a:pt x="461" y="23"/>
                                <a:pt x="450" y="21"/>
                              </a:cubicBezTo>
                              <a:cubicBezTo>
                                <a:pt x="439" y="18"/>
                                <a:pt x="433" y="16"/>
                                <a:pt x="422" y="14"/>
                              </a:cubicBezTo>
                              <a:cubicBezTo>
                                <a:pt x="411" y="12"/>
                                <a:pt x="398" y="8"/>
                                <a:pt x="386" y="6"/>
                              </a:cubicBezTo>
                              <a:cubicBezTo>
                                <a:pt x="374" y="4"/>
                                <a:pt x="359" y="3"/>
                                <a:pt x="348" y="2"/>
                              </a:cubicBezTo>
                              <a:cubicBezTo>
                                <a:pt x="337" y="2"/>
                                <a:pt x="334" y="0"/>
                                <a:pt x="322" y="0"/>
                              </a:cubicBezTo>
                              <a:cubicBezTo>
                                <a:pt x="310" y="0"/>
                                <a:pt x="293" y="1"/>
                                <a:pt x="278" y="2"/>
                              </a:cubicBezTo>
                              <a:cubicBezTo>
                                <a:pt x="263" y="4"/>
                                <a:pt x="244" y="7"/>
                                <a:pt x="230" y="10"/>
                              </a:cubicBezTo>
                              <a:cubicBezTo>
                                <a:pt x="216" y="13"/>
                                <a:pt x="204" y="16"/>
                                <a:pt x="192" y="20"/>
                              </a:cubicBezTo>
                              <a:cubicBezTo>
                                <a:pt x="180" y="23"/>
                                <a:pt x="168" y="28"/>
                                <a:pt x="156" y="32"/>
                              </a:cubicBezTo>
                              <a:cubicBezTo>
                                <a:pt x="144" y="37"/>
                                <a:pt x="133" y="42"/>
                                <a:pt x="122" y="47"/>
                              </a:cubicBezTo>
                              <a:cubicBezTo>
                                <a:pt x="111" y="52"/>
                                <a:pt x="99" y="59"/>
                                <a:pt x="88" y="65"/>
                              </a:cubicBezTo>
                              <a:cubicBezTo>
                                <a:pt x="77" y="71"/>
                                <a:pt x="67" y="75"/>
                                <a:pt x="56" y="81"/>
                              </a:cubicBezTo>
                              <a:cubicBezTo>
                                <a:pt x="45" y="88"/>
                                <a:pt x="33" y="95"/>
                                <a:pt x="24" y="101"/>
                              </a:cubicBezTo>
                              <a:cubicBezTo>
                                <a:pt x="15" y="107"/>
                                <a:pt x="8" y="112"/>
                                <a:pt x="0" y="118"/>
                              </a:cubicBezTo>
                            </a:path>
                          </a:pathLst>
                        </a:custGeom>
                        <a:noFill/>
                        <a:ln w="38100" cap="flat" cmpd="sng">
                          <a:solidFill>
                            <a:srgbClr val="006666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pt-BR"/>
                        </a:p>
                      </p:txBody>
                    </p:sp>
                  </p:grpSp>
                </p:grpSp>
              </p:grpSp>
              <p:sp>
                <p:nvSpPr>
                  <p:cNvPr id="30" name="Line 51">
                    <a:extLst>
                      <a:ext uri="{FF2B5EF4-FFF2-40B4-BE49-F238E27FC236}">
                        <a16:creationId xmlns:a16="http://schemas.microsoft.com/office/drawing/2014/main" id="{E7A17E1D-2197-EAE5-6D10-6CFD75FE588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53" y="2627"/>
                    <a:ext cx="27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6" name="Line 52">
                  <a:extLst>
                    <a:ext uri="{FF2B5EF4-FFF2-40B4-BE49-F238E27FC236}">
                      <a16:creationId xmlns:a16="http://schemas.microsoft.com/office/drawing/2014/main" id="{B80E62C8-B83C-7BAE-4893-280314BCBF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89" y="1637"/>
                  <a:ext cx="0" cy="75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graphicFrame>
              <p:nvGraphicFramePr>
                <p:cNvPr id="27" name="Object 53">
                  <a:extLst>
                    <a:ext uri="{FF2B5EF4-FFF2-40B4-BE49-F238E27FC236}">
                      <a16:creationId xmlns:a16="http://schemas.microsoft.com/office/drawing/2014/main" id="{3EA6809B-E3DA-C79F-69C2-83B937F29E8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963" y="2278"/>
                <a:ext cx="276" cy="3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ção" r:id="rId56" imgW="291960" imgH="330120" progId="Equation.3">
                        <p:embed/>
                      </p:oleObj>
                    </mc:Choice>
                    <mc:Fallback>
                      <p:oleObj name="Equação" r:id="rId56" imgW="291960" imgH="330120" progId="Equation.3">
                        <p:embed/>
                        <p:pic>
                          <p:nvPicPr>
                            <p:cNvPr id="72" name="Object 5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63" y="2278"/>
                              <a:ext cx="276" cy="31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8" name="Line 185">
                  <a:extLst>
                    <a:ext uri="{FF2B5EF4-FFF2-40B4-BE49-F238E27FC236}">
                      <a16:creationId xmlns:a16="http://schemas.microsoft.com/office/drawing/2014/main" id="{F9DF23EE-DFAA-39BF-140B-06DD68B5FB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48" y="1930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</p:grpSp>
        </p:grpSp>
        <p:sp>
          <p:nvSpPr>
            <p:cNvPr id="13" name="Line 194">
              <a:extLst>
                <a:ext uri="{FF2B5EF4-FFF2-40B4-BE49-F238E27FC236}">
                  <a16:creationId xmlns:a16="http://schemas.microsoft.com/office/drawing/2014/main" id="{A0B5849A-FB00-86FF-82B1-19A123F69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80238" y="4038600"/>
              <a:ext cx="0" cy="168592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" name="Line 195">
              <a:extLst>
                <a:ext uri="{FF2B5EF4-FFF2-40B4-BE49-F238E27FC236}">
                  <a16:creationId xmlns:a16="http://schemas.microsoft.com/office/drawing/2014/main" id="{23CB2ED2-4EEE-B6F1-8D01-D020C84CB8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83250" y="4038600"/>
              <a:ext cx="0" cy="168592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15" name="Object 196">
              <a:extLst>
                <a:ext uri="{FF2B5EF4-FFF2-40B4-BE49-F238E27FC236}">
                  <a16:creationId xmlns:a16="http://schemas.microsoft.com/office/drawing/2014/main" id="{125D1D99-2017-5367-1131-906308DE8F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6288" y="4851400"/>
            <a:ext cx="1644650" cy="301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8" imgW="1054080" imgH="203040" progId="">
                    <p:embed/>
                  </p:oleObj>
                </mc:Choice>
                <mc:Fallback>
                  <p:oleObj name="Equation" r:id="rId58" imgW="1054080" imgH="203040" progId="">
                    <p:embed/>
                    <p:pic>
                      <p:nvPicPr>
                        <p:cNvPr id="90" name="Object 1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2391" r="-2391"/>
                        <a:stretch>
                          <a:fillRect/>
                        </a:stretch>
                      </p:blipFill>
                      <p:spPr bwMode="auto">
                        <a:xfrm>
                          <a:off x="3316288" y="4851400"/>
                          <a:ext cx="1644650" cy="301625"/>
                        </a:xfrm>
                        <a:prstGeom prst="rect">
                          <a:avLst/>
                        </a:prstGeom>
                        <a:solidFill>
                          <a:srgbClr val="CCEC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74A76D83-791C-EF63-F9D9-1309E0503288}"/>
              </a:ext>
            </a:extLst>
          </p:cNvPr>
          <p:cNvSpPr txBox="1"/>
          <p:nvPr/>
        </p:nvSpPr>
        <p:spPr>
          <a:xfrm>
            <a:off x="1242705" y="5176385"/>
            <a:ext cx="734637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Compressão no tempo = Expansão na Frequência</a:t>
            </a:r>
          </a:p>
          <a:p>
            <a:r>
              <a:rPr lang="pt-BR" sz="2800" dirty="0"/>
              <a:t>E vice-versa</a:t>
            </a:r>
          </a:p>
        </p:txBody>
      </p:sp>
    </p:spTree>
    <p:extLst>
      <p:ext uri="{BB962C8B-B14F-4D97-AF65-F5344CB8AC3E}">
        <p14:creationId xmlns:p14="http://schemas.microsoft.com/office/powerpoint/2010/main" val="670939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FABDF-7294-CD56-6B7C-03A45A8D6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 da Transformada de Fourier</a:t>
            </a:r>
            <a:br>
              <a:rPr lang="pt-BR" dirty="0"/>
            </a:br>
            <a:r>
              <a:rPr lang="pt-BR" dirty="0"/>
              <a:t>Deslocamento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0560705-791D-9A01-B9F2-1D47DC9FAD1F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474751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Deslocamento</a:t>
            </a:r>
            <a:r>
              <a:rPr lang="en-US" dirty="0"/>
              <a:t> no tempo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Deslocamento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Frequência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A6E93887-044A-3C14-390A-5C2DB4BA3B50}"/>
                  </a:ext>
                </a:extLst>
              </p:cNvPr>
              <p:cNvSpPr txBox="1"/>
              <p:nvPr/>
            </p:nvSpPr>
            <p:spPr bwMode="auto">
              <a:xfrm>
                <a:off x="4645025" y="1587500"/>
                <a:ext cx="4419462" cy="154531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pt-BR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 ↔ 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</m:t>
                      </m:r>
                    </m:oMath>
                    <m:oMath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) ↔ </m:t>
                      </m:r>
                      <m:sSup>
                        <m:sSup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A6E93887-044A-3C14-390A-5C2DB4BA3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5025" y="1587500"/>
                <a:ext cx="4419462" cy="15453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A1ADCEF3-A4C0-80AC-8FF8-9294F0DD5B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4946405"/>
              </p:ext>
            </p:extLst>
          </p:nvPr>
        </p:nvGraphicFramePr>
        <p:xfrm>
          <a:off x="4960754" y="4651117"/>
          <a:ext cx="33766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63560" imgH="457200" progId="Equation.3">
                  <p:embed/>
                </p:oleObj>
              </mc:Choice>
              <mc:Fallback>
                <p:oleObj name="Equation" r:id="rId3" imgW="1663560" imgH="457200" progId="Equation.3">
                  <p:embed/>
                  <p:pic>
                    <p:nvPicPr>
                      <p:cNvPr id="1617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0754" y="4651117"/>
                        <a:ext cx="3376613" cy="927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473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4B9707-B1CD-A301-5916-59391328D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Deslocamento na Frequência</a:t>
            </a:r>
            <a:br>
              <a:rPr lang="pt-BR" dirty="0"/>
            </a:br>
            <a:r>
              <a:rPr lang="en-US" dirty="0" err="1"/>
              <a:t>Modulação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cosseno</a:t>
            </a:r>
            <a:br>
              <a:rPr lang="en-US" dirty="0"/>
            </a:br>
            <a:endParaRPr lang="pt-BR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1A922A0-4936-F039-08D8-47D10778ED44}"/>
              </a:ext>
            </a:extLst>
          </p:cNvPr>
          <p:cNvSpPr txBox="1">
            <a:spLocks noChangeArrowheads="1"/>
          </p:cNvSpPr>
          <p:nvPr/>
        </p:nvSpPr>
        <p:spPr>
          <a:xfrm>
            <a:off x="1905000" y="901700"/>
            <a:ext cx="8299450" cy="54229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D2BD7618-C35F-6DFF-4067-6076BFC7AB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9563" y="1312864"/>
          <a:ext cx="5594350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55800" imgH="1041120" progId="Equation.3">
                  <p:embed/>
                </p:oleObj>
              </mc:Choice>
              <mc:Fallback>
                <p:oleObj name="Equation" r:id="rId2" imgW="2755800" imgH="1041120" progId="Equation.3">
                  <p:embed/>
                  <p:pic>
                    <p:nvPicPr>
                      <p:cNvPr id="1628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563" y="1312864"/>
                        <a:ext cx="5594350" cy="2111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5">
            <a:extLst>
              <a:ext uri="{FF2B5EF4-FFF2-40B4-BE49-F238E27FC236}">
                <a16:creationId xmlns:a16="http://schemas.microsoft.com/office/drawing/2014/main" id="{32649585-E8AA-B3AB-587B-D5E7C32BE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0988" y="4214813"/>
            <a:ext cx="17462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7DF1AFBC-6EC3-B614-BEB2-96426A59A7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5375" y="3492500"/>
            <a:ext cx="0" cy="116205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1FFB2614-FDFE-ADD0-E57F-D726B11D7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2938" y="4191001"/>
            <a:ext cx="234360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i="1">
                <a:latin typeface="Times New Roman" pitchFamily="18" charset="0"/>
              </a:rPr>
              <a:t>t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09D2DB8-2211-AECA-6461-72AB18BD47C3}"/>
              </a:ext>
            </a:extLst>
          </p:cNvPr>
          <p:cNvSpPr>
            <a:spLocks/>
          </p:cNvSpPr>
          <p:nvPr/>
        </p:nvSpPr>
        <p:spPr bwMode="auto">
          <a:xfrm>
            <a:off x="2982913" y="3630613"/>
            <a:ext cx="1414462" cy="906462"/>
          </a:xfrm>
          <a:custGeom>
            <a:avLst/>
            <a:gdLst/>
            <a:ahLst/>
            <a:cxnLst>
              <a:cxn ang="0">
                <a:pos x="0" y="197"/>
              </a:cxn>
              <a:cxn ang="0">
                <a:pos x="53" y="92"/>
              </a:cxn>
              <a:cxn ang="0">
                <a:pos x="178" y="3"/>
              </a:cxn>
              <a:cxn ang="0">
                <a:pos x="251" y="108"/>
              </a:cxn>
              <a:cxn ang="0">
                <a:pos x="487" y="61"/>
              </a:cxn>
              <a:cxn ang="0">
                <a:pos x="613" y="286"/>
              </a:cxn>
              <a:cxn ang="0">
                <a:pos x="765" y="207"/>
              </a:cxn>
            </a:cxnLst>
            <a:rect l="0" t="0" r="r" b="b"/>
            <a:pathLst>
              <a:path w="765" h="310">
                <a:moveTo>
                  <a:pt x="0" y="197"/>
                </a:moveTo>
                <a:cubicBezTo>
                  <a:pt x="11" y="160"/>
                  <a:pt x="23" y="124"/>
                  <a:pt x="53" y="92"/>
                </a:cubicBezTo>
                <a:cubicBezTo>
                  <a:pt x="83" y="60"/>
                  <a:pt x="145" y="0"/>
                  <a:pt x="178" y="3"/>
                </a:cubicBezTo>
                <a:cubicBezTo>
                  <a:pt x="211" y="6"/>
                  <a:pt x="200" y="98"/>
                  <a:pt x="251" y="108"/>
                </a:cubicBezTo>
                <a:cubicBezTo>
                  <a:pt x="302" y="118"/>
                  <a:pt x="427" y="31"/>
                  <a:pt x="487" y="61"/>
                </a:cubicBezTo>
                <a:cubicBezTo>
                  <a:pt x="547" y="91"/>
                  <a:pt x="567" y="262"/>
                  <a:pt x="613" y="286"/>
                </a:cubicBezTo>
                <a:cubicBezTo>
                  <a:pt x="659" y="310"/>
                  <a:pt x="740" y="222"/>
                  <a:pt x="765" y="207"/>
                </a:cubicBezTo>
              </a:path>
            </a:pathLst>
          </a:custGeom>
          <a:noFill/>
          <a:ln w="12700" cap="flat" cmpd="sng">
            <a:solidFill>
              <a:srgbClr val="063DE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F5DE12EC-86BA-3953-D4B6-43266A634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7163" y="3732214"/>
            <a:ext cx="442750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i="1">
                <a:solidFill>
                  <a:srgbClr val="063DE8"/>
                </a:solidFill>
                <a:latin typeface="Times New Roman" pitchFamily="18" charset="0"/>
              </a:rPr>
              <a:t>g</a:t>
            </a:r>
            <a:r>
              <a:rPr lang="en-US" sz="1400">
                <a:solidFill>
                  <a:srgbClr val="063DE8"/>
                </a:solidFill>
                <a:latin typeface="Times New Roman" pitchFamily="18" charset="0"/>
              </a:rPr>
              <a:t>(</a:t>
            </a:r>
            <a:r>
              <a:rPr lang="en-US" sz="1400" i="1">
                <a:solidFill>
                  <a:srgbClr val="063DE8"/>
                </a:solidFill>
                <a:latin typeface="Times New Roman" pitchFamily="18" charset="0"/>
              </a:rPr>
              <a:t>t</a:t>
            </a:r>
            <a:r>
              <a:rPr lang="en-US" sz="1400">
                <a:solidFill>
                  <a:srgbClr val="063DE8"/>
                </a:solidFill>
                <a:latin typeface="Times New Roman" pitchFamily="18" charset="0"/>
              </a:rPr>
              <a:t>)</a:t>
            </a:r>
            <a:endParaRPr lang="en-US" sz="1400" i="1">
              <a:solidFill>
                <a:srgbClr val="063DE8"/>
              </a:solidFill>
              <a:latin typeface="Times New Roman" pitchFamily="18" charset="0"/>
            </a:endParaRPr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7C6A8C0E-EF1E-7F68-6904-99D1C4A139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9039" y="4106863"/>
            <a:ext cx="14874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4B97F445-E3AF-2858-7BD7-88871D5136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8200" y="4216400"/>
            <a:ext cx="17462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8BCD5FB3-6E88-15BE-4F4D-C97BAB489B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2588" y="3494088"/>
            <a:ext cx="0" cy="116205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27602305-5B36-3413-E757-83BAF13A0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0151" y="4192589"/>
            <a:ext cx="315913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sz="1400" i="1">
                <a:latin typeface="Times New Roman" pitchFamily="18" charset="0"/>
              </a:rPr>
              <a:t>f</a:t>
            </a:r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DF2F9A14-593B-CA94-0616-6C54CA5D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9439" y="3590926"/>
            <a:ext cx="572593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i="1">
                <a:solidFill>
                  <a:schemeClr val="hlink"/>
                </a:solidFill>
                <a:latin typeface="Times New Roman" pitchFamily="18" charset="0"/>
              </a:rPr>
              <a:t>G</a:t>
            </a:r>
            <a:r>
              <a:rPr lang="en-US" sz="1400">
                <a:solidFill>
                  <a:schemeClr val="hlink"/>
                </a:solidFill>
                <a:latin typeface="Times New Roman" pitchFamily="18" charset="0"/>
              </a:rPr>
              <a:t>( </a:t>
            </a:r>
            <a:r>
              <a:rPr lang="en-US" sz="1400" i="1">
                <a:solidFill>
                  <a:schemeClr val="hlink"/>
                </a:solidFill>
                <a:latin typeface="Times New Roman" pitchFamily="18" charset="0"/>
              </a:rPr>
              <a:t>f </a:t>
            </a:r>
            <a:r>
              <a:rPr lang="en-US" sz="1400">
                <a:solidFill>
                  <a:schemeClr val="hlink"/>
                </a:solidFill>
                <a:latin typeface="Times New Roman" pitchFamily="18" charset="0"/>
              </a:rPr>
              <a:t>)</a:t>
            </a:r>
            <a:endParaRPr lang="en-US" sz="1400" i="1">
              <a:solidFill>
                <a:schemeClr val="hlink"/>
              </a:solidFill>
              <a:latin typeface="Times New Roman" pitchFamily="18" charset="0"/>
            </a:endParaRPr>
          </a:p>
        </p:txBody>
      </p:sp>
      <p:grpSp>
        <p:nvGrpSpPr>
          <p:cNvPr id="15" name="Group 20">
            <a:extLst>
              <a:ext uri="{FF2B5EF4-FFF2-40B4-BE49-F238E27FC236}">
                <a16:creationId xmlns:a16="http://schemas.microsoft.com/office/drawing/2014/main" id="{73C53B9C-92A6-798E-471C-D3AC75A315CE}"/>
              </a:ext>
            </a:extLst>
          </p:cNvPr>
          <p:cNvGrpSpPr>
            <a:grpSpLocks/>
          </p:cNvGrpSpPr>
          <p:nvPr/>
        </p:nvGrpSpPr>
        <p:grpSpPr bwMode="auto">
          <a:xfrm>
            <a:off x="7808914" y="3690938"/>
            <a:ext cx="382587" cy="525462"/>
            <a:chOff x="3959" y="2466"/>
            <a:chExt cx="241" cy="190"/>
          </a:xfrm>
        </p:grpSpPr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9AE73AC2-F95D-730F-7084-185BB338CD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9" y="2466"/>
              <a:ext cx="120" cy="184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60D1248B-515C-B49C-5B07-63636CF229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80" y="2472"/>
              <a:ext cx="120" cy="184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" name="Line 21">
            <a:extLst>
              <a:ext uri="{FF2B5EF4-FFF2-40B4-BE49-F238E27FC236}">
                <a16:creationId xmlns:a16="http://schemas.microsoft.com/office/drawing/2014/main" id="{56D4F7C0-6B41-69D8-6B28-614379B16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2575" y="5502275"/>
            <a:ext cx="17462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7BCDD1EB-9C91-7D02-0DD5-314856EA88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6963" y="4779963"/>
            <a:ext cx="0" cy="116205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77F1A959-CAD3-8AD2-1639-D6779B7B0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4525" y="5478464"/>
            <a:ext cx="234360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i="1">
                <a:latin typeface="Times New Roman" pitchFamily="18" charset="0"/>
              </a:rPr>
              <a:t>t</a:t>
            </a:r>
          </a:p>
        </p:txBody>
      </p:sp>
      <p:sp>
        <p:nvSpPr>
          <p:cNvPr id="21" name="Freeform 24">
            <a:extLst>
              <a:ext uri="{FF2B5EF4-FFF2-40B4-BE49-F238E27FC236}">
                <a16:creationId xmlns:a16="http://schemas.microsoft.com/office/drawing/2014/main" id="{EF9602BF-EE74-702B-8905-4A5F0338860E}"/>
              </a:ext>
            </a:extLst>
          </p:cNvPr>
          <p:cNvSpPr>
            <a:spLocks/>
          </p:cNvSpPr>
          <p:nvPr/>
        </p:nvSpPr>
        <p:spPr bwMode="auto">
          <a:xfrm>
            <a:off x="2935289" y="4918076"/>
            <a:ext cx="1463675" cy="906463"/>
          </a:xfrm>
          <a:custGeom>
            <a:avLst/>
            <a:gdLst/>
            <a:ahLst/>
            <a:cxnLst>
              <a:cxn ang="0">
                <a:pos x="0" y="197"/>
              </a:cxn>
              <a:cxn ang="0">
                <a:pos x="53" y="92"/>
              </a:cxn>
              <a:cxn ang="0">
                <a:pos x="178" y="3"/>
              </a:cxn>
              <a:cxn ang="0">
                <a:pos x="251" y="108"/>
              </a:cxn>
              <a:cxn ang="0">
                <a:pos x="487" y="61"/>
              </a:cxn>
              <a:cxn ang="0">
                <a:pos x="613" y="286"/>
              </a:cxn>
              <a:cxn ang="0">
                <a:pos x="765" y="207"/>
              </a:cxn>
            </a:cxnLst>
            <a:rect l="0" t="0" r="r" b="b"/>
            <a:pathLst>
              <a:path w="765" h="310">
                <a:moveTo>
                  <a:pt x="0" y="197"/>
                </a:moveTo>
                <a:cubicBezTo>
                  <a:pt x="11" y="160"/>
                  <a:pt x="23" y="124"/>
                  <a:pt x="53" y="92"/>
                </a:cubicBezTo>
                <a:cubicBezTo>
                  <a:pt x="83" y="60"/>
                  <a:pt x="145" y="0"/>
                  <a:pt x="178" y="3"/>
                </a:cubicBezTo>
                <a:cubicBezTo>
                  <a:pt x="211" y="6"/>
                  <a:pt x="200" y="98"/>
                  <a:pt x="251" y="108"/>
                </a:cubicBezTo>
                <a:cubicBezTo>
                  <a:pt x="302" y="118"/>
                  <a:pt x="427" y="31"/>
                  <a:pt x="487" y="61"/>
                </a:cubicBezTo>
                <a:cubicBezTo>
                  <a:pt x="547" y="91"/>
                  <a:pt x="567" y="262"/>
                  <a:pt x="613" y="286"/>
                </a:cubicBezTo>
                <a:cubicBezTo>
                  <a:pt x="659" y="310"/>
                  <a:pt x="740" y="222"/>
                  <a:pt x="765" y="207"/>
                </a:cubicBezTo>
              </a:path>
            </a:pathLst>
          </a:custGeom>
          <a:noFill/>
          <a:ln w="63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2" name="Text Box 25">
            <a:extLst>
              <a:ext uri="{FF2B5EF4-FFF2-40B4-BE49-F238E27FC236}">
                <a16:creationId xmlns:a16="http://schemas.microsoft.com/office/drawing/2014/main" id="{47125B9E-96C9-B271-B02E-8BE1D7117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814" y="4935538"/>
            <a:ext cx="490537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sz="1400" i="1">
                <a:solidFill>
                  <a:srgbClr val="063DE8"/>
                </a:solidFill>
                <a:latin typeface="Times New Roman" pitchFamily="18" charset="0"/>
              </a:rPr>
              <a:t>g</a:t>
            </a:r>
            <a:r>
              <a:rPr lang="en-US" sz="1400" i="1" baseline="-25000">
                <a:solidFill>
                  <a:srgbClr val="063DE8"/>
                </a:solidFill>
                <a:latin typeface="Times New Roman" pitchFamily="18" charset="0"/>
              </a:rPr>
              <a:t>c</a:t>
            </a:r>
            <a:r>
              <a:rPr lang="en-US" sz="1400">
                <a:solidFill>
                  <a:srgbClr val="063DE8"/>
                </a:solidFill>
                <a:latin typeface="Times New Roman" pitchFamily="18" charset="0"/>
              </a:rPr>
              <a:t>(</a:t>
            </a:r>
            <a:r>
              <a:rPr lang="en-US" sz="1400" i="1">
                <a:solidFill>
                  <a:srgbClr val="063DE8"/>
                </a:solidFill>
                <a:latin typeface="Times New Roman" pitchFamily="18" charset="0"/>
              </a:rPr>
              <a:t>t</a:t>
            </a:r>
            <a:r>
              <a:rPr lang="en-US" sz="1400">
                <a:solidFill>
                  <a:srgbClr val="063DE8"/>
                </a:solidFill>
                <a:latin typeface="Times New Roman" pitchFamily="18" charset="0"/>
              </a:rPr>
              <a:t>)</a:t>
            </a:r>
            <a:endParaRPr lang="en-US" sz="1400" i="1">
              <a:solidFill>
                <a:srgbClr val="063DE8"/>
              </a:solidFill>
              <a:latin typeface="Times New Roman" pitchFamily="18" charset="0"/>
            </a:endParaRP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7E0EC337-1CAB-EF99-1156-345A99071ECD}"/>
              </a:ext>
            </a:extLst>
          </p:cNvPr>
          <p:cNvSpPr>
            <a:spLocks/>
          </p:cNvSpPr>
          <p:nvPr/>
        </p:nvSpPr>
        <p:spPr bwMode="auto">
          <a:xfrm flipV="1">
            <a:off x="2935289" y="5173663"/>
            <a:ext cx="1457325" cy="906462"/>
          </a:xfrm>
          <a:custGeom>
            <a:avLst/>
            <a:gdLst/>
            <a:ahLst/>
            <a:cxnLst>
              <a:cxn ang="0">
                <a:pos x="0" y="197"/>
              </a:cxn>
              <a:cxn ang="0">
                <a:pos x="53" y="92"/>
              </a:cxn>
              <a:cxn ang="0">
                <a:pos x="178" y="3"/>
              </a:cxn>
              <a:cxn ang="0">
                <a:pos x="251" y="108"/>
              </a:cxn>
              <a:cxn ang="0">
                <a:pos x="487" y="61"/>
              </a:cxn>
              <a:cxn ang="0">
                <a:pos x="613" y="286"/>
              </a:cxn>
              <a:cxn ang="0">
                <a:pos x="765" y="207"/>
              </a:cxn>
            </a:cxnLst>
            <a:rect l="0" t="0" r="r" b="b"/>
            <a:pathLst>
              <a:path w="765" h="310">
                <a:moveTo>
                  <a:pt x="0" y="197"/>
                </a:moveTo>
                <a:cubicBezTo>
                  <a:pt x="11" y="160"/>
                  <a:pt x="23" y="124"/>
                  <a:pt x="53" y="92"/>
                </a:cubicBezTo>
                <a:cubicBezTo>
                  <a:pt x="83" y="60"/>
                  <a:pt x="145" y="0"/>
                  <a:pt x="178" y="3"/>
                </a:cubicBezTo>
                <a:cubicBezTo>
                  <a:pt x="211" y="6"/>
                  <a:pt x="200" y="98"/>
                  <a:pt x="251" y="108"/>
                </a:cubicBezTo>
                <a:cubicBezTo>
                  <a:pt x="302" y="118"/>
                  <a:pt x="427" y="31"/>
                  <a:pt x="487" y="61"/>
                </a:cubicBezTo>
                <a:cubicBezTo>
                  <a:pt x="547" y="91"/>
                  <a:pt x="567" y="262"/>
                  <a:pt x="613" y="286"/>
                </a:cubicBezTo>
                <a:cubicBezTo>
                  <a:pt x="659" y="310"/>
                  <a:pt x="740" y="222"/>
                  <a:pt x="765" y="207"/>
                </a:cubicBezTo>
              </a:path>
            </a:pathLst>
          </a:custGeom>
          <a:noFill/>
          <a:ln w="63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pt-BR"/>
          </a:p>
        </p:txBody>
      </p:sp>
      <p:grpSp>
        <p:nvGrpSpPr>
          <p:cNvPr id="24" name="Group 49">
            <a:extLst>
              <a:ext uri="{FF2B5EF4-FFF2-40B4-BE49-F238E27FC236}">
                <a16:creationId xmlns:a16="http://schemas.microsoft.com/office/drawing/2014/main" id="{EB361D7F-BC97-70B5-DF48-323D4775C1AD}"/>
              </a:ext>
            </a:extLst>
          </p:cNvPr>
          <p:cNvGrpSpPr>
            <a:grpSpLocks/>
          </p:cNvGrpSpPr>
          <p:nvPr/>
        </p:nvGrpSpPr>
        <p:grpSpPr bwMode="auto">
          <a:xfrm>
            <a:off x="3576639" y="5121276"/>
            <a:ext cx="128587" cy="384175"/>
            <a:chOff x="1256" y="3267"/>
            <a:chExt cx="147" cy="200"/>
          </a:xfrm>
        </p:grpSpPr>
        <p:sp>
          <p:nvSpPr>
            <p:cNvPr id="25" name="Freeform 50">
              <a:extLst>
                <a:ext uri="{FF2B5EF4-FFF2-40B4-BE49-F238E27FC236}">
                  <a16:creationId xmlns:a16="http://schemas.microsoft.com/office/drawing/2014/main" id="{13CF8991-8D97-EAA0-E1A4-B26A46127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3267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51">
              <a:extLst>
                <a:ext uri="{FF2B5EF4-FFF2-40B4-BE49-F238E27FC236}">
                  <a16:creationId xmlns:a16="http://schemas.microsoft.com/office/drawing/2014/main" id="{8A1868C2-B009-E6B2-CACD-C7F0A4437AF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56" y="3268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7" name="Group 58">
            <a:extLst>
              <a:ext uri="{FF2B5EF4-FFF2-40B4-BE49-F238E27FC236}">
                <a16:creationId xmlns:a16="http://schemas.microsoft.com/office/drawing/2014/main" id="{A311D190-3B91-BBD8-D8CF-D48C6AF95C81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705225" y="5495925"/>
            <a:ext cx="128588" cy="425450"/>
            <a:chOff x="1256" y="3267"/>
            <a:chExt cx="147" cy="200"/>
          </a:xfrm>
        </p:grpSpPr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5C085EA0-0D9C-06A0-474D-642EDB8DC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3267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25F8C5EA-9E1E-B5BD-5744-F687DF49FB9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56" y="3268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0" name="Group 61">
            <a:extLst>
              <a:ext uri="{FF2B5EF4-FFF2-40B4-BE49-F238E27FC236}">
                <a16:creationId xmlns:a16="http://schemas.microsoft.com/office/drawing/2014/main" id="{40018D74-6903-AA12-EFF6-3C631439664C}"/>
              </a:ext>
            </a:extLst>
          </p:cNvPr>
          <p:cNvGrpSpPr>
            <a:grpSpLocks/>
          </p:cNvGrpSpPr>
          <p:nvPr/>
        </p:nvGrpSpPr>
        <p:grpSpPr bwMode="auto">
          <a:xfrm>
            <a:off x="3824289" y="5122864"/>
            <a:ext cx="128587" cy="384175"/>
            <a:chOff x="1256" y="3267"/>
            <a:chExt cx="147" cy="200"/>
          </a:xfrm>
        </p:grpSpPr>
        <p:sp>
          <p:nvSpPr>
            <p:cNvPr id="31" name="Freeform 62">
              <a:extLst>
                <a:ext uri="{FF2B5EF4-FFF2-40B4-BE49-F238E27FC236}">
                  <a16:creationId xmlns:a16="http://schemas.microsoft.com/office/drawing/2014/main" id="{AC016803-655A-A8AD-03E0-CE6225664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3267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63">
              <a:extLst>
                <a:ext uri="{FF2B5EF4-FFF2-40B4-BE49-F238E27FC236}">
                  <a16:creationId xmlns:a16="http://schemas.microsoft.com/office/drawing/2014/main" id="{0616E584-760B-2AC8-7BD1-D8FCDD72589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56" y="3268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3" name="Group 64">
            <a:extLst>
              <a:ext uri="{FF2B5EF4-FFF2-40B4-BE49-F238E27FC236}">
                <a16:creationId xmlns:a16="http://schemas.microsoft.com/office/drawing/2014/main" id="{FB2F6B85-6A0F-9154-356A-8264ACAF6D07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460750" y="5505450"/>
            <a:ext cx="128588" cy="292100"/>
            <a:chOff x="1256" y="3267"/>
            <a:chExt cx="147" cy="200"/>
          </a:xfrm>
        </p:grpSpPr>
        <p:sp>
          <p:nvSpPr>
            <p:cNvPr id="34" name="Freeform 65">
              <a:extLst>
                <a:ext uri="{FF2B5EF4-FFF2-40B4-BE49-F238E27FC236}">
                  <a16:creationId xmlns:a16="http://schemas.microsoft.com/office/drawing/2014/main" id="{A7850845-2427-B1C6-4E0E-BB6278F31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3267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66">
              <a:extLst>
                <a:ext uri="{FF2B5EF4-FFF2-40B4-BE49-F238E27FC236}">
                  <a16:creationId xmlns:a16="http://schemas.microsoft.com/office/drawing/2014/main" id="{F23EEE8D-220B-9872-90EF-092286365E2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56" y="3268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6" name="Group 67">
            <a:extLst>
              <a:ext uri="{FF2B5EF4-FFF2-40B4-BE49-F238E27FC236}">
                <a16:creationId xmlns:a16="http://schemas.microsoft.com/office/drawing/2014/main" id="{F9EC9168-E2E5-9D29-0480-1480004BE470}"/>
              </a:ext>
            </a:extLst>
          </p:cNvPr>
          <p:cNvGrpSpPr>
            <a:grpSpLocks/>
          </p:cNvGrpSpPr>
          <p:nvPr/>
        </p:nvGrpSpPr>
        <p:grpSpPr bwMode="auto">
          <a:xfrm>
            <a:off x="3340101" y="5230814"/>
            <a:ext cx="119063" cy="276225"/>
            <a:chOff x="1256" y="3267"/>
            <a:chExt cx="147" cy="200"/>
          </a:xfrm>
        </p:grpSpPr>
        <p:sp>
          <p:nvSpPr>
            <p:cNvPr id="37" name="Freeform 68">
              <a:extLst>
                <a:ext uri="{FF2B5EF4-FFF2-40B4-BE49-F238E27FC236}">
                  <a16:creationId xmlns:a16="http://schemas.microsoft.com/office/drawing/2014/main" id="{4D31396D-103D-C746-9540-83E7DA10E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3267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69">
              <a:extLst>
                <a:ext uri="{FF2B5EF4-FFF2-40B4-BE49-F238E27FC236}">
                  <a16:creationId xmlns:a16="http://schemas.microsoft.com/office/drawing/2014/main" id="{0A26026B-32D5-6EE9-69D1-48E20EE9F75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56" y="3268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9" name="Group 70">
            <a:extLst>
              <a:ext uri="{FF2B5EF4-FFF2-40B4-BE49-F238E27FC236}">
                <a16:creationId xmlns:a16="http://schemas.microsoft.com/office/drawing/2014/main" id="{4F800B1B-803D-3A3D-AF42-C6E92111B842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216275" y="5507038"/>
            <a:ext cx="128588" cy="557212"/>
            <a:chOff x="1256" y="3267"/>
            <a:chExt cx="147" cy="200"/>
          </a:xfrm>
        </p:grpSpPr>
        <p:sp>
          <p:nvSpPr>
            <p:cNvPr id="40" name="Freeform 71">
              <a:extLst>
                <a:ext uri="{FF2B5EF4-FFF2-40B4-BE49-F238E27FC236}">
                  <a16:creationId xmlns:a16="http://schemas.microsoft.com/office/drawing/2014/main" id="{D4460C12-A015-13B8-97EC-05B3F085C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3267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reeform 72">
              <a:extLst>
                <a:ext uri="{FF2B5EF4-FFF2-40B4-BE49-F238E27FC236}">
                  <a16:creationId xmlns:a16="http://schemas.microsoft.com/office/drawing/2014/main" id="{DA7CD365-06A9-230E-E7E1-F68EA4D0B07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56" y="3268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2" name="Group 73">
            <a:extLst>
              <a:ext uri="{FF2B5EF4-FFF2-40B4-BE49-F238E27FC236}">
                <a16:creationId xmlns:a16="http://schemas.microsoft.com/office/drawing/2014/main" id="{04794375-507A-574C-B7CC-82D180FD4472}"/>
              </a:ext>
            </a:extLst>
          </p:cNvPr>
          <p:cNvGrpSpPr>
            <a:grpSpLocks/>
          </p:cNvGrpSpPr>
          <p:nvPr/>
        </p:nvGrpSpPr>
        <p:grpSpPr bwMode="auto">
          <a:xfrm>
            <a:off x="3103564" y="5016501"/>
            <a:ext cx="136525" cy="492125"/>
            <a:chOff x="1256" y="3267"/>
            <a:chExt cx="147" cy="200"/>
          </a:xfrm>
        </p:grpSpPr>
        <p:sp>
          <p:nvSpPr>
            <p:cNvPr id="43" name="Freeform 74">
              <a:extLst>
                <a:ext uri="{FF2B5EF4-FFF2-40B4-BE49-F238E27FC236}">
                  <a16:creationId xmlns:a16="http://schemas.microsoft.com/office/drawing/2014/main" id="{7A0FC814-A70A-B09C-AC1F-15DA3FF7F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3267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Freeform 75">
              <a:extLst>
                <a:ext uri="{FF2B5EF4-FFF2-40B4-BE49-F238E27FC236}">
                  <a16:creationId xmlns:a16="http://schemas.microsoft.com/office/drawing/2014/main" id="{FB4D2AC6-4539-FA8A-DEF4-0EC63C623F6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56" y="3268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5" name="Group 76">
            <a:extLst>
              <a:ext uri="{FF2B5EF4-FFF2-40B4-BE49-F238E27FC236}">
                <a16:creationId xmlns:a16="http://schemas.microsoft.com/office/drawing/2014/main" id="{466DEFC4-6637-F9C9-A74C-31265C351A5A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987676" y="5500688"/>
            <a:ext cx="119063" cy="323850"/>
            <a:chOff x="1256" y="3267"/>
            <a:chExt cx="147" cy="200"/>
          </a:xfrm>
        </p:grpSpPr>
        <p:sp>
          <p:nvSpPr>
            <p:cNvPr id="46" name="Freeform 77">
              <a:extLst>
                <a:ext uri="{FF2B5EF4-FFF2-40B4-BE49-F238E27FC236}">
                  <a16:creationId xmlns:a16="http://schemas.microsoft.com/office/drawing/2014/main" id="{8D3A5C17-94FB-F842-1AA6-71908252D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3267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Freeform 78">
              <a:extLst>
                <a:ext uri="{FF2B5EF4-FFF2-40B4-BE49-F238E27FC236}">
                  <a16:creationId xmlns:a16="http://schemas.microsoft.com/office/drawing/2014/main" id="{5AED94D7-A28D-D1E9-383E-80BB9FD125C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56" y="3268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8" name="Group 79">
            <a:extLst>
              <a:ext uri="{FF2B5EF4-FFF2-40B4-BE49-F238E27FC236}">
                <a16:creationId xmlns:a16="http://schemas.microsoft.com/office/drawing/2014/main" id="{312F43E8-F9E6-6ACE-6B6D-AF1B57B89290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949700" y="5510214"/>
            <a:ext cx="76200" cy="115887"/>
            <a:chOff x="1256" y="3267"/>
            <a:chExt cx="147" cy="200"/>
          </a:xfrm>
        </p:grpSpPr>
        <p:sp>
          <p:nvSpPr>
            <p:cNvPr id="49" name="Freeform 80">
              <a:extLst>
                <a:ext uri="{FF2B5EF4-FFF2-40B4-BE49-F238E27FC236}">
                  <a16:creationId xmlns:a16="http://schemas.microsoft.com/office/drawing/2014/main" id="{8BB37CAB-FF69-D35D-27DC-5D81B7E0D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3267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Freeform 81">
              <a:extLst>
                <a:ext uri="{FF2B5EF4-FFF2-40B4-BE49-F238E27FC236}">
                  <a16:creationId xmlns:a16="http://schemas.microsoft.com/office/drawing/2014/main" id="{F48F4E42-D301-F613-6179-79EF7D14108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56" y="3268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1" name="Group 82">
            <a:extLst>
              <a:ext uri="{FF2B5EF4-FFF2-40B4-BE49-F238E27FC236}">
                <a16:creationId xmlns:a16="http://schemas.microsoft.com/office/drawing/2014/main" id="{44578644-B10B-7ED2-A030-D7A750DE7F7E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022725" y="5503863"/>
            <a:ext cx="76200" cy="157162"/>
            <a:chOff x="1256" y="3267"/>
            <a:chExt cx="147" cy="200"/>
          </a:xfrm>
        </p:grpSpPr>
        <p:sp>
          <p:nvSpPr>
            <p:cNvPr id="52" name="Freeform 83">
              <a:extLst>
                <a:ext uri="{FF2B5EF4-FFF2-40B4-BE49-F238E27FC236}">
                  <a16:creationId xmlns:a16="http://schemas.microsoft.com/office/drawing/2014/main" id="{457D4218-F7F6-6092-5B96-237E53444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3267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Freeform 84">
              <a:extLst>
                <a:ext uri="{FF2B5EF4-FFF2-40B4-BE49-F238E27FC236}">
                  <a16:creationId xmlns:a16="http://schemas.microsoft.com/office/drawing/2014/main" id="{F3792674-D9F1-AB66-5306-C67EC56E67D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56" y="3268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4" name="Group 85">
            <a:extLst>
              <a:ext uri="{FF2B5EF4-FFF2-40B4-BE49-F238E27FC236}">
                <a16:creationId xmlns:a16="http://schemas.microsoft.com/office/drawing/2014/main" id="{AC866609-14A2-6B83-6F3A-4C8D57C333E7}"/>
              </a:ext>
            </a:extLst>
          </p:cNvPr>
          <p:cNvGrpSpPr>
            <a:grpSpLocks/>
          </p:cNvGrpSpPr>
          <p:nvPr/>
        </p:nvGrpSpPr>
        <p:grpSpPr bwMode="auto">
          <a:xfrm>
            <a:off x="4103689" y="5249864"/>
            <a:ext cx="128587" cy="250825"/>
            <a:chOff x="1256" y="3267"/>
            <a:chExt cx="147" cy="200"/>
          </a:xfrm>
        </p:grpSpPr>
        <p:sp>
          <p:nvSpPr>
            <p:cNvPr id="55" name="Freeform 86">
              <a:extLst>
                <a:ext uri="{FF2B5EF4-FFF2-40B4-BE49-F238E27FC236}">
                  <a16:creationId xmlns:a16="http://schemas.microsoft.com/office/drawing/2014/main" id="{36FBEA35-15E3-46C3-3ECB-CAB3CA7E7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3267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87">
              <a:extLst>
                <a:ext uri="{FF2B5EF4-FFF2-40B4-BE49-F238E27FC236}">
                  <a16:creationId xmlns:a16="http://schemas.microsoft.com/office/drawing/2014/main" id="{7C936ACD-6D9E-0BB3-DEB8-E7A308AC634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56" y="3268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7" name="Group 88">
            <a:extLst>
              <a:ext uri="{FF2B5EF4-FFF2-40B4-BE49-F238E27FC236}">
                <a16:creationId xmlns:a16="http://schemas.microsoft.com/office/drawing/2014/main" id="{11F2CD96-B6D6-6225-419E-D66903B1FF9D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4222750" y="5513389"/>
            <a:ext cx="103188" cy="142875"/>
            <a:chOff x="1256" y="3267"/>
            <a:chExt cx="147" cy="200"/>
          </a:xfrm>
        </p:grpSpPr>
        <p:sp>
          <p:nvSpPr>
            <p:cNvPr id="58" name="Freeform 89">
              <a:extLst>
                <a:ext uri="{FF2B5EF4-FFF2-40B4-BE49-F238E27FC236}">
                  <a16:creationId xmlns:a16="http://schemas.microsoft.com/office/drawing/2014/main" id="{ED81B39D-F8BC-8219-A06B-9836058E4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3267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90">
              <a:extLst>
                <a:ext uri="{FF2B5EF4-FFF2-40B4-BE49-F238E27FC236}">
                  <a16:creationId xmlns:a16="http://schemas.microsoft.com/office/drawing/2014/main" id="{BD2E51D0-43D9-AA01-676D-AB25D46935A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56" y="3268"/>
              <a:ext cx="73" cy="1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2" y="53"/>
                </a:cxn>
                <a:cxn ang="0">
                  <a:pos x="73" y="199"/>
                </a:cxn>
              </a:cxnLst>
              <a:rect l="0" t="0" r="r" b="b"/>
              <a:pathLst>
                <a:path w="73" h="199">
                  <a:moveTo>
                    <a:pt x="0" y="0"/>
                  </a:moveTo>
                  <a:cubicBezTo>
                    <a:pt x="9" y="9"/>
                    <a:pt x="40" y="20"/>
                    <a:pt x="52" y="53"/>
                  </a:cubicBezTo>
                  <a:cubicBezTo>
                    <a:pt x="64" y="86"/>
                    <a:pt x="69" y="169"/>
                    <a:pt x="73" y="199"/>
                  </a:cubicBezTo>
                </a:path>
              </a:pathLst>
            </a:custGeom>
            <a:noFill/>
            <a:ln w="12700" cap="flat" cmpd="sng">
              <a:solidFill>
                <a:srgbClr val="063DE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0" name="Line 91">
            <a:extLst>
              <a:ext uri="{FF2B5EF4-FFF2-40B4-BE49-F238E27FC236}">
                <a16:creationId xmlns:a16="http://schemas.microsoft.com/office/drawing/2014/main" id="{B5F36EF0-A7B5-5949-A9F4-7E18938306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0625" y="5505450"/>
            <a:ext cx="1487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61" name="Line 92">
            <a:extLst>
              <a:ext uri="{FF2B5EF4-FFF2-40B4-BE49-F238E27FC236}">
                <a16:creationId xmlns:a16="http://schemas.microsoft.com/office/drawing/2014/main" id="{34A9AF34-4BAC-E628-FB35-D10CF390EB92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1850" y="5527675"/>
            <a:ext cx="17462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62" name="Line 93">
            <a:extLst>
              <a:ext uri="{FF2B5EF4-FFF2-40B4-BE49-F238E27FC236}">
                <a16:creationId xmlns:a16="http://schemas.microsoft.com/office/drawing/2014/main" id="{598BCE1A-F664-CFF2-7F89-56343FA268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96238" y="4805363"/>
            <a:ext cx="0" cy="116205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63" name="Text Box 94">
            <a:extLst>
              <a:ext uri="{FF2B5EF4-FFF2-40B4-BE49-F238E27FC236}">
                <a16:creationId xmlns:a16="http://schemas.microsoft.com/office/drawing/2014/main" id="{E45B0E38-1EA7-2920-74DE-B52937433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801" y="5503864"/>
            <a:ext cx="315913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sz="1400" i="1">
                <a:latin typeface="Times New Roman" pitchFamily="18" charset="0"/>
              </a:rPr>
              <a:t>f</a:t>
            </a:r>
          </a:p>
        </p:txBody>
      </p:sp>
      <p:sp>
        <p:nvSpPr>
          <p:cNvPr id="64" name="Text Box 95">
            <a:extLst>
              <a:ext uri="{FF2B5EF4-FFF2-40B4-BE49-F238E27FC236}">
                <a16:creationId xmlns:a16="http://schemas.microsoft.com/office/drawing/2014/main" id="{81678018-ED2F-B402-C91E-8699F4311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3075" y="4759326"/>
            <a:ext cx="625492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400" i="1">
                <a:solidFill>
                  <a:schemeClr val="hlink"/>
                </a:solidFill>
                <a:latin typeface="Times New Roman" pitchFamily="18" charset="0"/>
              </a:rPr>
              <a:t>G</a:t>
            </a:r>
            <a:r>
              <a:rPr lang="en-US" sz="1400" i="1" baseline="-25000">
                <a:solidFill>
                  <a:schemeClr val="hlink"/>
                </a:solidFill>
                <a:latin typeface="Times New Roman" pitchFamily="18" charset="0"/>
              </a:rPr>
              <a:t>c</a:t>
            </a:r>
            <a:r>
              <a:rPr lang="en-US" sz="1400">
                <a:solidFill>
                  <a:schemeClr val="hlink"/>
                </a:solidFill>
                <a:latin typeface="Times New Roman" pitchFamily="18" charset="0"/>
              </a:rPr>
              <a:t>( </a:t>
            </a:r>
            <a:r>
              <a:rPr lang="en-US" sz="1400" i="1">
                <a:solidFill>
                  <a:schemeClr val="hlink"/>
                </a:solidFill>
                <a:latin typeface="Times New Roman" pitchFamily="18" charset="0"/>
              </a:rPr>
              <a:t>f </a:t>
            </a:r>
            <a:r>
              <a:rPr lang="en-US" sz="1400">
                <a:solidFill>
                  <a:schemeClr val="hlink"/>
                </a:solidFill>
                <a:latin typeface="Times New Roman" pitchFamily="18" charset="0"/>
              </a:rPr>
              <a:t>)</a:t>
            </a:r>
            <a:endParaRPr lang="en-US" sz="1400" i="1">
              <a:solidFill>
                <a:schemeClr val="hlink"/>
              </a:solidFill>
              <a:latin typeface="Times New Roman" pitchFamily="18" charset="0"/>
            </a:endParaRPr>
          </a:p>
        </p:txBody>
      </p:sp>
      <p:grpSp>
        <p:nvGrpSpPr>
          <p:cNvPr id="65" name="Group 96">
            <a:extLst>
              <a:ext uri="{FF2B5EF4-FFF2-40B4-BE49-F238E27FC236}">
                <a16:creationId xmlns:a16="http://schemas.microsoft.com/office/drawing/2014/main" id="{E022C44D-0EC9-4C78-22A6-A23215199ED8}"/>
              </a:ext>
            </a:extLst>
          </p:cNvPr>
          <p:cNvGrpSpPr>
            <a:grpSpLocks/>
          </p:cNvGrpSpPr>
          <p:nvPr/>
        </p:nvGrpSpPr>
        <p:grpSpPr bwMode="auto">
          <a:xfrm>
            <a:off x="7286625" y="5002213"/>
            <a:ext cx="382588" cy="525462"/>
            <a:chOff x="3959" y="2466"/>
            <a:chExt cx="241" cy="190"/>
          </a:xfrm>
        </p:grpSpPr>
        <p:sp>
          <p:nvSpPr>
            <p:cNvPr id="66" name="Line 97">
              <a:extLst>
                <a:ext uri="{FF2B5EF4-FFF2-40B4-BE49-F238E27FC236}">
                  <a16:creationId xmlns:a16="http://schemas.microsoft.com/office/drawing/2014/main" id="{C9FAB7C4-6577-07DA-8FFA-BB30F7BEFA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9" y="2466"/>
              <a:ext cx="120" cy="184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Line 98">
              <a:extLst>
                <a:ext uri="{FF2B5EF4-FFF2-40B4-BE49-F238E27FC236}">
                  <a16:creationId xmlns:a16="http://schemas.microsoft.com/office/drawing/2014/main" id="{F7F7C3D1-FF1E-FCCA-03AB-36AE3F873C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80" y="2472"/>
              <a:ext cx="120" cy="184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8" name="Group 99">
            <a:extLst>
              <a:ext uri="{FF2B5EF4-FFF2-40B4-BE49-F238E27FC236}">
                <a16:creationId xmlns:a16="http://schemas.microsoft.com/office/drawing/2014/main" id="{DA0314F0-362C-7411-3784-00C66404AD3D}"/>
              </a:ext>
            </a:extLst>
          </p:cNvPr>
          <p:cNvGrpSpPr>
            <a:grpSpLocks/>
          </p:cNvGrpSpPr>
          <p:nvPr/>
        </p:nvGrpSpPr>
        <p:grpSpPr bwMode="auto">
          <a:xfrm>
            <a:off x="8320089" y="5011738"/>
            <a:ext cx="382587" cy="525462"/>
            <a:chOff x="3959" y="2466"/>
            <a:chExt cx="241" cy="190"/>
          </a:xfrm>
        </p:grpSpPr>
        <p:sp>
          <p:nvSpPr>
            <p:cNvPr id="69" name="Line 100">
              <a:extLst>
                <a:ext uri="{FF2B5EF4-FFF2-40B4-BE49-F238E27FC236}">
                  <a16:creationId xmlns:a16="http://schemas.microsoft.com/office/drawing/2014/main" id="{58359E7C-0830-B19D-149D-A8E92F9CB0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9" y="2466"/>
              <a:ext cx="120" cy="184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Line 101">
              <a:extLst>
                <a:ext uri="{FF2B5EF4-FFF2-40B4-BE49-F238E27FC236}">
                  <a16:creationId xmlns:a16="http://schemas.microsoft.com/office/drawing/2014/main" id="{E5EEAF4E-94A9-F35F-66C2-8D26D75F5B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80" y="2472"/>
              <a:ext cx="120" cy="184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1" name="Line 102">
            <a:extLst>
              <a:ext uri="{FF2B5EF4-FFF2-40B4-BE49-F238E27FC236}">
                <a16:creationId xmlns:a16="http://schemas.microsoft.com/office/drawing/2014/main" id="{F965FDF7-A6D8-9325-C886-A753CB5FAB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5538" y="5470525"/>
            <a:ext cx="0" cy="107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72" name="Text Box 103">
            <a:extLst>
              <a:ext uri="{FF2B5EF4-FFF2-40B4-BE49-F238E27FC236}">
                <a16:creationId xmlns:a16="http://schemas.microsoft.com/office/drawing/2014/main" id="{27624AE7-2B8C-750F-9B52-E2D4DB37A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1550" y="5599114"/>
            <a:ext cx="414338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sz="1400" i="1">
                <a:latin typeface="Times New Roman" pitchFamily="18" charset="0"/>
              </a:rPr>
              <a:t>-f</a:t>
            </a:r>
            <a:r>
              <a:rPr lang="en-US" sz="1400" i="1" baseline="-25000">
                <a:latin typeface="Times New Roman" pitchFamily="18" charset="0"/>
              </a:rPr>
              <a:t>0</a:t>
            </a:r>
            <a:endParaRPr lang="en-US" sz="1400" i="1">
              <a:latin typeface="Times New Roman" pitchFamily="18" charset="0"/>
            </a:endParaRPr>
          </a:p>
        </p:txBody>
      </p:sp>
      <p:sp>
        <p:nvSpPr>
          <p:cNvPr id="73" name="Line 104">
            <a:extLst>
              <a:ext uri="{FF2B5EF4-FFF2-40B4-BE49-F238E27FC236}">
                <a16:creationId xmlns:a16="http://schemas.microsoft.com/office/drawing/2014/main" id="{0D8B57D5-4BA8-2F42-F70B-7CCCFD4B3B00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813" y="5480050"/>
            <a:ext cx="0" cy="107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74" name="Text Box 105">
            <a:extLst>
              <a:ext uri="{FF2B5EF4-FFF2-40B4-BE49-F238E27FC236}">
                <a16:creationId xmlns:a16="http://schemas.microsoft.com/office/drawing/2014/main" id="{7C394344-BAA7-EE6C-78B7-6EBC39427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8825" y="5608639"/>
            <a:ext cx="414338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/>
            <a:r>
              <a:rPr lang="en-US" sz="1400" i="1">
                <a:latin typeface="Times New Roman" pitchFamily="18" charset="0"/>
              </a:rPr>
              <a:t>f</a:t>
            </a:r>
            <a:r>
              <a:rPr lang="en-US" sz="1400" i="1" baseline="-25000">
                <a:latin typeface="Times New Roman" pitchFamily="18" charset="0"/>
              </a:rPr>
              <a:t>0</a:t>
            </a:r>
            <a:endParaRPr lang="en-US" sz="1400" i="1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28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92E07-9692-867F-E224-C18234DD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 da Transformada de Fourier</a:t>
            </a:r>
            <a:br>
              <a:rPr lang="pt-BR" dirty="0"/>
            </a:br>
            <a:r>
              <a:rPr lang="pt-BR" dirty="0"/>
              <a:t>Convolução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35C78001-8980-76B9-7D45-030F57B4D9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005173"/>
              </p:ext>
            </p:extLst>
          </p:nvPr>
        </p:nvGraphicFramePr>
        <p:xfrm>
          <a:off x="3574201" y="1400509"/>
          <a:ext cx="42799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160" imgH="330120" progId="Equation.3">
                  <p:embed/>
                </p:oleObj>
              </mc:Choice>
              <mc:Fallback>
                <p:oleObj name="Equation" r:id="rId2" imgW="2108160" imgH="330120" progId="Equation.3">
                  <p:embed/>
                  <p:pic>
                    <p:nvPicPr>
                      <p:cNvPr id="1638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4201" y="1400509"/>
                        <a:ext cx="4279900" cy="669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F31D5290-891D-C20A-D328-0F43F3D6C2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0502971"/>
              </p:ext>
            </p:extLst>
          </p:nvPr>
        </p:nvGraphicFramePr>
        <p:xfrm>
          <a:off x="3266226" y="2643594"/>
          <a:ext cx="4587875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60440" imgH="914400" progId="Equation.3">
                  <p:embed/>
                </p:oleObj>
              </mc:Choice>
              <mc:Fallback>
                <p:oleObj name="Equation" r:id="rId4" imgW="2260440" imgH="914400" progId="Equation.3">
                  <p:embed/>
                  <p:pic>
                    <p:nvPicPr>
                      <p:cNvPr id="1638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6226" y="2643594"/>
                        <a:ext cx="4587875" cy="185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EF0BBE14-6186-A73F-2473-E72DA6AD8C08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4787567"/>
            <a:ext cx="10515600" cy="10385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Esta é a </a:t>
            </a:r>
            <a:r>
              <a:rPr lang="en-US" dirty="0" err="1"/>
              <a:t>propriedade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motiva</a:t>
            </a:r>
            <a:r>
              <a:rPr lang="en-US" dirty="0"/>
              <a:t> o </a:t>
            </a:r>
            <a:r>
              <a:rPr lang="en-US" dirty="0" err="1"/>
              <a:t>uso</a:t>
            </a:r>
            <a:r>
              <a:rPr lang="en-US" dirty="0"/>
              <a:t> da </a:t>
            </a:r>
            <a:r>
              <a:rPr lang="en-US" dirty="0" err="1"/>
              <a:t>Transformada</a:t>
            </a:r>
            <a:r>
              <a:rPr lang="en-US" dirty="0"/>
              <a:t> de Fourier!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68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EC9F6-1D54-6F0F-1D93-3A080E989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 da Transformada de Fourier</a:t>
            </a:r>
            <a:br>
              <a:rPr lang="pt-BR" dirty="0"/>
            </a:br>
            <a:r>
              <a:rPr lang="pt-BR" dirty="0"/>
              <a:t>Diferenciação / Integração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102FCD8-6C87-3493-684A-5541ED99B2E0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444718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Diferenciação no tempo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Integração no tempo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3C759F5B-83FA-E9BA-8F27-6050243644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913307"/>
              </p:ext>
            </p:extLst>
          </p:nvPr>
        </p:nvGraphicFramePr>
        <p:xfrm>
          <a:off x="3335522" y="2050700"/>
          <a:ext cx="3633787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0640" imgH="634680" progId="Equation.3">
                  <p:embed/>
                </p:oleObj>
              </mc:Choice>
              <mc:Fallback>
                <p:oleObj name="Equation" r:id="rId2" imgW="1790640" imgH="634680" progId="Equation.3">
                  <p:embed/>
                  <p:pic>
                    <p:nvPicPr>
                      <p:cNvPr id="1648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522" y="2050700"/>
                        <a:ext cx="3633787" cy="1289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AE9A7F4B-BF3B-4139-C441-9C5DFCE3C8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586856"/>
              </p:ext>
            </p:extLst>
          </p:nvPr>
        </p:nvGraphicFramePr>
        <p:xfrm>
          <a:off x="2794185" y="4507006"/>
          <a:ext cx="4716462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23800" imgH="634680" progId="Equation.3">
                  <p:embed/>
                </p:oleObj>
              </mc:Choice>
              <mc:Fallback>
                <p:oleObj name="Equation" r:id="rId4" imgW="2323800" imgH="634680" progId="Equation.3">
                  <p:embed/>
                  <p:pic>
                    <p:nvPicPr>
                      <p:cNvPr id="1648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185" y="4507006"/>
                        <a:ext cx="4716462" cy="1289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567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2DC3F-BA15-E089-08BF-D9BDB8494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 da Transformada de Fourier</a:t>
            </a:r>
            <a:br>
              <a:rPr lang="pt-BR" dirty="0"/>
            </a:br>
            <a:r>
              <a:rPr lang="pt-BR" dirty="0"/>
              <a:t>Conjugada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B9994316-2B6C-76FC-536F-AD7E41F12A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47310"/>
              </p:ext>
            </p:extLst>
          </p:nvPr>
        </p:nvGraphicFramePr>
        <p:xfrm>
          <a:off x="1315194" y="1690577"/>
          <a:ext cx="3800101" cy="1276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640" imgH="457200" progId="Equation.3">
                  <p:embed/>
                </p:oleObj>
              </mc:Choice>
              <mc:Fallback>
                <p:oleObj name="Equation" r:id="rId2" imgW="1358640" imgH="457200" progId="Equation.3">
                  <p:embed/>
                  <p:pic>
                    <p:nvPicPr>
                      <p:cNvPr id="1658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5194" y="1690577"/>
                        <a:ext cx="3800101" cy="12769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374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1BC67-DCC5-3A3C-0C7A-AC0781A39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Teorema de </a:t>
            </a:r>
            <a:r>
              <a:rPr lang="pt-BR" dirty="0" err="1"/>
              <a:t>Parseval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D3D6787-CD33-4009-52A1-270E4885EA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6062"/>
                <a:ext cx="105156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D3D6787-CD33-4009-52A1-270E4885EA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6062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>
            <a:extLst>
              <a:ext uri="{FF2B5EF4-FFF2-40B4-BE49-F238E27FC236}">
                <a16:creationId xmlns:a16="http://schemas.microsoft.com/office/drawing/2014/main" id="{7949EC3E-B47C-044B-A52B-CEAC88583BBE}"/>
              </a:ext>
            </a:extLst>
          </p:cNvPr>
          <p:cNvSpPr/>
          <p:nvPr/>
        </p:nvSpPr>
        <p:spPr>
          <a:xfrm>
            <a:off x="4869712" y="1232602"/>
            <a:ext cx="1226288" cy="862012"/>
          </a:xfrm>
          <a:prstGeom prst="ellipse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DF442CCF-102C-9E1C-FA31-37E124B459BD}"/>
              </a:ext>
            </a:extLst>
          </p:cNvPr>
          <p:cNvCxnSpPr/>
          <p:nvPr/>
        </p:nvCxnSpPr>
        <p:spPr>
          <a:xfrm flipH="1" flipV="1">
            <a:off x="5794744" y="2094614"/>
            <a:ext cx="467833" cy="1137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DF59E69B-5916-B77B-1611-45412108CF92}"/>
              </a:ext>
            </a:extLst>
          </p:cNvPr>
          <p:cNvSpPr txBox="1"/>
          <p:nvPr/>
        </p:nvSpPr>
        <p:spPr>
          <a:xfrm>
            <a:off x="5880189" y="3166234"/>
            <a:ext cx="312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70C0"/>
                </a:solidFill>
              </a:rPr>
              <a:t>Densidade Espectral de Energia</a:t>
            </a:r>
          </a:p>
        </p:txBody>
      </p:sp>
    </p:spTree>
    <p:extLst>
      <p:ext uri="{BB962C8B-B14F-4D97-AF65-F5344CB8AC3E}">
        <p14:creationId xmlns:p14="http://schemas.microsoft.com/office/powerpoint/2010/main" val="719419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cks Attorneys - Brazil - Presentation EN.potx  -  versão 2.0: 06/01/2022 11:04  -  Somente Leitura" id="{A6674CF9-3814-4F73-9FDA-DA843D583E93}" vid="{DB5BBEE7-B585-4951-AEB8-B408A647032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6BCB7353188E4C9571C1B2EA1322FC" ma:contentTypeVersion="35" ma:contentTypeDescription="Crie um novo documento." ma:contentTypeScope="" ma:versionID="92c51d0239284ad1c813a13c01a4fe40">
  <xsd:schema xmlns:xsd="http://www.w3.org/2001/XMLSchema" xmlns:xs="http://www.w3.org/2001/XMLSchema" xmlns:p="http://schemas.microsoft.com/office/2006/metadata/properties" xmlns:ns1="http://schemas.microsoft.com/sharepoint/v3" xmlns:ns2="95c025fe-a600-4cde-9b8b-77161b10ab73" xmlns:ns3="7338d0ee-48d0-42fd-8eee-cce9c16843bc" targetNamespace="http://schemas.microsoft.com/office/2006/metadata/properties" ma:root="true" ma:fieldsID="6edbb47d3ff2f476a00cc06bb1101404" ns1:_="" ns2:_="" ns3:_="">
    <xsd:import namespace="http://schemas.microsoft.com/sharepoint/v3"/>
    <xsd:import namespace="95c025fe-a600-4cde-9b8b-77161b10ab73"/>
    <xsd:import namespace="7338d0ee-48d0-42fd-8eee-cce9c16843bc"/>
    <xsd:element name="properties">
      <xsd:complexType>
        <xsd:sequence>
          <xsd:element name="documentManagement">
            <xsd:complexType>
              <xsd:all>
                <xsd:element ref="ns2:Country_x0020_1" minOccurs="0"/>
                <xsd:element ref="ns1:PublishingStartDate" minOccurs="0"/>
                <xsd:element ref="ns1:PublishingExpirationDate" minOccurs="0"/>
                <xsd:element ref="ns3:SharedWithUsers" minOccurs="0"/>
                <xsd:element ref="ns3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Agendamento de Data de Início" ma:description="Data de Início de Agendamento é uma coluna de site criada pelo recurso de Publicação. Ela é usada para especificar a data e hora em que essa página aparecerá pela primeira vez aos visitantes do site." ma:hidden="true" ma:internalName="PublishingStartDate" ma:readOnly="false">
      <xsd:simpleType>
        <xsd:restriction base="dms:Unknown"/>
      </xsd:simpleType>
    </xsd:element>
    <xsd:element name="PublishingExpirationDate" ma:index="9" nillable="true" ma:displayName="Agendamento de Data de Término" ma:description="Data Final de Agendamento é uma coluna de site criada pelo recurso de Publicação. Ela é usada para especificar a data e a hora em que essa página não será mais exibida aos visitantes do site." ma:hidden="true" ma:internalName="PublishingExpirationDate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025fe-a600-4cde-9b8b-77161b10ab73" elementFormDefault="qualified">
    <xsd:import namespace="http://schemas.microsoft.com/office/2006/documentManagement/types"/>
    <xsd:import namespace="http://schemas.microsoft.com/office/infopath/2007/PartnerControls"/>
    <xsd:element name="Country_x0020_1" ma:index="2" nillable="true" ma:displayName="Country" ma:format="Dropdown" ma:internalName="Country_x0020_1" ma:readOnly="false">
      <xsd:simpleType>
        <xsd:restriction base="dms:Choice">
          <xsd:enumeration value="China"/>
          <xsd:enumeration value="France"/>
          <xsd:enumeration value="Germany"/>
          <xsd:enumeration value="Japan"/>
          <xsd:enumeration value="Netherlands"/>
          <xsd:enumeration value="UK"/>
          <xsd:enumeration value="USA"/>
        </xsd:restriction>
      </xsd:simpleType>
    </xsd:element>
    <xsd:element name="MediaServiceMetadata" ma:index="1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7" nillable="true" ma:displayName="MediaServiceAutoTags" ma:description="" ma:hidden="true" ma:internalName="MediaServiceAutoTags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MediaServiceLocation" ma:hidden="true" ma:internalName="MediaServiceLocation" ma:readOnly="true">
      <xsd:simpleType>
        <xsd:restriction base="dms:Text"/>
      </xsd:simpleType>
    </xsd:element>
    <xsd:element name="MediaServiceOCR" ma:index="20" nillable="true" ma:displayName="MediaServiceOCR" ma:hidden="true" ma:internalName="MediaServiceOCR" ma:readOnly="true">
      <xsd:simpleType>
        <xsd:restriction base="dms:Note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hidden="true" ma:internalName="MediaServiceKeyPoints" ma:readOnly="true">
      <xsd:simpleType>
        <xsd:restriction base="dms:Note"/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Marcações de imagem" ma:readOnly="false" ma:fieldId="{5cf76f15-5ced-4ddc-b409-7134ff3c332f}" ma:taxonomyMulti="true" ma:sspId="04e8a720-b6b8-4622-b52c-5ab72fdc0c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38d0ee-48d0-42fd-8eee-cce9c16843b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Hash de Dica de Compartilhamento" ma:hidden="true" ma:internalName="SharingHintHash" ma:readOnly="true">
      <xsd:simpleType>
        <xsd:restriction base="dms:Text"/>
      </xsd:simpleType>
    </xsd:element>
    <xsd:element name="SharedWithDetails" ma:index="12" nillable="true" ma:displayName="Detalhes de Compartilhado Com" ma:description="" ma:hidden="true" ma:internalName="SharedWithDetails" ma:readOnly="true">
      <xsd:simpleType>
        <xsd:restriction base="dms:Note"/>
      </xsd:simpleType>
    </xsd:element>
    <xsd:element name="LastSharedByUser" ma:index="13" nillable="true" ma:displayName="Último Compartilhamento Por Usuário" ma:description="" ma:hidden="true" ma:internalName="LastSharedByUser" ma:readOnly="true">
      <xsd:simpleType>
        <xsd:restriction base="dms:Note"/>
      </xsd:simpleType>
    </xsd:element>
    <xsd:element name="LastSharedByTime" ma:index="14" nillable="true" ma:displayName="Último Compartilhamento Por Tempo" ma:description="" ma:hidden="true" ma:internalName="LastSharedByTime" ma:readOnly="true">
      <xsd:simpleType>
        <xsd:restriction base="dms:DateTime"/>
      </xsd:simpleType>
    </xsd:element>
    <xsd:element name="TaxCatchAll" ma:index="29" nillable="true" ma:displayName="Taxonomy Catch All Column" ma:hidden="true" ma:list="{8971a6ca-946b-442e-a300-cc99d2254307}" ma:internalName="TaxCatchAll" ma:showField="CatchAllData" ma:web="7338d0ee-48d0-42fd-8eee-cce9c16843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Country_x0020_1 xmlns="95c025fe-a600-4cde-9b8b-77161b10ab73" xsi:nil="true"/>
    <TaxCatchAll xmlns="7338d0ee-48d0-42fd-8eee-cce9c16843bc" xsi:nil="true"/>
    <lcf76f155ced4ddcb4097134ff3c332f xmlns="95c025fe-a600-4cde-9b8b-77161b10ab7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BDDB90-0A5B-4A8F-A01B-30AFB72EE556}">
  <ds:schemaRefs>
    <ds:schemaRef ds:uri="7338d0ee-48d0-42fd-8eee-cce9c16843bc"/>
    <ds:schemaRef ds:uri="95c025fe-a600-4cde-9b8b-77161b10ab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79FE441-B5D8-464E-B272-E5E9701C444C}">
  <ds:schemaRefs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95c025fe-a600-4cde-9b8b-77161b10ab73"/>
    <ds:schemaRef ds:uri="http://purl.org/dc/dcmitype/"/>
    <ds:schemaRef ds:uri="http://purl.org/dc/terms/"/>
    <ds:schemaRef ds:uri="http://schemas.microsoft.com/sharepoint/v3"/>
    <ds:schemaRef ds:uri="http://purl.org/dc/elements/1.1/"/>
    <ds:schemaRef ds:uri="7338d0ee-48d0-42fd-8eee-cce9c16843bc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4FEC8D3-7B32-419B-A4A3-EBB3317EEE7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56163f3-60ab-41f6-93dc-6e1b6af775b3}" enabled="1" method="Privileged" siteId="{a5a01691-338c-4b57-812c-24d594995cd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Licks Attorneys - Brazil - Presentation EN</Template>
  <TotalTime>6545</TotalTime>
  <Words>876</Words>
  <Application>Microsoft Office PowerPoint</Application>
  <PresentationFormat>Widescreen</PresentationFormat>
  <Paragraphs>164</Paragraphs>
  <Slides>29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29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Segoe UI Black</vt:lpstr>
      <vt:lpstr>Symbol</vt:lpstr>
      <vt:lpstr>Times New Roman</vt:lpstr>
      <vt:lpstr>Tema do Office</vt:lpstr>
      <vt:lpstr>Equation</vt:lpstr>
      <vt:lpstr>Equação</vt:lpstr>
      <vt:lpstr>Transformada de Fourier</vt:lpstr>
      <vt:lpstr>Decomposição de um sinal A Série de Fourier</vt:lpstr>
      <vt:lpstr>Série de Fourier Versão exponencial complexa</vt:lpstr>
      <vt:lpstr>Série Exponencial de Fourier Espectro da Exponencial</vt:lpstr>
      <vt:lpstr>Da Série à Transformada de Fourier</vt:lpstr>
      <vt:lpstr>Da Série à Transformada de Fourier</vt:lpstr>
      <vt:lpstr>Da Série à Transformada de Fourier</vt:lpstr>
      <vt:lpstr>Da Série à Transformada de Fourier</vt:lpstr>
      <vt:lpstr>Série de Fourier Exponencial Por que a exponencial complexa? </vt:lpstr>
      <vt:lpstr>A transformada de Fourier</vt:lpstr>
      <vt:lpstr>A transformada de Fourier Espectro</vt:lpstr>
      <vt:lpstr>Algumas Transformadas</vt:lpstr>
      <vt:lpstr>Linearidade da Transformada de Fourier</vt:lpstr>
      <vt:lpstr>Transformada de Fourier Pulso Retangular</vt:lpstr>
      <vt:lpstr>Transformada de Fourier Impulso (delta de Dirac)</vt:lpstr>
      <vt:lpstr>Transformada de Fourier Função Signum</vt:lpstr>
      <vt:lpstr>Propriedades</vt:lpstr>
      <vt:lpstr>Propriedades da Transformada de Fourier Simetria</vt:lpstr>
      <vt:lpstr>Propriedades da Transformada de Fourier Simetria</vt:lpstr>
      <vt:lpstr>Transformada de Fourier Senoides</vt:lpstr>
      <vt:lpstr>Transformada de Fourier Senoides</vt:lpstr>
      <vt:lpstr>Transformada de Fourier Função Degrau</vt:lpstr>
      <vt:lpstr>Propriedades da Transformada de Fourier Expansão / Compressão</vt:lpstr>
      <vt:lpstr>Propriedades da Transformada de Fourier Deslocamento</vt:lpstr>
      <vt:lpstr>Deslocamento na Frequência Modulação por cosseno </vt:lpstr>
      <vt:lpstr>Propriedades da Transformada de Fourier Convolução</vt:lpstr>
      <vt:lpstr>Propriedades da Transformada de Fourier Diferenciação / Integração</vt:lpstr>
      <vt:lpstr>Propriedades da Transformada de Fourier Conjugada</vt:lpstr>
      <vt:lpstr>Teorema de Parseval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June 29th, 2021</dc:title>
  <dc:creator>Sonia Ximenes</dc:creator>
  <cp:lastModifiedBy>André Barreto | Brazil | Licks Attorneys</cp:lastModifiedBy>
  <cp:revision>15</cp:revision>
  <cp:lastPrinted>2017-06-06T18:46:34Z</cp:lastPrinted>
  <dcterms:created xsi:type="dcterms:W3CDTF">2022-06-23T16:27:38Z</dcterms:created>
  <dcterms:modified xsi:type="dcterms:W3CDTF">2026-08-24T16:20:49Z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0x010100016BCB7353188E4C9571C1B2EA1322FC</vt:lpwstr>
  </property>
  <property fmtid="{D5CDD505-2E9C-101B-9397-08002B2CF9AE}" pid="3" name="MSIP_Label_8b38cb3f-a960-40d2-b589-fe5c7caef41b_Enabled">
    <vt:lpwstr>true</vt:lpwstr>
  </property>
  <property fmtid="{D5CDD505-2E9C-101B-9397-08002B2CF9AE}" pid="4" name="MSIP_Label_8b38cb3f-a960-40d2-b589-fe5c7caef41b_SetDate">
    <vt:lpwstr>2022-06-23T16:46:29Z</vt:lpwstr>
  </property>
  <property fmtid="{D5CDD505-2E9C-101B-9397-08002B2CF9AE}" pid="5" name="MSIP_Label_8b38cb3f-a960-40d2-b589-fe5c7caef41b_Method">
    <vt:lpwstr>Privileged</vt:lpwstr>
  </property>
  <property fmtid="{D5CDD505-2E9C-101B-9397-08002B2CF9AE}" pid="6" name="MSIP_Label_8b38cb3f-a960-40d2-b589-fe5c7caef41b_Name">
    <vt:lpwstr>CONFIDENTIAL</vt:lpwstr>
  </property>
  <property fmtid="{D5CDD505-2E9C-101B-9397-08002B2CF9AE}" pid="7" name="MSIP_Label_8b38cb3f-a960-40d2-b589-fe5c7caef41b_SiteId">
    <vt:lpwstr>a5a01691-338c-4b57-812c-24d594995cd6</vt:lpwstr>
  </property>
  <property fmtid="{D5CDD505-2E9C-101B-9397-08002B2CF9AE}" pid="8" name="MSIP_Label_8b38cb3f-a960-40d2-b589-fe5c7caef41b_ActionId">
    <vt:lpwstr>82308caf-a452-4fdc-9535-426c4b72816e</vt:lpwstr>
  </property>
  <property fmtid="{D5CDD505-2E9C-101B-9397-08002B2CF9AE}" pid="9" name="MSIP_Label_8b38cb3f-a960-40d2-b589-fe5c7caef41b_ContentBits">
    <vt:lpwstr>1</vt:lpwstr>
  </property>
  <property fmtid="{D5CDD505-2E9C-101B-9397-08002B2CF9AE}" pid="10" name="MediaServiceImageTags">
    <vt:lpwstr/>
  </property>
</Properties>
</file>