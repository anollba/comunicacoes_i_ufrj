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9" r:id="rId5"/>
    <p:sldId id="366" r:id="rId6"/>
    <p:sldId id="377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408" r:id="rId20"/>
    <p:sldId id="497" r:id="rId21"/>
    <p:sldId id="478" r:id="rId22"/>
    <p:sldId id="444" r:id="rId23"/>
    <p:sldId id="489" r:id="rId24"/>
    <p:sldId id="487" r:id="rId25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66F45CC5-03A4-427B-927A-123D5694A762}">
          <p14:sldIdLst>
            <p14:sldId id="259"/>
          </p14:sldIdLst>
        </p14:section>
        <p14:section name="Seção sem Título" id="{0AF02E1A-BA6A-4459-AB01-C48EDF29A88E}">
          <p14:sldIdLst>
            <p14:sldId id="366"/>
            <p14:sldId id="377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8"/>
            <p14:sldId id="497"/>
            <p14:sldId id="478"/>
            <p14:sldId id="444"/>
            <p14:sldId id="489"/>
            <p14:sldId id="487"/>
          </p14:sldIdLst>
        </p14:section>
      </p14:sectionLst>
    </p:ex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72BF44"/>
    <a:srgbClr val="C9252C"/>
    <a:srgbClr val="DDDDDD"/>
    <a:srgbClr val="221B6F"/>
    <a:srgbClr val="231F20"/>
    <a:srgbClr val="1A203F"/>
    <a:srgbClr val="383B71"/>
    <a:srgbClr val="393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80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9B99C-1085-78D1-CEA6-4814B36C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5284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  <p:sldLayoutId id="2147483663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3.wmf"/><Relationship Id="rId21" Type="http://schemas.openxmlformats.org/officeDocument/2006/relationships/image" Target="../media/image12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0.wmf"/><Relationship Id="rId25" Type="http://schemas.openxmlformats.org/officeDocument/2006/relationships/image" Target="../media/image14.wmf"/><Relationship Id="rId33" Type="http://schemas.openxmlformats.org/officeDocument/2006/relationships/image" Target="../media/image18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6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23" Type="http://schemas.openxmlformats.org/officeDocument/2006/relationships/image" Target="../media/image13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1.wmf"/><Relationship Id="rId31" Type="http://schemas.openxmlformats.org/officeDocument/2006/relationships/image" Target="../media/image17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5.wmf"/><Relationship Id="rId30" Type="http://schemas.openxmlformats.org/officeDocument/2006/relationships/oleObject" Target="../embeddings/oleObject15.bin"/><Relationship Id="rId8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wmf"/><Relationship Id="rId18" Type="http://schemas.openxmlformats.org/officeDocument/2006/relationships/oleObject" Target="../embeddings/oleObject25.bin"/><Relationship Id="rId26" Type="http://schemas.openxmlformats.org/officeDocument/2006/relationships/oleObject" Target="../embeddings/oleObject29.bin"/><Relationship Id="rId39" Type="http://schemas.openxmlformats.org/officeDocument/2006/relationships/image" Target="../media/image36.wmf"/><Relationship Id="rId21" Type="http://schemas.openxmlformats.org/officeDocument/2006/relationships/image" Target="../media/image28.wmf"/><Relationship Id="rId34" Type="http://schemas.openxmlformats.org/officeDocument/2006/relationships/oleObject" Target="../embeddings/oleObject33.bin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29" Type="http://schemas.openxmlformats.org/officeDocument/2006/relationships/image" Target="../media/image31.wmf"/><Relationship Id="rId41" Type="http://schemas.openxmlformats.org/officeDocument/2006/relationships/image" Target="../media/image37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3.wmf"/><Relationship Id="rId24" Type="http://schemas.openxmlformats.org/officeDocument/2006/relationships/oleObject" Target="../embeddings/oleObject28.bin"/><Relationship Id="rId32" Type="http://schemas.openxmlformats.org/officeDocument/2006/relationships/oleObject" Target="../embeddings/oleObject32.bin"/><Relationship Id="rId37" Type="http://schemas.openxmlformats.org/officeDocument/2006/relationships/image" Target="../media/image35.wmf"/><Relationship Id="rId40" Type="http://schemas.openxmlformats.org/officeDocument/2006/relationships/oleObject" Target="../embeddings/oleObject36.bin"/><Relationship Id="rId5" Type="http://schemas.openxmlformats.org/officeDocument/2006/relationships/image" Target="../media/image20.wmf"/><Relationship Id="rId15" Type="http://schemas.openxmlformats.org/officeDocument/2006/relationships/image" Target="../media/image25.emf"/><Relationship Id="rId23" Type="http://schemas.openxmlformats.org/officeDocument/2006/relationships/image" Target="../media/image29.wmf"/><Relationship Id="rId28" Type="http://schemas.openxmlformats.org/officeDocument/2006/relationships/oleObject" Target="../embeddings/oleObject30.bin"/><Relationship Id="rId36" Type="http://schemas.openxmlformats.org/officeDocument/2006/relationships/oleObject" Target="../embeddings/oleObject34.bin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27.wmf"/><Relationship Id="rId31" Type="http://schemas.openxmlformats.org/officeDocument/2006/relationships/image" Target="../media/image32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3.bin"/><Relationship Id="rId22" Type="http://schemas.openxmlformats.org/officeDocument/2006/relationships/oleObject" Target="../embeddings/oleObject27.bin"/><Relationship Id="rId27" Type="http://schemas.openxmlformats.org/officeDocument/2006/relationships/image" Target="../media/image17.wmf"/><Relationship Id="rId30" Type="http://schemas.openxmlformats.org/officeDocument/2006/relationships/oleObject" Target="../embeddings/oleObject31.bin"/><Relationship Id="rId35" Type="http://schemas.openxmlformats.org/officeDocument/2006/relationships/image" Target="../media/image34.wmf"/><Relationship Id="rId8" Type="http://schemas.openxmlformats.org/officeDocument/2006/relationships/oleObject" Target="../embeddings/oleObject20.bin"/><Relationship Id="rId3" Type="http://schemas.openxmlformats.org/officeDocument/2006/relationships/image" Target="../media/image19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6.wmf"/><Relationship Id="rId25" Type="http://schemas.openxmlformats.org/officeDocument/2006/relationships/image" Target="../media/image30.wmf"/><Relationship Id="rId33" Type="http://schemas.openxmlformats.org/officeDocument/2006/relationships/image" Target="../media/image33.wmf"/><Relationship Id="rId38" Type="http://schemas.openxmlformats.org/officeDocument/2006/relationships/oleObject" Target="../embeddings/oleObject35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wmf"/><Relationship Id="rId18" Type="http://schemas.openxmlformats.org/officeDocument/2006/relationships/oleObject" Target="../embeddings/oleObject28.bin"/><Relationship Id="rId26" Type="http://schemas.openxmlformats.org/officeDocument/2006/relationships/oleObject" Target="../embeddings/oleObject38.bin"/><Relationship Id="rId39" Type="http://schemas.openxmlformats.org/officeDocument/2006/relationships/image" Target="../media/image45.wmf"/><Relationship Id="rId21" Type="http://schemas.openxmlformats.org/officeDocument/2006/relationships/image" Target="../media/image17.wmf"/><Relationship Id="rId34" Type="http://schemas.openxmlformats.org/officeDocument/2006/relationships/oleObject" Target="../embeddings/oleObject41.bin"/><Relationship Id="rId7" Type="http://schemas.openxmlformats.org/officeDocument/2006/relationships/image" Target="../media/image23.w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29" Type="http://schemas.openxmlformats.org/officeDocument/2006/relationships/image" Target="../media/image41.wmf"/><Relationship Id="rId41" Type="http://schemas.openxmlformats.org/officeDocument/2006/relationships/image" Target="../media/image46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38.emf"/><Relationship Id="rId24" Type="http://schemas.openxmlformats.org/officeDocument/2006/relationships/oleObject" Target="../embeddings/oleObject37.bin"/><Relationship Id="rId32" Type="http://schemas.openxmlformats.org/officeDocument/2006/relationships/oleObject" Target="../embeddings/oleObject40.bin"/><Relationship Id="rId37" Type="http://schemas.openxmlformats.org/officeDocument/2006/relationships/image" Target="../media/image44.wmf"/><Relationship Id="rId40" Type="http://schemas.openxmlformats.org/officeDocument/2006/relationships/oleObject" Target="../embeddings/oleObject44.bin"/><Relationship Id="rId5" Type="http://schemas.openxmlformats.org/officeDocument/2006/relationships/image" Target="../media/image22.wmf"/><Relationship Id="rId15" Type="http://schemas.openxmlformats.org/officeDocument/2006/relationships/image" Target="../media/image28.wmf"/><Relationship Id="rId23" Type="http://schemas.openxmlformats.org/officeDocument/2006/relationships/image" Target="../media/image31.wmf"/><Relationship Id="rId28" Type="http://schemas.openxmlformats.org/officeDocument/2006/relationships/oleObject" Target="../embeddings/oleObject39.bin"/><Relationship Id="rId36" Type="http://schemas.openxmlformats.org/officeDocument/2006/relationships/oleObject" Target="../embeddings/oleObject42.bin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30.wmf"/><Relationship Id="rId31" Type="http://schemas.openxmlformats.org/officeDocument/2006/relationships/image" Target="../media/image35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26.bin"/><Relationship Id="rId22" Type="http://schemas.openxmlformats.org/officeDocument/2006/relationships/oleObject" Target="../embeddings/oleObject30.bin"/><Relationship Id="rId27" Type="http://schemas.openxmlformats.org/officeDocument/2006/relationships/image" Target="../media/image40.wmf"/><Relationship Id="rId30" Type="http://schemas.openxmlformats.org/officeDocument/2006/relationships/oleObject" Target="../embeddings/oleObject34.bin"/><Relationship Id="rId35" Type="http://schemas.openxmlformats.org/officeDocument/2006/relationships/image" Target="../media/image43.emf"/><Relationship Id="rId8" Type="http://schemas.openxmlformats.org/officeDocument/2006/relationships/oleObject" Target="../embeddings/oleObject22.bin"/><Relationship Id="rId3" Type="http://schemas.openxmlformats.org/officeDocument/2006/relationships/image" Target="../media/image21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29.wmf"/><Relationship Id="rId25" Type="http://schemas.openxmlformats.org/officeDocument/2006/relationships/image" Target="../media/image39.wmf"/><Relationship Id="rId33" Type="http://schemas.openxmlformats.org/officeDocument/2006/relationships/image" Target="../media/image42.wmf"/><Relationship Id="rId38" Type="http://schemas.openxmlformats.org/officeDocument/2006/relationships/oleObject" Target="../embeddings/oleObject43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9" Type="http://schemas.openxmlformats.org/officeDocument/2006/relationships/oleObject" Target="../embeddings/oleObject49.bin"/><Relationship Id="rId21" Type="http://schemas.openxmlformats.org/officeDocument/2006/relationships/image" Target="../media/image12.wmf"/><Relationship Id="rId34" Type="http://schemas.openxmlformats.org/officeDocument/2006/relationships/oleObject" Target="../embeddings/oleObject45.bin"/><Relationship Id="rId42" Type="http://schemas.openxmlformats.org/officeDocument/2006/relationships/oleObject" Target="../embeddings/oleObject51.bin"/><Relationship Id="rId47" Type="http://schemas.openxmlformats.org/officeDocument/2006/relationships/oleObject" Target="../embeddings/oleObject55.bin"/><Relationship Id="rId50" Type="http://schemas.openxmlformats.org/officeDocument/2006/relationships/image" Target="../media/image50.wmf"/><Relationship Id="rId55" Type="http://schemas.openxmlformats.org/officeDocument/2006/relationships/oleObject" Target="../embeddings/oleObject59.bin"/><Relationship Id="rId7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9" Type="http://schemas.openxmlformats.org/officeDocument/2006/relationships/image" Target="../media/image16.wmf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37" Type="http://schemas.openxmlformats.org/officeDocument/2006/relationships/oleObject" Target="../embeddings/oleObject47.bin"/><Relationship Id="rId40" Type="http://schemas.openxmlformats.org/officeDocument/2006/relationships/oleObject" Target="../embeddings/oleObject50.bin"/><Relationship Id="rId45" Type="http://schemas.openxmlformats.org/officeDocument/2006/relationships/oleObject" Target="../embeddings/oleObject54.bin"/><Relationship Id="rId53" Type="http://schemas.openxmlformats.org/officeDocument/2006/relationships/oleObject" Target="../embeddings/oleObject58.bin"/><Relationship Id="rId58" Type="http://schemas.openxmlformats.org/officeDocument/2006/relationships/image" Target="../media/image54.wmf"/><Relationship Id="rId5" Type="http://schemas.openxmlformats.org/officeDocument/2006/relationships/image" Target="../media/image4.wmf"/><Relationship Id="rId19" Type="http://schemas.openxmlformats.org/officeDocument/2006/relationships/image" Target="../media/image11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5.wmf"/><Relationship Id="rId30" Type="http://schemas.openxmlformats.org/officeDocument/2006/relationships/oleObject" Target="../embeddings/oleObject15.bin"/><Relationship Id="rId35" Type="http://schemas.openxmlformats.org/officeDocument/2006/relationships/image" Target="../media/image31.wmf"/><Relationship Id="rId43" Type="http://schemas.openxmlformats.org/officeDocument/2006/relationships/oleObject" Target="../embeddings/oleObject52.bin"/><Relationship Id="rId48" Type="http://schemas.openxmlformats.org/officeDocument/2006/relationships/image" Target="../media/image49.wmf"/><Relationship Id="rId56" Type="http://schemas.openxmlformats.org/officeDocument/2006/relationships/image" Target="../media/image53.wmf"/><Relationship Id="rId8" Type="http://schemas.openxmlformats.org/officeDocument/2006/relationships/oleObject" Target="../embeddings/oleObject4.bin"/><Relationship Id="rId51" Type="http://schemas.openxmlformats.org/officeDocument/2006/relationships/oleObject" Target="../embeddings/oleObject57.bin"/><Relationship Id="rId3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0.wmf"/><Relationship Id="rId25" Type="http://schemas.openxmlformats.org/officeDocument/2006/relationships/image" Target="../media/image14.wmf"/><Relationship Id="rId33" Type="http://schemas.openxmlformats.org/officeDocument/2006/relationships/image" Target="../media/image18.wmf"/><Relationship Id="rId38" Type="http://schemas.openxmlformats.org/officeDocument/2006/relationships/oleObject" Target="../embeddings/oleObject48.bin"/><Relationship Id="rId46" Type="http://schemas.openxmlformats.org/officeDocument/2006/relationships/image" Target="../media/image48.wmf"/><Relationship Id="rId20" Type="http://schemas.openxmlformats.org/officeDocument/2006/relationships/oleObject" Target="../embeddings/oleObject10.bin"/><Relationship Id="rId41" Type="http://schemas.openxmlformats.org/officeDocument/2006/relationships/image" Target="../media/image47.wmf"/><Relationship Id="rId54" Type="http://schemas.openxmlformats.org/officeDocument/2006/relationships/image" Target="../media/image52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15" Type="http://schemas.openxmlformats.org/officeDocument/2006/relationships/image" Target="../media/image9.wmf"/><Relationship Id="rId23" Type="http://schemas.openxmlformats.org/officeDocument/2006/relationships/image" Target="../media/image13.wmf"/><Relationship Id="rId28" Type="http://schemas.openxmlformats.org/officeDocument/2006/relationships/oleObject" Target="../embeddings/oleObject14.bin"/><Relationship Id="rId36" Type="http://schemas.openxmlformats.org/officeDocument/2006/relationships/oleObject" Target="../embeddings/oleObject46.bin"/><Relationship Id="rId49" Type="http://schemas.openxmlformats.org/officeDocument/2006/relationships/oleObject" Target="../embeddings/oleObject56.bin"/><Relationship Id="rId57" Type="http://schemas.openxmlformats.org/officeDocument/2006/relationships/oleObject" Target="../embeddings/oleObject60.bin"/><Relationship Id="rId10" Type="http://schemas.openxmlformats.org/officeDocument/2006/relationships/oleObject" Target="../embeddings/oleObject5.bin"/><Relationship Id="rId31" Type="http://schemas.openxmlformats.org/officeDocument/2006/relationships/image" Target="../media/image17.wmf"/><Relationship Id="rId44" Type="http://schemas.openxmlformats.org/officeDocument/2006/relationships/oleObject" Target="../embeddings/oleObject53.bin"/><Relationship Id="rId52" Type="http://schemas.openxmlformats.org/officeDocument/2006/relationships/image" Target="../media/image5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66.bin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59.wmf"/><Relationship Id="rId5" Type="http://schemas.openxmlformats.org/officeDocument/2006/relationships/image" Target="../media/image56.wmf"/><Relationship Id="rId15" Type="http://schemas.openxmlformats.org/officeDocument/2006/relationships/image" Target="../media/image61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6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12" Type="http://schemas.openxmlformats.org/officeDocument/2006/relationships/slide" Target="slide19.xml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0" Type="http://schemas.openxmlformats.org/officeDocument/2006/relationships/oleObject" Target="../embeddings/oleObject72.bin"/><Relationship Id="rId4" Type="http://schemas.openxmlformats.org/officeDocument/2006/relationships/oleObject" Target="../embeddings/oleObject69.bin"/><Relationship Id="rId9" Type="http://schemas.openxmlformats.org/officeDocument/2006/relationships/image" Target="../media/image6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72.wmf"/><Relationship Id="rId18" Type="http://schemas.openxmlformats.org/officeDocument/2006/relationships/oleObject" Target="../embeddings/oleObject81.bin"/><Relationship Id="rId26" Type="http://schemas.openxmlformats.org/officeDocument/2006/relationships/oleObject" Target="../embeddings/oleObject85.bin"/><Relationship Id="rId3" Type="http://schemas.openxmlformats.org/officeDocument/2006/relationships/image" Target="../media/image67.wmf"/><Relationship Id="rId21" Type="http://schemas.openxmlformats.org/officeDocument/2006/relationships/image" Target="../media/image76.wmf"/><Relationship Id="rId7" Type="http://schemas.openxmlformats.org/officeDocument/2006/relationships/image" Target="../media/image69.w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74.wmf"/><Relationship Id="rId25" Type="http://schemas.openxmlformats.org/officeDocument/2006/relationships/image" Target="../media/image78.wmf"/><Relationship Id="rId2" Type="http://schemas.openxmlformats.org/officeDocument/2006/relationships/oleObject" Target="../embeddings/oleObject73.bin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71.wmf"/><Relationship Id="rId24" Type="http://schemas.openxmlformats.org/officeDocument/2006/relationships/oleObject" Target="../embeddings/oleObject84.bin"/><Relationship Id="rId5" Type="http://schemas.openxmlformats.org/officeDocument/2006/relationships/image" Target="../media/image68.wmf"/><Relationship Id="rId15" Type="http://schemas.openxmlformats.org/officeDocument/2006/relationships/image" Target="../media/image73.wmf"/><Relationship Id="rId23" Type="http://schemas.openxmlformats.org/officeDocument/2006/relationships/image" Target="../media/image77.wmf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75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70.w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3.bin"/><Relationship Id="rId27" Type="http://schemas.openxmlformats.org/officeDocument/2006/relationships/image" Target="../media/image7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81.w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8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95.bin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94.bin"/><Relationship Id="rId4" Type="http://schemas.openxmlformats.org/officeDocument/2006/relationships/oleObject" Target="../embeddings/oleObject91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96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9" Type="http://schemas.openxmlformats.org/officeDocument/2006/relationships/image" Target="../media/image94.wmf"/><Relationship Id="rId21" Type="http://schemas.openxmlformats.org/officeDocument/2006/relationships/image" Target="../media/image12.wmf"/><Relationship Id="rId34" Type="http://schemas.openxmlformats.org/officeDocument/2006/relationships/oleObject" Target="../embeddings/oleObject98.bin"/><Relationship Id="rId42" Type="http://schemas.openxmlformats.org/officeDocument/2006/relationships/oleObject" Target="../embeddings/oleObject102.bin"/><Relationship Id="rId7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9" Type="http://schemas.openxmlformats.org/officeDocument/2006/relationships/image" Target="../media/image16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97.bin"/><Relationship Id="rId37" Type="http://schemas.openxmlformats.org/officeDocument/2006/relationships/image" Target="../media/image93.wmf"/><Relationship Id="rId40" Type="http://schemas.openxmlformats.org/officeDocument/2006/relationships/oleObject" Target="../embeddings/oleObject101.bin"/><Relationship Id="rId45" Type="http://schemas.openxmlformats.org/officeDocument/2006/relationships/image" Target="../media/image9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23" Type="http://schemas.openxmlformats.org/officeDocument/2006/relationships/image" Target="../media/image13.wmf"/><Relationship Id="rId28" Type="http://schemas.openxmlformats.org/officeDocument/2006/relationships/oleObject" Target="../embeddings/oleObject14.bin"/><Relationship Id="rId36" Type="http://schemas.openxmlformats.org/officeDocument/2006/relationships/oleObject" Target="../embeddings/oleObject99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1.wmf"/><Relationship Id="rId31" Type="http://schemas.openxmlformats.org/officeDocument/2006/relationships/image" Target="../media/image17.wmf"/><Relationship Id="rId44" Type="http://schemas.openxmlformats.org/officeDocument/2006/relationships/oleObject" Target="../embeddings/oleObject103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5.wmf"/><Relationship Id="rId30" Type="http://schemas.openxmlformats.org/officeDocument/2006/relationships/oleObject" Target="../embeddings/oleObject15.bin"/><Relationship Id="rId35" Type="http://schemas.openxmlformats.org/officeDocument/2006/relationships/image" Target="../media/image92.wmf"/><Relationship Id="rId43" Type="http://schemas.openxmlformats.org/officeDocument/2006/relationships/image" Target="../media/image96.wmf"/><Relationship Id="rId8" Type="http://schemas.openxmlformats.org/officeDocument/2006/relationships/oleObject" Target="../embeddings/oleObject4.bin"/><Relationship Id="rId3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0.wmf"/><Relationship Id="rId25" Type="http://schemas.openxmlformats.org/officeDocument/2006/relationships/image" Target="../media/image14.wmf"/><Relationship Id="rId33" Type="http://schemas.openxmlformats.org/officeDocument/2006/relationships/image" Target="../media/image91.wmf"/><Relationship Id="rId38" Type="http://schemas.openxmlformats.org/officeDocument/2006/relationships/oleObject" Target="../embeddings/oleObject100.bin"/><Relationship Id="rId20" Type="http://schemas.openxmlformats.org/officeDocument/2006/relationships/oleObject" Target="../embeddings/oleObject10.bin"/><Relationship Id="rId41" Type="http://schemas.openxmlformats.org/officeDocument/2006/relationships/image" Target="../media/image95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112.bin"/><Relationship Id="rId26" Type="http://schemas.openxmlformats.org/officeDocument/2006/relationships/image" Target="../media/image109.wmf"/><Relationship Id="rId3" Type="http://schemas.openxmlformats.org/officeDocument/2006/relationships/image" Target="../media/image98.wmf"/><Relationship Id="rId21" Type="http://schemas.openxmlformats.org/officeDocument/2006/relationships/oleObject" Target="../embeddings/oleObject114.bin"/><Relationship Id="rId34" Type="http://schemas.openxmlformats.org/officeDocument/2006/relationships/image" Target="../media/image113.wmf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109.bin"/><Relationship Id="rId17" Type="http://schemas.openxmlformats.org/officeDocument/2006/relationships/image" Target="../media/image105.wmf"/><Relationship Id="rId25" Type="http://schemas.openxmlformats.org/officeDocument/2006/relationships/oleObject" Target="../embeddings/oleObject116.bin"/><Relationship Id="rId33" Type="http://schemas.openxmlformats.org/officeDocument/2006/relationships/oleObject" Target="../embeddings/oleObject120.bin"/><Relationship Id="rId2" Type="http://schemas.openxmlformats.org/officeDocument/2006/relationships/oleObject" Target="../embeddings/oleObject104.bin"/><Relationship Id="rId16" Type="http://schemas.openxmlformats.org/officeDocument/2006/relationships/oleObject" Target="../embeddings/oleObject111.bin"/><Relationship Id="rId20" Type="http://schemas.openxmlformats.org/officeDocument/2006/relationships/image" Target="../media/image106.wmf"/><Relationship Id="rId29" Type="http://schemas.openxmlformats.org/officeDocument/2006/relationships/oleObject" Target="../embeddings/oleObject118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02.wmf"/><Relationship Id="rId24" Type="http://schemas.openxmlformats.org/officeDocument/2006/relationships/image" Target="../media/image108.wmf"/><Relationship Id="rId32" Type="http://schemas.openxmlformats.org/officeDocument/2006/relationships/image" Target="../media/image112.w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23" Type="http://schemas.openxmlformats.org/officeDocument/2006/relationships/oleObject" Target="../embeddings/oleObject115.bin"/><Relationship Id="rId28" Type="http://schemas.openxmlformats.org/officeDocument/2006/relationships/image" Target="../media/image110.wmf"/><Relationship Id="rId10" Type="http://schemas.openxmlformats.org/officeDocument/2006/relationships/oleObject" Target="../embeddings/oleObject108.bin"/><Relationship Id="rId19" Type="http://schemas.openxmlformats.org/officeDocument/2006/relationships/oleObject" Target="../embeddings/oleObject113.bin"/><Relationship Id="rId31" Type="http://schemas.openxmlformats.org/officeDocument/2006/relationships/oleObject" Target="../embeddings/oleObject119.bin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110.bin"/><Relationship Id="rId22" Type="http://schemas.openxmlformats.org/officeDocument/2006/relationships/image" Target="../media/image107.wmf"/><Relationship Id="rId27" Type="http://schemas.openxmlformats.org/officeDocument/2006/relationships/oleObject" Target="../embeddings/oleObject117.bin"/><Relationship Id="rId30" Type="http://schemas.openxmlformats.org/officeDocument/2006/relationships/image" Target="../media/image111.wmf"/><Relationship Id="rId8" Type="http://schemas.openxmlformats.org/officeDocument/2006/relationships/oleObject" Target="../embeddings/oleObject107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5.emf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.wmf"/><Relationship Id="rId18" Type="http://schemas.openxmlformats.org/officeDocument/2006/relationships/oleObject" Target="../embeddings/oleObject108.bin"/><Relationship Id="rId26" Type="http://schemas.openxmlformats.org/officeDocument/2006/relationships/oleObject" Target="../embeddings/oleObject127.bin"/><Relationship Id="rId39" Type="http://schemas.openxmlformats.org/officeDocument/2006/relationships/oleObject" Target="../embeddings/oleObject118.bin"/><Relationship Id="rId21" Type="http://schemas.openxmlformats.org/officeDocument/2006/relationships/image" Target="../media/image103.wmf"/><Relationship Id="rId34" Type="http://schemas.openxmlformats.org/officeDocument/2006/relationships/image" Target="../media/image108.wmf"/><Relationship Id="rId42" Type="http://schemas.openxmlformats.org/officeDocument/2006/relationships/image" Target="../media/image122.wmf"/><Relationship Id="rId47" Type="http://schemas.openxmlformats.org/officeDocument/2006/relationships/oleObject" Target="../embeddings/oleObject131.bin"/><Relationship Id="rId7" Type="http://schemas.openxmlformats.org/officeDocument/2006/relationships/image" Target="../media/image118.wmf"/><Relationship Id="rId2" Type="http://schemas.openxmlformats.org/officeDocument/2006/relationships/oleObject" Target="../embeddings/oleObject122.bin"/><Relationship Id="rId16" Type="http://schemas.openxmlformats.org/officeDocument/2006/relationships/oleObject" Target="../embeddings/oleObject107.bin"/><Relationship Id="rId29" Type="http://schemas.openxmlformats.org/officeDocument/2006/relationships/oleObject" Target="../embeddings/oleObject113.bin"/><Relationship Id="rId11" Type="http://schemas.openxmlformats.org/officeDocument/2006/relationships/image" Target="../media/image120.wmf"/><Relationship Id="rId24" Type="http://schemas.openxmlformats.org/officeDocument/2006/relationships/oleObject" Target="../embeddings/oleObject111.bin"/><Relationship Id="rId32" Type="http://schemas.openxmlformats.org/officeDocument/2006/relationships/image" Target="../media/image107.wmf"/><Relationship Id="rId37" Type="http://schemas.openxmlformats.org/officeDocument/2006/relationships/oleObject" Target="../embeddings/oleObject117.bin"/><Relationship Id="rId40" Type="http://schemas.openxmlformats.org/officeDocument/2006/relationships/image" Target="../media/image111.wmf"/><Relationship Id="rId45" Type="http://schemas.openxmlformats.org/officeDocument/2006/relationships/oleObject" Target="../embeddings/oleObject130.bin"/><Relationship Id="rId5" Type="http://schemas.openxmlformats.org/officeDocument/2006/relationships/image" Target="../media/image117.wmf"/><Relationship Id="rId15" Type="http://schemas.openxmlformats.org/officeDocument/2006/relationships/image" Target="../media/image100.wmf"/><Relationship Id="rId23" Type="http://schemas.openxmlformats.org/officeDocument/2006/relationships/image" Target="../media/image104.wmf"/><Relationship Id="rId28" Type="http://schemas.openxmlformats.org/officeDocument/2006/relationships/oleObject" Target="../embeddings/oleObject112.bin"/><Relationship Id="rId36" Type="http://schemas.openxmlformats.org/officeDocument/2006/relationships/image" Target="../media/image109.wmf"/><Relationship Id="rId49" Type="http://schemas.openxmlformats.org/officeDocument/2006/relationships/slide" Target="slide17.xml"/><Relationship Id="rId10" Type="http://schemas.openxmlformats.org/officeDocument/2006/relationships/oleObject" Target="../embeddings/oleObject126.bin"/><Relationship Id="rId19" Type="http://schemas.openxmlformats.org/officeDocument/2006/relationships/image" Target="../media/image102.wmf"/><Relationship Id="rId31" Type="http://schemas.openxmlformats.org/officeDocument/2006/relationships/oleObject" Target="../embeddings/oleObject114.bin"/><Relationship Id="rId44" Type="http://schemas.openxmlformats.org/officeDocument/2006/relationships/image" Target="../media/image123.w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19.wmf"/><Relationship Id="rId14" Type="http://schemas.openxmlformats.org/officeDocument/2006/relationships/oleObject" Target="../embeddings/oleObject106.bin"/><Relationship Id="rId22" Type="http://schemas.openxmlformats.org/officeDocument/2006/relationships/oleObject" Target="../embeddings/oleObject110.bin"/><Relationship Id="rId27" Type="http://schemas.openxmlformats.org/officeDocument/2006/relationships/image" Target="../media/image121.wmf"/><Relationship Id="rId30" Type="http://schemas.openxmlformats.org/officeDocument/2006/relationships/image" Target="../media/image106.wmf"/><Relationship Id="rId35" Type="http://schemas.openxmlformats.org/officeDocument/2006/relationships/oleObject" Target="../embeddings/oleObject116.bin"/><Relationship Id="rId43" Type="http://schemas.openxmlformats.org/officeDocument/2006/relationships/oleObject" Target="../embeddings/oleObject129.bin"/><Relationship Id="rId48" Type="http://schemas.openxmlformats.org/officeDocument/2006/relationships/image" Target="../media/image125.wmf"/><Relationship Id="rId8" Type="http://schemas.openxmlformats.org/officeDocument/2006/relationships/oleObject" Target="../embeddings/oleObject125.bin"/><Relationship Id="rId3" Type="http://schemas.openxmlformats.org/officeDocument/2006/relationships/image" Target="../media/image116.wmf"/><Relationship Id="rId12" Type="http://schemas.openxmlformats.org/officeDocument/2006/relationships/oleObject" Target="../embeddings/oleObject105.bin"/><Relationship Id="rId17" Type="http://schemas.openxmlformats.org/officeDocument/2006/relationships/image" Target="../media/image101.wmf"/><Relationship Id="rId25" Type="http://schemas.openxmlformats.org/officeDocument/2006/relationships/image" Target="../media/image105.wmf"/><Relationship Id="rId33" Type="http://schemas.openxmlformats.org/officeDocument/2006/relationships/oleObject" Target="../embeddings/oleObject115.bin"/><Relationship Id="rId38" Type="http://schemas.openxmlformats.org/officeDocument/2006/relationships/image" Target="../media/image110.wmf"/><Relationship Id="rId46" Type="http://schemas.openxmlformats.org/officeDocument/2006/relationships/image" Target="../media/image124.wmf"/><Relationship Id="rId20" Type="http://schemas.openxmlformats.org/officeDocument/2006/relationships/oleObject" Target="../embeddings/oleObject109.bin"/><Relationship Id="rId41" Type="http://schemas.openxmlformats.org/officeDocument/2006/relationships/oleObject" Target="../embeddings/oleObject12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26.w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127.bin"/><Relationship Id="rId26" Type="http://schemas.openxmlformats.org/officeDocument/2006/relationships/image" Target="../media/image108.wmf"/><Relationship Id="rId39" Type="http://schemas.openxmlformats.org/officeDocument/2006/relationships/oleObject" Target="../embeddings/oleObject134.bin"/><Relationship Id="rId21" Type="http://schemas.openxmlformats.org/officeDocument/2006/relationships/oleObject" Target="../embeddings/oleObject113.bin"/><Relationship Id="rId34" Type="http://schemas.openxmlformats.org/officeDocument/2006/relationships/image" Target="../media/image122.wmf"/><Relationship Id="rId42" Type="http://schemas.openxmlformats.org/officeDocument/2006/relationships/image" Target="../media/image131.wmf"/><Relationship Id="rId7" Type="http://schemas.openxmlformats.org/officeDocument/2006/relationships/image" Target="../media/image100.wmf"/><Relationship Id="rId2" Type="http://schemas.openxmlformats.org/officeDocument/2006/relationships/oleObject" Target="../embeddings/oleObject132.bin"/><Relationship Id="rId16" Type="http://schemas.openxmlformats.org/officeDocument/2006/relationships/oleObject" Target="../embeddings/oleObject111.bin"/><Relationship Id="rId29" Type="http://schemas.openxmlformats.org/officeDocument/2006/relationships/oleObject" Target="../embeddings/oleObject11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02.wmf"/><Relationship Id="rId24" Type="http://schemas.openxmlformats.org/officeDocument/2006/relationships/image" Target="../media/image107.wmf"/><Relationship Id="rId32" Type="http://schemas.openxmlformats.org/officeDocument/2006/relationships/image" Target="../media/image111.wmf"/><Relationship Id="rId37" Type="http://schemas.openxmlformats.org/officeDocument/2006/relationships/oleObject" Target="../embeddings/oleObject133.bin"/><Relationship Id="rId40" Type="http://schemas.openxmlformats.org/officeDocument/2006/relationships/image" Target="../media/image130.wmf"/><Relationship Id="rId45" Type="http://schemas.openxmlformats.org/officeDocument/2006/relationships/oleObject" Target="../embeddings/oleObject137.bin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23" Type="http://schemas.openxmlformats.org/officeDocument/2006/relationships/oleObject" Target="../embeddings/oleObject114.bin"/><Relationship Id="rId28" Type="http://schemas.openxmlformats.org/officeDocument/2006/relationships/image" Target="../media/image109.wmf"/><Relationship Id="rId36" Type="http://schemas.openxmlformats.org/officeDocument/2006/relationships/image" Target="../media/image123.wmf"/><Relationship Id="rId10" Type="http://schemas.openxmlformats.org/officeDocument/2006/relationships/oleObject" Target="../embeddings/oleObject108.bin"/><Relationship Id="rId19" Type="http://schemas.openxmlformats.org/officeDocument/2006/relationships/image" Target="../media/image121.wmf"/><Relationship Id="rId31" Type="http://schemas.openxmlformats.org/officeDocument/2006/relationships/oleObject" Target="../embeddings/oleObject118.bin"/><Relationship Id="rId44" Type="http://schemas.openxmlformats.org/officeDocument/2006/relationships/image" Target="../media/image132.wmf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110.bin"/><Relationship Id="rId22" Type="http://schemas.openxmlformats.org/officeDocument/2006/relationships/image" Target="../media/image106.wmf"/><Relationship Id="rId27" Type="http://schemas.openxmlformats.org/officeDocument/2006/relationships/oleObject" Target="../embeddings/oleObject116.bin"/><Relationship Id="rId30" Type="http://schemas.openxmlformats.org/officeDocument/2006/relationships/image" Target="../media/image110.wmf"/><Relationship Id="rId35" Type="http://schemas.openxmlformats.org/officeDocument/2006/relationships/oleObject" Target="../embeddings/oleObject129.bin"/><Relationship Id="rId43" Type="http://schemas.openxmlformats.org/officeDocument/2006/relationships/oleObject" Target="../embeddings/oleObject136.bin"/><Relationship Id="rId8" Type="http://schemas.openxmlformats.org/officeDocument/2006/relationships/oleObject" Target="../embeddings/oleObject107.bin"/><Relationship Id="rId3" Type="http://schemas.openxmlformats.org/officeDocument/2006/relationships/image" Target="../media/image128.wmf"/><Relationship Id="rId12" Type="http://schemas.openxmlformats.org/officeDocument/2006/relationships/oleObject" Target="../embeddings/oleObject109.bin"/><Relationship Id="rId17" Type="http://schemas.openxmlformats.org/officeDocument/2006/relationships/image" Target="../media/image105.wmf"/><Relationship Id="rId25" Type="http://schemas.openxmlformats.org/officeDocument/2006/relationships/oleObject" Target="../embeddings/oleObject115.bin"/><Relationship Id="rId33" Type="http://schemas.openxmlformats.org/officeDocument/2006/relationships/oleObject" Target="../embeddings/oleObject128.bin"/><Relationship Id="rId38" Type="http://schemas.openxmlformats.org/officeDocument/2006/relationships/image" Target="../media/image129.wmf"/><Relationship Id="rId46" Type="http://schemas.openxmlformats.org/officeDocument/2006/relationships/image" Target="../media/image133.wmf"/><Relationship Id="rId20" Type="http://schemas.openxmlformats.org/officeDocument/2006/relationships/oleObject" Target="../embeddings/oleObject112.bin"/><Relationship Id="rId41" Type="http://schemas.openxmlformats.org/officeDocument/2006/relationships/oleObject" Target="../embeddings/oleObject13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39.wmf"/><Relationship Id="rId18" Type="http://schemas.openxmlformats.org/officeDocument/2006/relationships/oleObject" Target="../embeddings/oleObject146.bin"/><Relationship Id="rId26" Type="http://schemas.openxmlformats.org/officeDocument/2006/relationships/image" Target="../media/image145.wmf"/><Relationship Id="rId3" Type="http://schemas.openxmlformats.org/officeDocument/2006/relationships/image" Target="../media/image134.wmf"/><Relationship Id="rId21" Type="http://schemas.openxmlformats.org/officeDocument/2006/relationships/oleObject" Target="../embeddings/oleObject148.bin"/><Relationship Id="rId7" Type="http://schemas.openxmlformats.org/officeDocument/2006/relationships/image" Target="../media/image136.w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41.wmf"/><Relationship Id="rId25" Type="http://schemas.openxmlformats.org/officeDocument/2006/relationships/oleObject" Target="../embeddings/oleObject150.bin"/><Relationship Id="rId2" Type="http://schemas.openxmlformats.org/officeDocument/2006/relationships/oleObject" Target="../embeddings/oleObject138.bin"/><Relationship Id="rId16" Type="http://schemas.openxmlformats.org/officeDocument/2006/relationships/oleObject" Target="../embeddings/oleObject145.bin"/><Relationship Id="rId20" Type="http://schemas.openxmlformats.org/officeDocument/2006/relationships/image" Target="../media/image142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38.wmf"/><Relationship Id="rId24" Type="http://schemas.openxmlformats.org/officeDocument/2006/relationships/image" Target="../media/image144.wmf"/><Relationship Id="rId5" Type="http://schemas.openxmlformats.org/officeDocument/2006/relationships/image" Target="../media/image135.wmf"/><Relationship Id="rId15" Type="http://schemas.openxmlformats.org/officeDocument/2006/relationships/image" Target="../media/image140.wmf"/><Relationship Id="rId23" Type="http://schemas.openxmlformats.org/officeDocument/2006/relationships/oleObject" Target="../embeddings/oleObject149.bin"/><Relationship Id="rId28" Type="http://schemas.openxmlformats.org/officeDocument/2006/relationships/image" Target="../media/image146.wmf"/><Relationship Id="rId10" Type="http://schemas.openxmlformats.org/officeDocument/2006/relationships/oleObject" Target="../embeddings/oleObject142.bin"/><Relationship Id="rId19" Type="http://schemas.openxmlformats.org/officeDocument/2006/relationships/oleObject" Target="../embeddings/oleObject147.bin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37.wmf"/><Relationship Id="rId14" Type="http://schemas.openxmlformats.org/officeDocument/2006/relationships/oleObject" Target="../embeddings/oleObject144.bin"/><Relationship Id="rId22" Type="http://schemas.openxmlformats.org/officeDocument/2006/relationships/image" Target="../media/image143.wmf"/><Relationship Id="rId27" Type="http://schemas.openxmlformats.org/officeDocument/2006/relationships/oleObject" Target="../embeddings/oleObject15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Quantização</a:t>
            </a:r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10293-FEBD-0F60-AB4B-5CE67F4E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Digitalização</a:t>
            </a:r>
            <a:br>
              <a:rPr lang="pt-BR" dirty="0"/>
            </a:br>
            <a:r>
              <a:rPr lang="pt-BR" dirty="0"/>
              <a:t>Conversão Analógico-Digital (DAC)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B1FAFA3-843C-E8CE-CCF3-9855DC229F7E}"/>
              </a:ext>
            </a:extLst>
          </p:cNvPr>
          <p:cNvSpPr txBox="1">
            <a:spLocks noChangeArrowheads="1"/>
          </p:cNvSpPr>
          <p:nvPr/>
        </p:nvSpPr>
        <p:spPr>
          <a:xfrm>
            <a:off x="1909731" y="4079876"/>
            <a:ext cx="8299450" cy="212440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800" dirty="0" err="1"/>
              <a:t>conversão</a:t>
            </a:r>
            <a:r>
              <a:rPr lang="en-US" sz="1800" dirty="0"/>
              <a:t> de um valor </a:t>
            </a:r>
            <a:r>
              <a:rPr lang="en-US" sz="1800" dirty="0" err="1"/>
              <a:t>analógico</a:t>
            </a:r>
            <a:r>
              <a:rPr lang="en-US" sz="1800" dirty="0"/>
              <a:t> para um digital é </a:t>
            </a:r>
            <a:r>
              <a:rPr lang="en-US" sz="1800" dirty="0" err="1"/>
              <a:t>chamado</a:t>
            </a:r>
            <a:r>
              <a:rPr lang="en-US" sz="1800" dirty="0"/>
              <a:t> de </a:t>
            </a:r>
            <a:r>
              <a:rPr lang="en-US" sz="1800" dirty="0" err="1">
                <a:solidFill>
                  <a:schemeClr val="hlink"/>
                </a:solidFill>
              </a:rPr>
              <a:t>digitalização</a:t>
            </a:r>
            <a:endParaRPr lang="en-US" sz="1800" dirty="0"/>
          </a:p>
          <a:p>
            <a:pPr lvl="1">
              <a:lnSpc>
                <a:spcPct val="80000"/>
              </a:lnSpc>
            </a:pP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1800" dirty="0" err="1"/>
              <a:t>Amostragem</a:t>
            </a:r>
            <a:r>
              <a:rPr lang="en-US" sz="1800" dirty="0"/>
              <a:t> (</a:t>
            </a:r>
            <a:r>
              <a:rPr lang="en-US" sz="1800" dirty="0" err="1"/>
              <a:t>eixo</a:t>
            </a:r>
            <a:r>
              <a:rPr lang="en-US" sz="1800" dirty="0"/>
              <a:t> do tempo)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Pode </a:t>
            </a:r>
            <a:r>
              <a:rPr lang="en-US" sz="1800" dirty="0" err="1"/>
              <a:t>ocorrer</a:t>
            </a:r>
            <a:r>
              <a:rPr lang="en-US" sz="1800" dirty="0"/>
              <a:t> com </a:t>
            </a:r>
            <a:r>
              <a:rPr lang="en-US" sz="1800" dirty="0" err="1"/>
              <a:t>perdas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não</a:t>
            </a:r>
            <a:r>
              <a:rPr lang="en-US" sz="1800" dirty="0"/>
              <a:t> (</a:t>
            </a:r>
            <a:r>
              <a:rPr lang="en-US" sz="1800" dirty="0" err="1"/>
              <a:t>Teorema</a:t>
            </a:r>
            <a:r>
              <a:rPr lang="en-US" sz="1800" dirty="0"/>
              <a:t> da </a:t>
            </a:r>
            <a:r>
              <a:rPr lang="en-US" sz="1800" dirty="0" err="1"/>
              <a:t>Amostragem</a:t>
            </a:r>
            <a:r>
              <a:rPr lang="en-US" sz="1800" dirty="0"/>
              <a:t> de Nyquist)</a:t>
            </a:r>
          </a:p>
          <a:p>
            <a:pPr lvl="1">
              <a:lnSpc>
                <a:spcPct val="80000"/>
              </a:lnSpc>
            </a:pP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1800" dirty="0" err="1"/>
              <a:t>Quantização</a:t>
            </a:r>
            <a:r>
              <a:rPr lang="en-US" sz="1800" dirty="0"/>
              <a:t> (</a:t>
            </a:r>
            <a:r>
              <a:rPr lang="en-US" sz="1800" dirty="0" err="1"/>
              <a:t>eixo</a:t>
            </a:r>
            <a:r>
              <a:rPr lang="en-US" sz="1800" dirty="0"/>
              <a:t> de </a:t>
            </a:r>
            <a:r>
              <a:rPr lang="en-US" sz="1800" dirty="0" err="1"/>
              <a:t>valores</a:t>
            </a:r>
            <a:r>
              <a:rPr lang="en-US" sz="1800" dirty="0"/>
              <a:t>)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Acarreta</a:t>
            </a:r>
            <a:r>
              <a:rPr lang="en-US" sz="1800" dirty="0"/>
              <a:t> </a:t>
            </a:r>
            <a:r>
              <a:rPr lang="en-US" sz="1800" dirty="0" err="1"/>
              <a:t>perdas</a:t>
            </a:r>
            <a:r>
              <a:rPr lang="en-US" sz="1800" dirty="0"/>
              <a:t> </a:t>
            </a:r>
            <a:r>
              <a:rPr lang="en-US" sz="1800" dirty="0" err="1"/>
              <a:t>pelo</a:t>
            </a:r>
            <a:r>
              <a:rPr lang="en-US" sz="1800" dirty="0"/>
              <a:t> </a:t>
            </a:r>
            <a:r>
              <a:rPr lang="en-US" sz="1800" dirty="0" err="1"/>
              <a:t>erro</a:t>
            </a:r>
            <a:r>
              <a:rPr lang="en-US" sz="1800" dirty="0"/>
              <a:t> de </a:t>
            </a:r>
            <a:r>
              <a:rPr lang="en-US" sz="1800" dirty="0" err="1"/>
              <a:t>quantização</a:t>
            </a:r>
            <a:r>
              <a:rPr lang="en-US" sz="1800" dirty="0"/>
              <a:t> (</a:t>
            </a:r>
            <a:r>
              <a:rPr lang="en-US" sz="1800" dirty="0" err="1"/>
              <a:t>níveis</a:t>
            </a:r>
            <a:r>
              <a:rPr lang="en-US" sz="1800" dirty="0"/>
              <a:t> </a:t>
            </a:r>
            <a:r>
              <a:rPr lang="en-US" sz="1800" dirty="0" err="1"/>
              <a:t>são</a:t>
            </a:r>
            <a:r>
              <a:rPr lang="en-US" sz="1800" dirty="0"/>
              <a:t> </a:t>
            </a:r>
            <a:r>
              <a:rPr lang="en-US" sz="1800" dirty="0" err="1"/>
              <a:t>finitos</a:t>
            </a:r>
            <a:r>
              <a:rPr lang="en-US" sz="1800" dirty="0"/>
              <a:t>)</a:t>
            </a:r>
          </a:p>
          <a:p>
            <a:pPr lvl="2">
              <a:lnSpc>
                <a:spcPct val="80000"/>
              </a:lnSpc>
            </a:pP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1800" dirty="0" err="1"/>
              <a:t>Sinal</a:t>
            </a:r>
            <a:r>
              <a:rPr lang="en-US" sz="1800" dirty="0"/>
              <a:t> digital </a:t>
            </a:r>
            <a:r>
              <a:rPr lang="en-US" sz="1800" dirty="0" err="1"/>
              <a:t>pode</a:t>
            </a:r>
            <a:r>
              <a:rPr lang="en-US" sz="1800" dirty="0"/>
              <a:t> ser </a:t>
            </a:r>
            <a:r>
              <a:rPr lang="en-US" sz="1800" dirty="0" err="1"/>
              <a:t>representado</a:t>
            </a:r>
            <a:r>
              <a:rPr lang="en-US" sz="1800" dirty="0"/>
              <a:t>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dirty="0" err="1"/>
              <a:t>sequência</a:t>
            </a:r>
            <a:r>
              <a:rPr lang="en-US" sz="1800" dirty="0"/>
              <a:t> de bits</a:t>
            </a:r>
          </a:p>
        </p:txBody>
      </p:sp>
      <p:sp>
        <p:nvSpPr>
          <p:cNvPr id="7" name="Text Box 75">
            <a:extLst>
              <a:ext uri="{FF2B5EF4-FFF2-40B4-BE49-F238E27FC236}">
                <a16:creationId xmlns:a16="http://schemas.microsoft.com/office/drawing/2014/main" id="{06824F0D-88FE-395D-381E-5428DD31C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800" y="1192214"/>
            <a:ext cx="127002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>
                <a:solidFill>
                  <a:schemeClr val="hlink"/>
                </a:solidFill>
              </a:rPr>
              <a:t>Sinal analógico</a:t>
            </a:r>
          </a:p>
        </p:txBody>
      </p:sp>
      <p:sp>
        <p:nvSpPr>
          <p:cNvPr id="8" name="Text Box 77">
            <a:extLst>
              <a:ext uri="{FF2B5EF4-FFF2-40B4-BE49-F238E27FC236}">
                <a16:creationId xmlns:a16="http://schemas.microsoft.com/office/drawing/2014/main" id="{90868FF3-6940-0976-E745-1AE5F28D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289" y="2797176"/>
            <a:ext cx="1020857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0574EF"/>
                </a:solidFill>
              </a:rPr>
              <a:t>Sinal</a:t>
            </a:r>
            <a:r>
              <a:rPr lang="en-US" sz="1400" dirty="0">
                <a:solidFill>
                  <a:srgbClr val="0574EF"/>
                </a:solidFill>
              </a:rPr>
              <a:t> digital</a:t>
            </a:r>
          </a:p>
        </p:txBody>
      </p:sp>
      <p:sp>
        <p:nvSpPr>
          <p:cNvPr id="9" name="Line 18">
            <a:extLst>
              <a:ext uri="{FF2B5EF4-FFF2-40B4-BE49-F238E27FC236}">
                <a16:creationId xmlns:a16="http://schemas.microsoft.com/office/drawing/2014/main" id="{8E672AB5-E38D-9AF3-7658-26B883A5F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025" y="2466976"/>
            <a:ext cx="411480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" name="Freeform 33">
            <a:extLst>
              <a:ext uri="{FF2B5EF4-FFF2-40B4-BE49-F238E27FC236}">
                <a16:creationId xmlns:a16="http://schemas.microsoft.com/office/drawing/2014/main" id="{418E728C-238B-1585-7812-A99E5578C45E}"/>
              </a:ext>
            </a:extLst>
          </p:cNvPr>
          <p:cNvSpPr>
            <a:spLocks/>
          </p:cNvSpPr>
          <p:nvPr/>
        </p:nvSpPr>
        <p:spPr bwMode="auto">
          <a:xfrm>
            <a:off x="3784601" y="1250950"/>
            <a:ext cx="3459163" cy="2611438"/>
          </a:xfrm>
          <a:custGeom>
            <a:avLst/>
            <a:gdLst/>
            <a:ahLst/>
            <a:cxnLst>
              <a:cxn ang="0">
                <a:pos x="0" y="526"/>
              </a:cxn>
              <a:cxn ang="0">
                <a:pos x="157" y="1081"/>
              </a:cxn>
              <a:cxn ang="0">
                <a:pos x="440" y="1081"/>
              </a:cxn>
              <a:cxn ang="0">
                <a:pos x="676" y="935"/>
              </a:cxn>
              <a:cxn ang="0">
                <a:pos x="859" y="364"/>
              </a:cxn>
              <a:cxn ang="0">
                <a:pos x="1037" y="113"/>
              </a:cxn>
              <a:cxn ang="0">
                <a:pos x="1288" y="1045"/>
              </a:cxn>
              <a:cxn ang="0">
                <a:pos x="1477" y="882"/>
              </a:cxn>
              <a:cxn ang="0">
                <a:pos x="1660" y="1589"/>
              </a:cxn>
              <a:cxn ang="0">
                <a:pos x="1948" y="547"/>
              </a:cxn>
              <a:cxn ang="0">
                <a:pos x="2179" y="1045"/>
              </a:cxn>
            </a:cxnLst>
            <a:rect l="0" t="0" r="r" b="b"/>
            <a:pathLst>
              <a:path w="2179" h="1645">
                <a:moveTo>
                  <a:pt x="0" y="526"/>
                </a:moveTo>
                <a:cubicBezTo>
                  <a:pt x="42" y="757"/>
                  <a:pt x="84" y="988"/>
                  <a:pt x="157" y="1081"/>
                </a:cubicBezTo>
                <a:cubicBezTo>
                  <a:pt x="230" y="1174"/>
                  <a:pt x="353" y="1105"/>
                  <a:pt x="440" y="1081"/>
                </a:cubicBezTo>
                <a:cubicBezTo>
                  <a:pt x="527" y="1057"/>
                  <a:pt x="606" y="1054"/>
                  <a:pt x="676" y="935"/>
                </a:cubicBezTo>
                <a:cubicBezTo>
                  <a:pt x="746" y="816"/>
                  <a:pt x="799" y="501"/>
                  <a:pt x="859" y="364"/>
                </a:cubicBezTo>
                <a:cubicBezTo>
                  <a:pt x="919" y="227"/>
                  <a:pt x="966" y="0"/>
                  <a:pt x="1037" y="113"/>
                </a:cubicBezTo>
                <a:cubicBezTo>
                  <a:pt x="1108" y="226"/>
                  <a:pt x="1215" y="917"/>
                  <a:pt x="1288" y="1045"/>
                </a:cubicBezTo>
                <a:cubicBezTo>
                  <a:pt x="1361" y="1173"/>
                  <a:pt x="1415" y="791"/>
                  <a:pt x="1477" y="882"/>
                </a:cubicBezTo>
                <a:cubicBezTo>
                  <a:pt x="1539" y="973"/>
                  <a:pt x="1582" y="1645"/>
                  <a:pt x="1660" y="1589"/>
                </a:cubicBezTo>
                <a:cubicBezTo>
                  <a:pt x="1738" y="1533"/>
                  <a:pt x="1862" y="638"/>
                  <a:pt x="1948" y="547"/>
                </a:cubicBezTo>
                <a:cubicBezTo>
                  <a:pt x="2034" y="456"/>
                  <a:pt x="2131" y="941"/>
                  <a:pt x="2179" y="1045"/>
                </a:cubicBezTo>
              </a:path>
            </a:pathLst>
          </a:custGeom>
          <a:noFill/>
          <a:ln w="12700" cap="flat" cmpd="sng">
            <a:solidFill>
              <a:srgbClr val="C9252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1" name="Text Box 74">
            <a:extLst>
              <a:ext uri="{FF2B5EF4-FFF2-40B4-BE49-F238E27FC236}">
                <a16:creationId xmlns:a16="http://schemas.microsoft.com/office/drawing/2014/main" id="{F4C73E1E-F8D2-F2E1-71FE-CEEDBDF95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5100" y="2330451"/>
            <a:ext cx="245580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/>
              <a:t>t</a:t>
            </a:r>
          </a:p>
        </p:txBody>
      </p:sp>
      <p:sp>
        <p:nvSpPr>
          <p:cNvPr id="12" name="Text Box 75">
            <a:extLst>
              <a:ext uri="{FF2B5EF4-FFF2-40B4-BE49-F238E27FC236}">
                <a16:creationId xmlns:a16="http://schemas.microsoft.com/office/drawing/2014/main" id="{E6ECF890-E4D8-24BD-4D62-9205B60B0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800" y="1192214"/>
            <a:ext cx="127002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C00000"/>
                </a:solidFill>
              </a:rPr>
              <a:t>Sinal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analógico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3" name="Text Box 77">
            <a:extLst>
              <a:ext uri="{FF2B5EF4-FFF2-40B4-BE49-F238E27FC236}">
                <a16:creationId xmlns:a16="http://schemas.microsoft.com/office/drawing/2014/main" id="{626BD12F-D40C-C481-5BA7-C40B85E6F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289" y="2797176"/>
            <a:ext cx="1020857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0574EF"/>
                </a:solidFill>
              </a:rPr>
              <a:t>Sinal</a:t>
            </a:r>
            <a:r>
              <a:rPr lang="en-US" sz="1400" dirty="0">
                <a:solidFill>
                  <a:srgbClr val="0574EF"/>
                </a:solidFill>
              </a:rPr>
              <a:t> digital</a:t>
            </a:r>
          </a:p>
        </p:txBody>
      </p:sp>
      <p:cxnSp>
        <p:nvCxnSpPr>
          <p:cNvPr id="14" name="Conector de seta reta 63">
            <a:extLst>
              <a:ext uri="{FF2B5EF4-FFF2-40B4-BE49-F238E27FC236}">
                <a16:creationId xmlns:a16="http://schemas.microsoft.com/office/drawing/2014/main" id="{82F5E7DA-2DA5-239B-1915-80380FF1381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579847" y="1142813"/>
            <a:ext cx="30131" cy="275291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Conector de seta reta 68">
            <a:extLst>
              <a:ext uri="{FF2B5EF4-FFF2-40B4-BE49-F238E27FC236}">
                <a16:creationId xmlns:a16="http://schemas.microsoft.com/office/drawing/2014/main" id="{A5321895-C9E6-CD49-4711-51558B57418F}"/>
              </a:ext>
            </a:extLst>
          </p:cNvPr>
          <p:cNvCxnSpPr/>
          <p:nvPr/>
        </p:nvCxnSpPr>
        <p:spPr bwMode="auto">
          <a:xfrm rot="5400000">
            <a:off x="3458368" y="262890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6" name="Conector de seta reta 70">
            <a:extLst>
              <a:ext uri="{FF2B5EF4-FFF2-40B4-BE49-F238E27FC236}">
                <a16:creationId xmlns:a16="http://schemas.microsoft.com/office/drawing/2014/main" id="{04A3037B-9ACB-57AF-DD72-3CB3EDA5685F}"/>
              </a:ext>
            </a:extLst>
          </p:cNvPr>
          <p:cNvCxnSpPr/>
          <p:nvPr/>
        </p:nvCxnSpPr>
        <p:spPr bwMode="auto">
          <a:xfrm rot="5400000">
            <a:off x="3458368" y="2943227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7" name="Conector de seta reta 71">
            <a:extLst>
              <a:ext uri="{FF2B5EF4-FFF2-40B4-BE49-F238E27FC236}">
                <a16:creationId xmlns:a16="http://schemas.microsoft.com/office/drawing/2014/main" id="{9841A2B4-F934-08D9-0944-23698A852A48}"/>
              </a:ext>
            </a:extLst>
          </p:cNvPr>
          <p:cNvCxnSpPr/>
          <p:nvPr/>
        </p:nvCxnSpPr>
        <p:spPr bwMode="auto">
          <a:xfrm rot="5400000">
            <a:off x="3458368" y="325755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8" name="Conector de seta reta 72">
            <a:extLst>
              <a:ext uri="{FF2B5EF4-FFF2-40B4-BE49-F238E27FC236}">
                <a16:creationId xmlns:a16="http://schemas.microsoft.com/office/drawing/2014/main" id="{CD37E95F-9DB5-BD12-9B07-EF85DE8DA89F}"/>
              </a:ext>
            </a:extLst>
          </p:cNvPr>
          <p:cNvCxnSpPr/>
          <p:nvPr/>
        </p:nvCxnSpPr>
        <p:spPr bwMode="auto">
          <a:xfrm rot="5400000">
            <a:off x="3458368" y="3571877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9" name="Conector de seta reta 73">
            <a:extLst>
              <a:ext uri="{FF2B5EF4-FFF2-40B4-BE49-F238E27FC236}">
                <a16:creationId xmlns:a16="http://schemas.microsoft.com/office/drawing/2014/main" id="{5F3E4A5C-0472-6259-4983-93A01414908B}"/>
              </a:ext>
            </a:extLst>
          </p:cNvPr>
          <p:cNvCxnSpPr/>
          <p:nvPr/>
        </p:nvCxnSpPr>
        <p:spPr bwMode="auto">
          <a:xfrm rot="5400000">
            <a:off x="3458368" y="169545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20" name="Conector de seta reta 74">
            <a:extLst>
              <a:ext uri="{FF2B5EF4-FFF2-40B4-BE49-F238E27FC236}">
                <a16:creationId xmlns:a16="http://schemas.microsoft.com/office/drawing/2014/main" id="{E742F742-335D-CC51-57DF-C52969B61BA9}"/>
              </a:ext>
            </a:extLst>
          </p:cNvPr>
          <p:cNvCxnSpPr/>
          <p:nvPr/>
        </p:nvCxnSpPr>
        <p:spPr bwMode="auto">
          <a:xfrm rot="5400000">
            <a:off x="3458368" y="2009777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21" name="Conector de seta reta 75">
            <a:extLst>
              <a:ext uri="{FF2B5EF4-FFF2-40B4-BE49-F238E27FC236}">
                <a16:creationId xmlns:a16="http://schemas.microsoft.com/office/drawing/2014/main" id="{86A89738-1EDF-EE2B-4AE4-216D86DACCF1}"/>
              </a:ext>
            </a:extLst>
          </p:cNvPr>
          <p:cNvCxnSpPr/>
          <p:nvPr/>
        </p:nvCxnSpPr>
        <p:spPr bwMode="auto">
          <a:xfrm rot="5400000">
            <a:off x="3458368" y="232410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7D9AC2E-D219-FE6C-065B-5DE43CD93E51}"/>
              </a:ext>
            </a:extLst>
          </p:cNvPr>
          <p:cNvCxnSpPr/>
          <p:nvPr/>
        </p:nvCxnSpPr>
        <p:spPr bwMode="auto">
          <a:xfrm>
            <a:off x="3609976" y="373380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B350629A-2028-6312-9326-9B58A5656CC1}"/>
              </a:ext>
            </a:extLst>
          </p:cNvPr>
          <p:cNvCxnSpPr/>
          <p:nvPr/>
        </p:nvCxnSpPr>
        <p:spPr bwMode="auto">
          <a:xfrm>
            <a:off x="3629026" y="3419475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CA957E00-058D-627B-58E3-A577760731C8}"/>
              </a:ext>
            </a:extLst>
          </p:cNvPr>
          <p:cNvCxnSpPr/>
          <p:nvPr/>
        </p:nvCxnSpPr>
        <p:spPr bwMode="auto">
          <a:xfrm>
            <a:off x="3619501" y="310515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D8CAEFDC-1CCF-E8D4-C444-F7BE7EDE95B3}"/>
              </a:ext>
            </a:extLst>
          </p:cNvPr>
          <p:cNvCxnSpPr/>
          <p:nvPr/>
        </p:nvCxnSpPr>
        <p:spPr bwMode="auto">
          <a:xfrm>
            <a:off x="3629026" y="1552575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4E8B562B-2860-244B-1046-7D7BAE7284D4}"/>
              </a:ext>
            </a:extLst>
          </p:cNvPr>
          <p:cNvCxnSpPr/>
          <p:nvPr/>
        </p:nvCxnSpPr>
        <p:spPr bwMode="auto">
          <a:xfrm>
            <a:off x="3609976" y="186690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1A57C12D-E974-0404-4507-7445621FB5E3}"/>
              </a:ext>
            </a:extLst>
          </p:cNvPr>
          <p:cNvCxnSpPr/>
          <p:nvPr/>
        </p:nvCxnSpPr>
        <p:spPr bwMode="auto">
          <a:xfrm>
            <a:off x="3619501" y="217170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DCA873C-CDBE-4617-BF04-6ADE8DD4D7FE}"/>
              </a:ext>
            </a:extLst>
          </p:cNvPr>
          <p:cNvCxnSpPr/>
          <p:nvPr/>
        </p:nvCxnSpPr>
        <p:spPr bwMode="auto">
          <a:xfrm>
            <a:off x="3619501" y="2790825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Conector de seta reta 84">
            <a:extLst>
              <a:ext uri="{FF2B5EF4-FFF2-40B4-BE49-F238E27FC236}">
                <a16:creationId xmlns:a16="http://schemas.microsoft.com/office/drawing/2014/main" id="{D3E0E99B-702B-60BD-DD11-DEEB5341FF21}"/>
              </a:ext>
            </a:extLst>
          </p:cNvPr>
          <p:cNvCxnSpPr/>
          <p:nvPr/>
        </p:nvCxnSpPr>
        <p:spPr bwMode="auto">
          <a:xfrm rot="5400000" flipH="1" flipV="1">
            <a:off x="3652838" y="2319342"/>
            <a:ext cx="314324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0" name="Conector de seta reta 86">
            <a:extLst>
              <a:ext uri="{FF2B5EF4-FFF2-40B4-BE49-F238E27FC236}">
                <a16:creationId xmlns:a16="http://schemas.microsoft.com/office/drawing/2014/main" id="{E109E455-889E-8042-2BA4-2BFBCDEDC71D}"/>
              </a:ext>
            </a:extLst>
          </p:cNvPr>
          <p:cNvCxnSpPr/>
          <p:nvPr/>
        </p:nvCxnSpPr>
        <p:spPr bwMode="auto">
          <a:xfrm rot="16200000" flipH="1">
            <a:off x="3786194" y="2614613"/>
            <a:ext cx="352421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1" name="Conector de seta reta 89">
            <a:extLst>
              <a:ext uri="{FF2B5EF4-FFF2-40B4-BE49-F238E27FC236}">
                <a16:creationId xmlns:a16="http://schemas.microsoft.com/office/drawing/2014/main" id="{7B5D6D69-65C2-5A9C-AFB1-CE84D0734ABC}"/>
              </a:ext>
            </a:extLst>
          </p:cNvPr>
          <p:cNvCxnSpPr/>
          <p:nvPr/>
        </p:nvCxnSpPr>
        <p:spPr bwMode="auto">
          <a:xfrm rot="5400000">
            <a:off x="37814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2" name="Conector de seta reta 92">
            <a:extLst>
              <a:ext uri="{FF2B5EF4-FFF2-40B4-BE49-F238E27FC236}">
                <a16:creationId xmlns:a16="http://schemas.microsoft.com/office/drawing/2014/main" id="{64D86CF0-787C-30E9-F2A1-6C7749A3CE9C}"/>
              </a:ext>
            </a:extLst>
          </p:cNvPr>
          <p:cNvCxnSpPr/>
          <p:nvPr/>
        </p:nvCxnSpPr>
        <p:spPr bwMode="auto">
          <a:xfrm rot="5400000">
            <a:off x="39338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3" name="Conector de seta reta 93">
            <a:extLst>
              <a:ext uri="{FF2B5EF4-FFF2-40B4-BE49-F238E27FC236}">
                <a16:creationId xmlns:a16="http://schemas.microsoft.com/office/drawing/2014/main" id="{5864839D-5248-1152-4915-A24BB63B5B6B}"/>
              </a:ext>
            </a:extLst>
          </p:cNvPr>
          <p:cNvCxnSpPr/>
          <p:nvPr/>
        </p:nvCxnSpPr>
        <p:spPr bwMode="auto">
          <a:xfrm rot="5400000">
            <a:off x="40862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4" name="Conector de seta reta 94">
            <a:extLst>
              <a:ext uri="{FF2B5EF4-FFF2-40B4-BE49-F238E27FC236}">
                <a16:creationId xmlns:a16="http://schemas.microsoft.com/office/drawing/2014/main" id="{5491A753-3DDF-B435-2D92-F92A1EDC84D9}"/>
              </a:ext>
            </a:extLst>
          </p:cNvPr>
          <p:cNvCxnSpPr/>
          <p:nvPr/>
        </p:nvCxnSpPr>
        <p:spPr bwMode="auto">
          <a:xfrm rot="5400000">
            <a:off x="42386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5" name="Conector de seta reta 95">
            <a:extLst>
              <a:ext uri="{FF2B5EF4-FFF2-40B4-BE49-F238E27FC236}">
                <a16:creationId xmlns:a16="http://schemas.microsoft.com/office/drawing/2014/main" id="{FF5EC487-A79F-847B-7B5C-FCBE1ED78F3A}"/>
              </a:ext>
            </a:extLst>
          </p:cNvPr>
          <p:cNvCxnSpPr/>
          <p:nvPr/>
        </p:nvCxnSpPr>
        <p:spPr bwMode="auto">
          <a:xfrm rot="5400000">
            <a:off x="4548190" y="2624139"/>
            <a:ext cx="352426" cy="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6" name="Conector de seta reta 97">
            <a:extLst>
              <a:ext uri="{FF2B5EF4-FFF2-40B4-BE49-F238E27FC236}">
                <a16:creationId xmlns:a16="http://schemas.microsoft.com/office/drawing/2014/main" id="{91CE27B8-2E6D-7CD5-94ED-EFC7D5845DA9}"/>
              </a:ext>
            </a:extLst>
          </p:cNvPr>
          <p:cNvCxnSpPr/>
          <p:nvPr/>
        </p:nvCxnSpPr>
        <p:spPr bwMode="auto">
          <a:xfrm rot="5400000">
            <a:off x="4700590" y="2624139"/>
            <a:ext cx="352426" cy="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7" name="Conector de seta reta 98">
            <a:extLst>
              <a:ext uri="{FF2B5EF4-FFF2-40B4-BE49-F238E27FC236}">
                <a16:creationId xmlns:a16="http://schemas.microsoft.com/office/drawing/2014/main" id="{77C0A34C-2173-9D38-0D69-8C79EF3CE687}"/>
              </a:ext>
            </a:extLst>
          </p:cNvPr>
          <p:cNvCxnSpPr/>
          <p:nvPr/>
        </p:nvCxnSpPr>
        <p:spPr bwMode="auto">
          <a:xfrm rot="5400000" flipH="1" flipV="1">
            <a:off x="4881565" y="2300295"/>
            <a:ext cx="304800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8" name="Conector de seta reta 100">
            <a:extLst>
              <a:ext uri="{FF2B5EF4-FFF2-40B4-BE49-F238E27FC236}">
                <a16:creationId xmlns:a16="http://schemas.microsoft.com/office/drawing/2014/main" id="{7B5C4267-79A6-AC59-0B09-705EF8B838AB}"/>
              </a:ext>
            </a:extLst>
          </p:cNvPr>
          <p:cNvCxnSpPr/>
          <p:nvPr/>
        </p:nvCxnSpPr>
        <p:spPr bwMode="auto">
          <a:xfrm rot="5400000" flipH="1" flipV="1">
            <a:off x="4743453" y="2000255"/>
            <a:ext cx="904879" cy="2857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9" name="Conector de seta reta 102">
            <a:extLst>
              <a:ext uri="{FF2B5EF4-FFF2-40B4-BE49-F238E27FC236}">
                <a16:creationId xmlns:a16="http://schemas.microsoft.com/office/drawing/2014/main" id="{B9088D6D-43E6-107C-6BAB-92EA3396D2AD}"/>
              </a:ext>
            </a:extLst>
          </p:cNvPr>
          <p:cNvCxnSpPr/>
          <p:nvPr/>
        </p:nvCxnSpPr>
        <p:spPr bwMode="auto">
          <a:xfrm rot="5400000" flipH="1" flipV="1">
            <a:off x="4895853" y="2000255"/>
            <a:ext cx="904879" cy="2857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0" name="Conector de seta reta 103">
            <a:extLst>
              <a:ext uri="{FF2B5EF4-FFF2-40B4-BE49-F238E27FC236}">
                <a16:creationId xmlns:a16="http://schemas.microsoft.com/office/drawing/2014/main" id="{D57725CF-7612-8B2F-305B-29DA368DD9EA}"/>
              </a:ext>
            </a:extLst>
          </p:cNvPr>
          <p:cNvCxnSpPr/>
          <p:nvPr/>
        </p:nvCxnSpPr>
        <p:spPr bwMode="auto">
          <a:xfrm rot="5400000" flipH="1" flipV="1">
            <a:off x="5048253" y="1990730"/>
            <a:ext cx="904879" cy="2857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1" name="Conector de seta reta 104">
            <a:extLst>
              <a:ext uri="{FF2B5EF4-FFF2-40B4-BE49-F238E27FC236}">
                <a16:creationId xmlns:a16="http://schemas.microsoft.com/office/drawing/2014/main" id="{B3690015-34E0-2C5F-4C94-AA1B6EE27F3A}"/>
              </a:ext>
            </a:extLst>
          </p:cNvPr>
          <p:cNvCxnSpPr/>
          <p:nvPr/>
        </p:nvCxnSpPr>
        <p:spPr bwMode="auto">
          <a:xfrm rot="16200000" flipV="1">
            <a:off x="5486400" y="2314576"/>
            <a:ext cx="304806" cy="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2" name="Conector de seta reta 106">
            <a:extLst>
              <a:ext uri="{FF2B5EF4-FFF2-40B4-BE49-F238E27FC236}">
                <a16:creationId xmlns:a16="http://schemas.microsoft.com/office/drawing/2014/main" id="{C591EECE-A0FC-A2A6-E325-01F07B98429C}"/>
              </a:ext>
            </a:extLst>
          </p:cNvPr>
          <p:cNvCxnSpPr/>
          <p:nvPr/>
        </p:nvCxnSpPr>
        <p:spPr bwMode="auto">
          <a:xfrm rot="16200000" flipH="1">
            <a:off x="5638807" y="2628906"/>
            <a:ext cx="314319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3" name="Conector de seta reta 108">
            <a:extLst>
              <a:ext uri="{FF2B5EF4-FFF2-40B4-BE49-F238E27FC236}">
                <a16:creationId xmlns:a16="http://schemas.microsoft.com/office/drawing/2014/main" id="{DA64173D-A152-FED0-9D3B-C4AF3D935D84}"/>
              </a:ext>
            </a:extLst>
          </p:cNvPr>
          <p:cNvCxnSpPr/>
          <p:nvPr/>
        </p:nvCxnSpPr>
        <p:spPr bwMode="auto">
          <a:xfrm rot="16200000" flipH="1">
            <a:off x="5791207" y="2628906"/>
            <a:ext cx="314319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4" name="Conector de seta reta 109">
            <a:extLst>
              <a:ext uri="{FF2B5EF4-FFF2-40B4-BE49-F238E27FC236}">
                <a16:creationId xmlns:a16="http://schemas.microsoft.com/office/drawing/2014/main" id="{2FEB8C12-BB81-F50F-8679-BC43C9337181}"/>
              </a:ext>
            </a:extLst>
          </p:cNvPr>
          <p:cNvCxnSpPr/>
          <p:nvPr/>
        </p:nvCxnSpPr>
        <p:spPr bwMode="auto">
          <a:xfrm rot="16200000" flipH="1">
            <a:off x="5943607" y="2619381"/>
            <a:ext cx="314319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5" name="Conector de seta reta 110">
            <a:extLst>
              <a:ext uri="{FF2B5EF4-FFF2-40B4-BE49-F238E27FC236}">
                <a16:creationId xmlns:a16="http://schemas.microsoft.com/office/drawing/2014/main" id="{4FBC73AB-E83B-43A3-0835-4E74D9D3AE5C}"/>
              </a:ext>
            </a:extLst>
          </p:cNvPr>
          <p:cNvCxnSpPr/>
          <p:nvPr/>
        </p:nvCxnSpPr>
        <p:spPr bwMode="auto">
          <a:xfrm rot="16200000" flipH="1">
            <a:off x="5957893" y="2776543"/>
            <a:ext cx="600070" cy="19044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6" name="Conector de seta reta 112">
            <a:extLst>
              <a:ext uri="{FF2B5EF4-FFF2-40B4-BE49-F238E27FC236}">
                <a16:creationId xmlns:a16="http://schemas.microsoft.com/office/drawing/2014/main" id="{4469619B-DBDD-9B32-D364-8177BA0A2C1C}"/>
              </a:ext>
            </a:extLst>
          </p:cNvPr>
          <p:cNvCxnSpPr/>
          <p:nvPr/>
        </p:nvCxnSpPr>
        <p:spPr bwMode="auto">
          <a:xfrm rot="16200000" flipH="1">
            <a:off x="5772155" y="3095631"/>
            <a:ext cx="1285870" cy="2856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7" name="Conector de seta reta 114">
            <a:extLst>
              <a:ext uri="{FF2B5EF4-FFF2-40B4-BE49-F238E27FC236}">
                <a16:creationId xmlns:a16="http://schemas.microsoft.com/office/drawing/2014/main" id="{062B3F5A-4640-AFB1-C733-656856B7D19B}"/>
              </a:ext>
            </a:extLst>
          </p:cNvPr>
          <p:cNvCxnSpPr/>
          <p:nvPr/>
        </p:nvCxnSpPr>
        <p:spPr bwMode="auto">
          <a:xfrm rot="16200000" flipH="1">
            <a:off x="6086480" y="2943231"/>
            <a:ext cx="942973" cy="952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8" name="Conector de seta reta 116">
            <a:extLst>
              <a:ext uri="{FF2B5EF4-FFF2-40B4-BE49-F238E27FC236}">
                <a16:creationId xmlns:a16="http://schemas.microsoft.com/office/drawing/2014/main" id="{6AE85372-50A7-4644-316E-33F9CC8E8C70}"/>
              </a:ext>
            </a:extLst>
          </p:cNvPr>
          <p:cNvCxnSpPr/>
          <p:nvPr/>
        </p:nvCxnSpPr>
        <p:spPr bwMode="auto">
          <a:xfrm rot="5400000">
            <a:off x="6543680" y="2638425"/>
            <a:ext cx="323849" cy="6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9" name="Conector de seta reta 118">
            <a:extLst>
              <a:ext uri="{FF2B5EF4-FFF2-40B4-BE49-F238E27FC236}">
                <a16:creationId xmlns:a16="http://schemas.microsoft.com/office/drawing/2014/main" id="{97959DC0-3DB1-A8CB-648D-6D0497257706}"/>
              </a:ext>
            </a:extLst>
          </p:cNvPr>
          <p:cNvCxnSpPr/>
          <p:nvPr/>
        </p:nvCxnSpPr>
        <p:spPr bwMode="auto">
          <a:xfrm rot="5400000" flipH="1" flipV="1">
            <a:off x="6705605" y="2314582"/>
            <a:ext cx="314325" cy="951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0" name="Conector de seta reta 120">
            <a:extLst>
              <a:ext uri="{FF2B5EF4-FFF2-40B4-BE49-F238E27FC236}">
                <a16:creationId xmlns:a16="http://schemas.microsoft.com/office/drawing/2014/main" id="{7F849FFE-14D6-BC13-54ED-EB26D85B8924}"/>
              </a:ext>
            </a:extLst>
          </p:cNvPr>
          <p:cNvCxnSpPr/>
          <p:nvPr/>
        </p:nvCxnSpPr>
        <p:spPr bwMode="auto">
          <a:xfrm rot="5400000" flipH="1" flipV="1">
            <a:off x="6858005" y="2324107"/>
            <a:ext cx="314325" cy="951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1" name="Conector de seta reta 121">
            <a:extLst>
              <a:ext uri="{FF2B5EF4-FFF2-40B4-BE49-F238E27FC236}">
                <a16:creationId xmlns:a16="http://schemas.microsoft.com/office/drawing/2014/main" id="{AA8CBCAA-DD2F-C06C-B739-745F0898D538}"/>
              </a:ext>
            </a:extLst>
          </p:cNvPr>
          <p:cNvCxnSpPr/>
          <p:nvPr/>
        </p:nvCxnSpPr>
        <p:spPr bwMode="auto">
          <a:xfrm rot="16200000" flipH="1">
            <a:off x="7000884" y="2628904"/>
            <a:ext cx="333371" cy="952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FB5C59D-2D0E-8D65-5C06-EEF763CDF6CB}"/>
              </a:ext>
            </a:extLst>
          </p:cNvPr>
          <p:cNvSpPr txBox="1"/>
          <p:nvPr/>
        </p:nvSpPr>
        <p:spPr>
          <a:xfrm>
            <a:off x="3051483" y="23275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000</a:t>
            </a:r>
            <a:endParaRPr lang="pt-BR" sz="1600" dirty="0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E523621D-8706-D27E-A3CA-A1AE1DE198A0}"/>
              </a:ext>
            </a:extLst>
          </p:cNvPr>
          <p:cNvSpPr txBox="1"/>
          <p:nvPr/>
        </p:nvSpPr>
        <p:spPr>
          <a:xfrm>
            <a:off x="3049507" y="20287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001</a:t>
            </a:r>
            <a:endParaRPr lang="pt-BR" sz="1600" dirty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C2C89BE7-2880-E8C7-FC81-791179B5EF6A}"/>
              </a:ext>
            </a:extLst>
          </p:cNvPr>
          <p:cNvSpPr txBox="1"/>
          <p:nvPr/>
        </p:nvSpPr>
        <p:spPr>
          <a:xfrm>
            <a:off x="3047532" y="1694238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010</a:t>
            </a:r>
            <a:endParaRPr lang="pt-BR" sz="1600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7CAE64A-16BF-8929-0D64-DA8F77445919}"/>
              </a:ext>
            </a:extLst>
          </p:cNvPr>
          <p:cNvSpPr txBox="1"/>
          <p:nvPr/>
        </p:nvSpPr>
        <p:spPr>
          <a:xfrm>
            <a:off x="3053188" y="14072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011</a:t>
            </a:r>
            <a:endParaRPr lang="pt-BR" sz="1600" dirty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4FE0518-B4D6-F400-6B3E-8CAE6EDEA2A7}"/>
              </a:ext>
            </a:extLst>
          </p:cNvPr>
          <p:cNvSpPr txBox="1"/>
          <p:nvPr/>
        </p:nvSpPr>
        <p:spPr>
          <a:xfrm>
            <a:off x="3082593" y="26284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111</a:t>
            </a:r>
            <a:endParaRPr lang="pt-BR" sz="1600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8C14C9D4-86C8-884B-C5BB-6912A5589218}"/>
              </a:ext>
            </a:extLst>
          </p:cNvPr>
          <p:cNvSpPr txBox="1"/>
          <p:nvPr/>
        </p:nvSpPr>
        <p:spPr>
          <a:xfrm>
            <a:off x="3072988" y="29470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110</a:t>
            </a:r>
            <a:endParaRPr lang="pt-BR" sz="1600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E52D597-5096-A579-FB4E-60F403A40509}"/>
              </a:ext>
            </a:extLst>
          </p:cNvPr>
          <p:cNvSpPr txBox="1"/>
          <p:nvPr/>
        </p:nvSpPr>
        <p:spPr>
          <a:xfrm>
            <a:off x="3075257" y="32657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101</a:t>
            </a:r>
            <a:endParaRPr lang="pt-BR" sz="1600" dirty="0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48DC1E56-62BC-BFAE-B78E-F83D7A376AE0}"/>
              </a:ext>
            </a:extLst>
          </p:cNvPr>
          <p:cNvSpPr txBox="1"/>
          <p:nvPr/>
        </p:nvSpPr>
        <p:spPr>
          <a:xfrm>
            <a:off x="3085157" y="35606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100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3912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B38C9-379F-2D90-EC9F-743AACA5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Quantização</a:t>
            </a:r>
          </a:p>
        </p:txBody>
      </p:sp>
    </p:spTree>
    <p:extLst>
      <p:ext uri="{BB962C8B-B14F-4D97-AF65-F5344CB8AC3E}">
        <p14:creationId xmlns:p14="http://schemas.microsoft.com/office/powerpoint/2010/main" val="3028056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7A6E8-484A-B5D5-0900-E5B7D4903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Quantização (uniforme)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B949C542-EEDA-7CED-80A7-2E02721990F0}"/>
              </a:ext>
            </a:extLst>
          </p:cNvPr>
          <p:cNvGrpSpPr>
            <a:grpSpLocks/>
          </p:cNvGrpSpPr>
          <p:nvPr/>
        </p:nvGrpSpPr>
        <p:grpSpPr bwMode="auto">
          <a:xfrm>
            <a:off x="3948012" y="1746753"/>
            <a:ext cx="4814023" cy="4457277"/>
            <a:chOff x="100" y="543"/>
            <a:chExt cx="2556" cy="2402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31761CC1-490E-13FC-50FF-13FB6C8A4355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337" y="1917"/>
              <a:ext cx="1012" cy="884"/>
              <a:chOff x="1348" y="1032"/>
              <a:chExt cx="1012" cy="884"/>
            </a:xfrm>
          </p:grpSpPr>
          <p:sp>
            <p:nvSpPr>
              <p:cNvPr id="48" name="Rectangle 7">
                <a:extLst>
                  <a:ext uri="{FF2B5EF4-FFF2-40B4-BE49-F238E27FC236}">
                    <a16:creationId xmlns:a16="http://schemas.microsoft.com/office/drawing/2014/main" id="{4690B414-76B5-C60F-0452-C107757551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1032"/>
                <a:ext cx="1012" cy="8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9" name="Rectangle 8">
                <a:extLst>
                  <a:ext uri="{FF2B5EF4-FFF2-40B4-BE49-F238E27FC236}">
                    <a16:creationId xmlns:a16="http://schemas.microsoft.com/office/drawing/2014/main" id="{9F6BC044-5377-04A5-D8F8-3C8744A85E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1281"/>
                <a:ext cx="757" cy="63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0" name="Rectangle 9">
                <a:extLst>
                  <a:ext uri="{FF2B5EF4-FFF2-40B4-BE49-F238E27FC236}">
                    <a16:creationId xmlns:a16="http://schemas.microsoft.com/office/drawing/2014/main" id="{8C3C6A07-24FA-231D-33FB-469A784E73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1539"/>
                <a:ext cx="511" cy="37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" name="Rectangle 10">
                <a:extLst>
                  <a:ext uri="{FF2B5EF4-FFF2-40B4-BE49-F238E27FC236}">
                    <a16:creationId xmlns:a16="http://schemas.microsoft.com/office/drawing/2014/main" id="{A60C7FAB-0325-E260-1688-266C6C033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1788"/>
                <a:ext cx="248" cy="1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6" name="Group 11">
              <a:extLst>
                <a:ext uri="{FF2B5EF4-FFF2-40B4-BE49-F238E27FC236}">
                  <a16:creationId xmlns:a16="http://schemas.microsoft.com/office/drawing/2014/main" id="{46A1635B-16EB-69D7-ED1A-9C3F78C9F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8" y="1032"/>
              <a:ext cx="1012" cy="884"/>
              <a:chOff x="1348" y="1032"/>
              <a:chExt cx="1012" cy="884"/>
            </a:xfrm>
          </p:grpSpPr>
          <p:sp>
            <p:nvSpPr>
              <p:cNvPr id="44" name="Rectangle 12">
                <a:extLst>
                  <a:ext uri="{FF2B5EF4-FFF2-40B4-BE49-F238E27FC236}">
                    <a16:creationId xmlns:a16="http://schemas.microsoft.com/office/drawing/2014/main" id="{C3C61D12-6E41-D51A-DED1-963482141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1032"/>
                <a:ext cx="1012" cy="8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5" name="Rectangle 13">
                <a:extLst>
                  <a:ext uri="{FF2B5EF4-FFF2-40B4-BE49-F238E27FC236}">
                    <a16:creationId xmlns:a16="http://schemas.microsoft.com/office/drawing/2014/main" id="{188870A1-7EC1-79AE-E790-4AFC6FF9F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1281"/>
                <a:ext cx="757" cy="63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6" name="Rectangle 14">
                <a:extLst>
                  <a:ext uri="{FF2B5EF4-FFF2-40B4-BE49-F238E27FC236}">
                    <a16:creationId xmlns:a16="http://schemas.microsoft.com/office/drawing/2014/main" id="{5DAB3C40-0B32-6FFB-8AE0-9C7561AA5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1539"/>
                <a:ext cx="511" cy="37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7" name="Rectangle 15">
                <a:extLst>
                  <a:ext uri="{FF2B5EF4-FFF2-40B4-BE49-F238E27FC236}">
                    <a16:creationId xmlns:a16="http://schemas.microsoft.com/office/drawing/2014/main" id="{ED34CB88-C1B0-E07D-22D6-6C096C8B6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1788"/>
                <a:ext cx="248" cy="1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7" name="Line 16">
              <a:extLst>
                <a:ext uri="{FF2B5EF4-FFF2-40B4-BE49-F238E27FC236}">
                  <a16:creationId xmlns:a16="http://schemas.microsoft.com/office/drawing/2014/main" id="{E2E936AD-4F58-CE08-FE53-9B3BABBE2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0" y="543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Line 17">
              <a:extLst>
                <a:ext uri="{FF2B5EF4-FFF2-40B4-BE49-F238E27FC236}">
                  <a16:creationId xmlns:a16="http://schemas.microsoft.com/office/drawing/2014/main" id="{E7DE75B7-2B6C-2458-421E-DD63F71804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75" y="646"/>
              <a:ext cx="0" cy="25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18">
              <a:extLst>
                <a:ext uri="{FF2B5EF4-FFF2-40B4-BE49-F238E27FC236}">
                  <a16:creationId xmlns:a16="http://schemas.microsoft.com/office/drawing/2014/main" id="{38B85D79-0598-F6BC-BD8C-BCD4D940C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" y="1032"/>
              <a:ext cx="2556" cy="1776"/>
            </a:xfrm>
            <a:custGeom>
              <a:avLst/>
              <a:gdLst>
                <a:gd name="T0" fmla="*/ 0 w 2556"/>
                <a:gd name="T1" fmla="*/ 1776 h 1776"/>
                <a:gd name="T2" fmla="*/ 492 w 2556"/>
                <a:gd name="T3" fmla="*/ 1776 h 1776"/>
                <a:gd name="T4" fmla="*/ 492 w 2556"/>
                <a:gd name="T5" fmla="*/ 1520 h 1776"/>
                <a:gd name="T6" fmla="*/ 740 w 2556"/>
                <a:gd name="T7" fmla="*/ 1520 h 1776"/>
                <a:gd name="T8" fmla="*/ 740 w 2556"/>
                <a:gd name="T9" fmla="*/ 1263 h 1776"/>
                <a:gd name="T10" fmla="*/ 996 w 2556"/>
                <a:gd name="T11" fmla="*/ 1264 h 1776"/>
                <a:gd name="T12" fmla="*/ 996 w 2556"/>
                <a:gd name="T13" fmla="*/ 1016 h 1776"/>
                <a:gd name="T14" fmla="*/ 1252 w 2556"/>
                <a:gd name="T15" fmla="*/ 1016 h 1776"/>
                <a:gd name="T16" fmla="*/ 1252 w 2556"/>
                <a:gd name="T17" fmla="*/ 760 h 1776"/>
                <a:gd name="T18" fmla="*/ 1500 w 2556"/>
                <a:gd name="T19" fmla="*/ 760 h 1776"/>
                <a:gd name="T20" fmla="*/ 1500 w 2556"/>
                <a:gd name="T21" fmla="*/ 504 h 1776"/>
                <a:gd name="T22" fmla="*/ 1756 w 2556"/>
                <a:gd name="T23" fmla="*/ 504 h 1776"/>
                <a:gd name="T24" fmla="*/ 1756 w 2556"/>
                <a:gd name="T25" fmla="*/ 256 h 1776"/>
                <a:gd name="T26" fmla="*/ 2012 w 2556"/>
                <a:gd name="T27" fmla="*/ 256 h 1776"/>
                <a:gd name="T28" fmla="*/ 2012 w 2556"/>
                <a:gd name="T29" fmla="*/ 0 h 1776"/>
                <a:gd name="T30" fmla="*/ 2556 w 2556"/>
                <a:gd name="T31" fmla="*/ 0 h 1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56" h="1776">
                  <a:moveTo>
                    <a:pt x="0" y="1776"/>
                  </a:moveTo>
                  <a:lnTo>
                    <a:pt x="492" y="1776"/>
                  </a:lnTo>
                  <a:lnTo>
                    <a:pt x="492" y="1520"/>
                  </a:lnTo>
                  <a:lnTo>
                    <a:pt x="740" y="1520"/>
                  </a:lnTo>
                  <a:lnTo>
                    <a:pt x="740" y="1263"/>
                  </a:lnTo>
                  <a:lnTo>
                    <a:pt x="996" y="1264"/>
                  </a:lnTo>
                  <a:lnTo>
                    <a:pt x="996" y="1016"/>
                  </a:lnTo>
                  <a:lnTo>
                    <a:pt x="1252" y="1016"/>
                  </a:lnTo>
                  <a:lnTo>
                    <a:pt x="1252" y="760"/>
                  </a:lnTo>
                  <a:lnTo>
                    <a:pt x="1500" y="760"/>
                  </a:lnTo>
                  <a:lnTo>
                    <a:pt x="1500" y="504"/>
                  </a:lnTo>
                  <a:lnTo>
                    <a:pt x="1756" y="504"/>
                  </a:lnTo>
                  <a:lnTo>
                    <a:pt x="1756" y="256"/>
                  </a:lnTo>
                  <a:lnTo>
                    <a:pt x="2012" y="256"/>
                  </a:lnTo>
                  <a:lnTo>
                    <a:pt x="2012" y="0"/>
                  </a:lnTo>
                  <a:lnTo>
                    <a:pt x="2556" y="0"/>
                  </a:ln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0" name="Object 19">
              <a:extLst>
                <a:ext uri="{FF2B5EF4-FFF2-40B4-BE49-F238E27FC236}">
                  <a16:creationId xmlns:a16="http://schemas.microsoft.com/office/drawing/2014/main" id="{A2F991AA-BEB6-2403-8CD2-8E1995B5F8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6" y="1926"/>
            <a:ext cx="202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8600" imgH="164880" progId="Equation.3">
                    <p:embed/>
                  </p:oleObj>
                </mc:Choice>
                <mc:Fallback>
                  <p:oleObj name="Equation" r:id="rId2" imgW="228600" imgH="164880" progId="Equation.3">
                    <p:embed/>
                    <p:pic>
                      <p:nvPicPr>
                        <p:cNvPr id="437267" name="Object 19">
                          <a:extLst>
                            <a:ext uri="{FF2B5EF4-FFF2-40B4-BE49-F238E27FC236}">
                              <a16:creationId xmlns:a16="http://schemas.microsoft.com/office/drawing/2014/main" id="{8E0D6258-7B52-D371-7C0E-3B9E9135A9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1926"/>
                          <a:ext cx="202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20">
              <a:extLst>
                <a:ext uri="{FF2B5EF4-FFF2-40B4-BE49-F238E27FC236}">
                  <a16:creationId xmlns:a16="http://schemas.microsoft.com/office/drawing/2014/main" id="{BB67ACBD-A532-984D-0FE6-C4C705102C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7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E67CFE68-985D-7865-C205-41D38594DA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2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3" name="Object 22">
              <a:extLst>
                <a:ext uri="{FF2B5EF4-FFF2-40B4-BE49-F238E27FC236}">
                  <a16:creationId xmlns:a16="http://schemas.microsoft.com/office/drawing/2014/main" id="{DB02D95B-64B1-F642-16DA-016BCA5053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98" y="1924"/>
            <a:ext cx="202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8600" imgH="177480" progId="Equation.3">
                    <p:embed/>
                  </p:oleObj>
                </mc:Choice>
                <mc:Fallback>
                  <p:oleObj name="Equation" r:id="rId4" imgW="228600" imgH="177480" progId="Equation.3">
                    <p:embed/>
                    <p:pic>
                      <p:nvPicPr>
                        <p:cNvPr id="437270" name="Object 22">
                          <a:extLst>
                            <a:ext uri="{FF2B5EF4-FFF2-40B4-BE49-F238E27FC236}">
                              <a16:creationId xmlns:a16="http://schemas.microsoft.com/office/drawing/2014/main" id="{7E69BEDC-1A2F-44DC-F23C-DF0D282F6E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8" y="1924"/>
                          <a:ext cx="202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06025EDC-B731-FDAD-BBCD-822E15CAD7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6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715E240B-6F88-0AAC-9CA6-FE5C115E21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3" y="1924"/>
            <a:ext cx="202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8600" imgH="164880" progId="Equation.3">
                    <p:embed/>
                  </p:oleObj>
                </mc:Choice>
                <mc:Fallback>
                  <p:oleObj name="Equation" r:id="rId6" imgW="228600" imgH="164880" progId="Equation.3">
                    <p:embed/>
                    <p:pic>
                      <p:nvPicPr>
                        <p:cNvPr id="437272" name="Object 24">
                          <a:extLst>
                            <a:ext uri="{FF2B5EF4-FFF2-40B4-BE49-F238E27FC236}">
                              <a16:creationId xmlns:a16="http://schemas.microsoft.com/office/drawing/2014/main" id="{A67B36DB-1EF4-EA6D-F622-A52090B9C1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3" y="1924"/>
                          <a:ext cx="202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Line 25">
              <a:extLst>
                <a:ext uri="{FF2B5EF4-FFF2-40B4-BE49-F238E27FC236}">
                  <a16:creationId xmlns:a16="http://schemas.microsoft.com/office/drawing/2014/main" id="{779FEFD9-6265-7A2E-C13C-974D347564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1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7" name="Object 26">
              <a:extLst>
                <a:ext uri="{FF2B5EF4-FFF2-40B4-BE49-F238E27FC236}">
                  <a16:creationId xmlns:a16="http://schemas.microsoft.com/office/drawing/2014/main" id="{9A5E6AB3-E656-D7AF-745A-88C57103D6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" y="1926"/>
            <a:ext cx="257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91960" imgH="190440" progId="Equation.3">
                    <p:embed/>
                  </p:oleObj>
                </mc:Choice>
                <mc:Fallback>
                  <p:oleObj name="Equation" r:id="rId8" imgW="291960" imgH="190440" progId="Equation.3">
                    <p:embed/>
                    <p:pic>
                      <p:nvPicPr>
                        <p:cNvPr id="437274" name="Object 26">
                          <a:extLst>
                            <a:ext uri="{FF2B5EF4-FFF2-40B4-BE49-F238E27FC236}">
                              <a16:creationId xmlns:a16="http://schemas.microsoft.com/office/drawing/2014/main" id="{2ED0F597-0CB7-54E6-C6BB-255F07B2D6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" y="1926"/>
                          <a:ext cx="257" cy="16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ED48F7B5-3E6A-5ED3-2583-26AF06235E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8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Line 28">
              <a:extLst>
                <a:ext uri="{FF2B5EF4-FFF2-40B4-BE49-F238E27FC236}">
                  <a16:creationId xmlns:a16="http://schemas.microsoft.com/office/drawing/2014/main" id="{7EFF28B7-1497-585F-6808-839C25C189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Line 29">
              <a:extLst>
                <a:ext uri="{FF2B5EF4-FFF2-40B4-BE49-F238E27FC236}">
                  <a16:creationId xmlns:a16="http://schemas.microsoft.com/office/drawing/2014/main" id="{C6FF3197-D7CD-7D4C-2EA2-AC263441B0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7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Line 30">
              <a:extLst>
                <a:ext uri="{FF2B5EF4-FFF2-40B4-BE49-F238E27FC236}">
                  <a16:creationId xmlns:a16="http://schemas.microsoft.com/office/drawing/2014/main" id="{B2B8F51F-51C6-CFA3-9E87-43DDE2281B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2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22" name="Object 31">
              <a:extLst>
                <a:ext uri="{FF2B5EF4-FFF2-40B4-BE49-F238E27FC236}">
                  <a16:creationId xmlns:a16="http://schemas.microsoft.com/office/drawing/2014/main" id="{CF7F587A-FEE5-9E07-90E0-B408D3B824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9" y="1926"/>
            <a:ext cx="257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1960" imgH="190440" progId="Equation.3">
                    <p:embed/>
                  </p:oleObj>
                </mc:Choice>
                <mc:Fallback>
                  <p:oleObj name="Equation" r:id="rId10" imgW="291960" imgH="190440" progId="Equation.3">
                    <p:embed/>
                    <p:pic>
                      <p:nvPicPr>
                        <p:cNvPr id="437279" name="Object 31">
                          <a:extLst>
                            <a:ext uri="{FF2B5EF4-FFF2-40B4-BE49-F238E27FC236}">
                              <a16:creationId xmlns:a16="http://schemas.microsoft.com/office/drawing/2014/main" id="{53F01593-CAA9-868E-FA01-E09834301A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" y="1926"/>
                          <a:ext cx="257" cy="16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32">
              <a:extLst>
                <a:ext uri="{FF2B5EF4-FFF2-40B4-BE49-F238E27FC236}">
                  <a16:creationId xmlns:a16="http://schemas.microsoft.com/office/drawing/2014/main" id="{5FAF2635-8B23-709C-E19C-D75ABA738D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0" y="1926"/>
            <a:ext cx="257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91960" imgH="190440" progId="Equation.3">
                    <p:embed/>
                  </p:oleObj>
                </mc:Choice>
                <mc:Fallback>
                  <p:oleObj name="Equation" r:id="rId12" imgW="291960" imgH="190440" progId="Equation.3">
                    <p:embed/>
                    <p:pic>
                      <p:nvPicPr>
                        <p:cNvPr id="437280" name="Object 32">
                          <a:extLst>
                            <a:ext uri="{FF2B5EF4-FFF2-40B4-BE49-F238E27FC236}">
                              <a16:creationId xmlns:a16="http://schemas.microsoft.com/office/drawing/2014/main" id="{6263E91D-AE9B-F179-B75C-3743B4D14C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926"/>
                          <a:ext cx="257" cy="16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33">
              <a:extLst>
                <a:ext uri="{FF2B5EF4-FFF2-40B4-BE49-F238E27FC236}">
                  <a16:creationId xmlns:a16="http://schemas.microsoft.com/office/drawing/2014/main" id="{071A9B1D-F12D-73A8-35A9-082BBBFC81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9" y="2196"/>
            <a:ext cx="38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31640" imgH="215640" progId="Equation.3">
                    <p:embed/>
                  </p:oleObj>
                </mc:Choice>
                <mc:Fallback>
                  <p:oleObj name="Equation" r:id="rId14" imgW="431640" imgH="215640" progId="Equation.3">
                    <p:embed/>
                    <p:pic>
                      <p:nvPicPr>
                        <p:cNvPr id="437281" name="Object 33">
                          <a:extLst>
                            <a:ext uri="{FF2B5EF4-FFF2-40B4-BE49-F238E27FC236}">
                              <a16:creationId xmlns:a16="http://schemas.microsoft.com/office/drawing/2014/main" id="{86A4BA25-5AB9-24D4-3110-86AE767020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9" y="2196"/>
                          <a:ext cx="38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Line 34">
              <a:extLst>
                <a:ext uri="{FF2B5EF4-FFF2-40B4-BE49-F238E27FC236}">
                  <a16:creationId xmlns:a16="http://schemas.microsoft.com/office/drawing/2014/main" id="{06A6640E-564E-3007-FF0C-BB85B3087B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29" y="2268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26" name="Object 35">
              <a:extLst>
                <a:ext uri="{FF2B5EF4-FFF2-40B4-BE49-F238E27FC236}">
                  <a16:creationId xmlns:a16="http://schemas.microsoft.com/office/drawing/2014/main" id="{B37ADE45-FC7F-65FD-EB28-7DC0C5D51C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4" y="1951"/>
            <a:ext cx="31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55320" imgH="215640" progId="Equation.3">
                    <p:embed/>
                  </p:oleObj>
                </mc:Choice>
                <mc:Fallback>
                  <p:oleObj name="Equation" r:id="rId16" imgW="355320" imgH="215640" progId="Equation.3">
                    <p:embed/>
                    <p:pic>
                      <p:nvPicPr>
                        <p:cNvPr id="437283" name="Object 35">
                          <a:extLst>
                            <a:ext uri="{FF2B5EF4-FFF2-40B4-BE49-F238E27FC236}">
                              <a16:creationId xmlns:a16="http://schemas.microsoft.com/office/drawing/2014/main" id="{55582941-8603-0B57-9A35-E521115457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4" y="1951"/>
                          <a:ext cx="313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36">
              <a:extLst>
                <a:ext uri="{FF2B5EF4-FFF2-40B4-BE49-F238E27FC236}">
                  <a16:creationId xmlns:a16="http://schemas.microsoft.com/office/drawing/2014/main" id="{982241C5-ADE7-0BEE-5A3F-2AD2F53090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6" y="2454"/>
            <a:ext cx="38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31640" imgH="215640" progId="Equation.3">
                    <p:embed/>
                  </p:oleObj>
                </mc:Choice>
                <mc:Fallback>
                  <p:oleObj name="Equation" r:id="rId18" imgW="431640" imgH="215640" progId="Equation.3">
                    <p:embed/>
                    <p:pic>
                      <p:nvPicPr>
                        <p:cNvPr id="437284" name="Object 36">
                          <a:extLst>
                            <a:ext uri="{FF2B5EF4-FFF2-40B4-BE49-F238E27FC236}">
                              <a16:creationId xmlns:a16="http://schemas.microsoft.com/office/drawing/2014/main" id="{9B74BCFA-9116-60AB-A933-1C110811E0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" y="2454"/>
                          <a:ext cx="38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Line 37">
              <a:extLst>
                <a:ext uri="{FF2B5EF4-FFF2-40B4-BE49-F238E27FC236}">
                  <a16:creationId xmlns:a16="http://schemas.microsoft.com/office/drawing/2014/main" id="{5E431112-6519-D355-A7CE-55B7D95D7B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26" y="2523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29" name="Object 38">
              <a:extLst>
                <a:ext uri="{FF2B5EF4-FFF2-40B4-BE49-F238E27FC236}">
                  <a16:creationId xmlns:a16="http://schemas.microsoft.com/office/drawing/2014/main" id="{3F940BFA-6FB5-FC85-3F87-D6FF84F0E9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6" y="2704"/>
            <a:ext cx="38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31640" imgH="215640" progId="Equation.3">
                    <p:embed/>
                  </p:oleObj>
                </mc:Choice>
                <mc:Fallback>
                  <p:oleObj name="Equation" r:id="rId20" imgW="431640" imgH="215640" progId="Equation.3">
                    <p:embed/>
                    <p:pic>
                      <p:nvPicPr>
                        <p:cNvPr id="437286" name="Object 38">
                          <a:extLst>
                            <a:ext uri="{FF2B5EF4-FFF2-40B4-BE49-F238E27FC236}">
                              <a16:creationId xmlns:a16="http://schemas.microsoft.com/office/drawing/2014/main" id="{B3AEDA52-A6C4-E72C-4FB3-422B2B6776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" y="2704"/>
                          <a:ext cx="38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Line 39">
              <a:extLst>
                <a:ext uri="{FF2B5EF4-FFF2-40B4-BE49-F238E27FC236}">
                  <a16:creationId xmlns:a16="http://schemas.microsoft.com/office/drawing/2014/main" id="{490C0CDE-F3CF-E246-DE2A-1FEC4C138D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26" y="2775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31" name="Object 40">
              <a:extLst>
                <a:ext uri="{FF2B5EF4-FFF2-40B4-BE49-F238E27FC236}">
                  <a16:creationId xmlns:a16="http://schemas.microsoft.com/office/drawing/2014/main" id="{57AD99A7-771C-0FD9-F260-89D673FD28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5" y="937"/>
            <a:ext cx="31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55320" imgH="215640" progId="Equation.3">
                    <p:embed/>
                  </p:oleObj>
                </mc:Choice>
                <mc:Fallback>
                  <p:oleObj name="Equation" r:id="rId22" imgW="355320" imgH="215640" progId="Equation.3">
                    <p:embed/>
                    <p:pic>
                      <p:nvPicPr>
                        <p:cNvPr id="437288" name="Object 40">
                          <a:extLst>
                            <a:ext uri="{FF2B5EF4-FFF2-40B4-BE49-F238E27FC236}">
                              <a16:creationId xmlns:a16="http://schemas.microsoft.com/office/drawing/2014/main" id="{E2682985-F063-B183-FB0D-8CFAE8FFB8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5" y="937"/>
                          <a:ext cx="313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Line 41">
              <a:extLst>
                <a:ext uri="{FF2B5EF4-FFF2-40B4-BE49-F238E27FC236}">
                  <a16:creationId xmlns:a16="http://schemas.microsoft.com/office/drawing/2014/main" id="{52361B84-494F-9D96-4C0D-D8E702B1C3D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77" y="1005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33" name="Object 42">
              <a:extLst>
                <a:ext uri="{FF2B5EF4-FFF2-40B4-BE49-F238E27FC236}">
                  <a16:creationId xmlns:a16="http://schemas.microsoft.com/office/drawing/2014/main" id="{FB8E38FC-9C8C-D3D3-E858-DC6B0F0211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5" y="1184"/>
            <a:ext cx="31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55320" imgH="215640" progId="Equation.3">
                    <p:embed/>
                  </p:oleObj>
                </mc:Choice>
                <mc:Fallback>
                  <p:oleObj name="Equation" r:id="rId24" imgW="355320" imgH="215640" progId="Equation.3">
                    <p:embed/>
                    <p:pic>
                      <p:nvPicPr>
                        <p:cNvPr id="437290" name="Object 42">
                          <a:extLst>
                            <a:ext uri="{FF2B5EF4-FFF2-40B4-BE49-F238E27FC236}">
                              <a16:creationId xmlns:a16="http://schemas.microsoft.com/office/drawing/2014/main" id="{3E608582-1CC1-743F-55AF-098AE50497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5" y="1184"/>
                          <a:ext cx="313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Line 43">
              <a:extLst>
                <a:ext uri="{FF2B5EF4-FFF2-40B4-BE49-F238E27FC236}">
                  <a16:creationId xmlns:a16="http://schemas.microsoft.com/office/drawing/2014/main" id="{2A057744-50FB-0C41-3F2B-5C47E193EC1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77" y="1254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35" name="Object 44">
              <a:extLst>
                <a:ext uri="{FF2B5EF4-FFF2-40B4-BE49-F238E27FC236}">
                  <a16:creationId xmlns:a16="http://schemas.microsoft.com/office/drawing/2014/main" id="{082BAB5A-50F0-3CED-371C-13D02AC88C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5" y="1442"/>
            <a:ext cx="31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55320" imgH="215640" progId="Equation.3">
                    <p:embed/>
                  </p:oleObj>
                </mc:Choice>
                <mc:Fallback>
                  <p:oleObj name="Equation" r:id="rId26" imgW="355320" imgH="215640" progId="Equation.3">
                    <p:embed/>
                    <p:pic>
                      <p:nvPicPr>
                        <p:cNvPr id="437292" name="Object 44">
                          <a:extLst>
                            <a:ext uri="{FF2B5EF4-FFF2-40B4-BE49-F238E27FC236}">
                              <a16:creationId xmlns:a16="http://schemas.microsoft.com/office/drawing/2014/main" id="{0EDD6975-311F-C429-7ED7-FE990F365D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5" y="1442"/>
                          <a:ext cx="313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Line 45">
              <a:extLst>
                <a:ext uri="{FF2B5EF4-FFF2-40B4-BE49-F238E27FC236}">
                  <a16:creationId xmlns:a16="http://schemas.microsoft.com/office/drawing/2014/main" id="{AF36F1F4-D860-C659-F462-1142867651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77" y="1512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37" name="Object 46">
              <a:extLst>
                <a:ext uri="{FF2B5EF4-FFF2-40B4-BE49-F238E27FC236}">
                  <a16:creationId xmlns:a16="http://schemas.microsoft.com/office/drawing/2014/main" id="{6DDCC7EF-E8CB-59DC-9C49-9DE24FB974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" y="1693"/>
            <a:ext cx="246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79360" imgH="215640" progId="Equation.3">
                    <p:embed/>
                  </p:oleObj>
                </mc:Choice>
                <mc:Fallback>
                  <p:oleObj name="Equation" r:id="rId28" imgW="279360" imgH="215640" progId="Equation.3">
                    <p:embed/>
                    <p:pic>
                      <p:nvPicPr>
                        <p:cNvPr id="437294" name="Object 46">
                          <a:extLst>
                            <a:ext uri="{FF2B5EF4-FFF2-40B4-BE49-F238E27FC236}">
                              <a16:creationId xmlns:a16="http://schemas.microsoft.com/office/drawing/2014/main" id="{6AA2AC2D-8800-FD68-6165-03A0F24703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1693"/>
                          <a:ext cx="246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8" name="Group 47">
              <a:extLst>
                <a:ext uri="{FF2B5EF4-FFF2-40B4-BE49-F238E27FC236}">
                  <a16:creationId xmlns:a16="http://schemas.microsoft.com/office/drawing/2014/main" id="{6F4CF097-ADA2-31E7-F21F-899C1E3A4C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6" y="2074"/>
              <a:ext cx="281" cy="140"/>
              <a:chOff x="2366" y="2074"/>
              <a:chExt cx="281" cy="140"/>
            </a:xfrm>
          </p:grpSpPr>
          <p:graphicFrame>
            <p:nvGraphicFramePr>
              <p:cNvPr id="42" name="Object 48">
                <a:extLst>
                  <a:ext uri="{FF2B5EF4-FFF2-40B4-BE49-F238E27FC236}">
                    <a16:creationId xmlns:a16="http://schemas.microsoft.com/office/drawing/2014/main" id="{E95B6E4B-9044-D0F7-530C-35DBDFAB565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66" y="2074"/>
              <a:ext cx="141" cy="1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139680" imgH="139680" progId="Equation.3">
                      <p:embed/>
                    </p:oleObj>
                  </mc:Choice>
                  <mc:Fallback>
                    <p:oleObj name="Equation" r:id="rId30" imgW="139680" imgH="139680" progId="Equation.3">
                      <p:embed/>
                      <p:pic>
                        <p:nvPicPr>
                          <p:cNvPr id="437296" name="Object 48">
                            <a:extLst>
                              <a:ext uri="{FF2B5EF4-FFF2-40B4-BE49-F238E27FC236}">
                                <a16:creationId xmlns:a16="http://schemas.microsoft.com/office/drawing/2014/main" id="{D2B33D6D-188B-0962-ED72-B2AE6450946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66" y="2074"/>
                            <a:ext cx="141" cy="1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" name="Line 49">
                <a:extLst>
                  <a:ext uri="{FF2B5EF4-FFF2-40B4-BE49-F238E27FC236}">
                    <a16:creationId xmlns:a16="http://schemas.microsoft.com/office/drawing/2014/main" id="{2B5C25D1-0F49-E31D-FCA7-D9CBD2A6F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1" y="2144"/>
                <a:ext cx="146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39" name="Group 50">
              <a:extLst>
                <a:ext uri="{FF2B5EF4-FFF2-40B4-BE49-F238E27FC236}">
                  <a16:creationId xmlns:a16="http://schemas.microsoft.com/office/drawing/2014/main" id="{5E1CA76C-BFAF-45CE-41CB-AE6873BDC6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9" y="545"/>
              <a:ext cx="141" cy="325"/>
              <a:chOff x="1169" y="545"/>
              <a:chExt cx="141" cy="325"/>
            </a:xfrm>
          </p:grpSpPr>
          <p:graphicFrame>
            <p:nvGraphicFramePr>
              <p:cNvPr id="40" name="Object 51">
                <a:extLst>
                  <a:ext uri="{FF2B5EF4-FFF2-40B4-BE49-F238E27FC236}">
                    <a16:creationId xmlns:a16="http://schemas.microsoft.com/office/drawing/2014/main" id="{16DF33D8-345B-D731-4620-A69AEABDD79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69" y="704"/>
              <a:ext cx="141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139680" imgH="164880" progId="Equation.3">
                      <p:embed/>
                    </p:oleObj>
                  </mc:Choice>
                  <mc:Fallback>
                    <p:oleObj name="Equation" r:id="rId32" imgW="139680" imgH="164880" progId="Equation.3">
                      <p:embed/>
                      <p:pic>
                        <p:nvPicPr>
                          <p:cNvPr id="437299" name="Object 51">
                            <a:extLst>
                              <a:ext uri="{FF2B5EF4-FFF2-40B4-BE49-F238E27FC236}">
                                <a16:creationId xmlns:a16="http://schemas.microsoft.com/office/drawing/2014/main" id="{EBD5791A-53CF-7C09-1305-E9F0065F2B4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69" y="704"/>
                            <a:ext cx="141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" name="Line 52">
                <a:extLst>
                  <a:ext uri="{FF2B5EF4-FFF2-40B4-BE49-F238E27FC236}">
                    <a16:creationId xmlns:a16="http://schemas.microsoft.com/office/drawing/2014/main" id="{AEF9E455-37D3-C7EB-23FE-D9241CF58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1171" y="617"/>
                <a:ext cx="14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234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B0AB4-809C-B426-AFBC-84095097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Quantização Uniforme</a:t>
            </a:r>
          </a:p>
        </p:txBody>
      </p:sp>
      <p:sp>
        <p:nvSpPr>
          <p:cNvPr id="51" name="Line 11">
            <a:extLst>
              <a:ext uri="{FF2B5EF4-FFF2-40B4-BE49-F238E27FC236}">
                <a16:creationId xmlns:a16="http://schemas.microsoft.com/office/drawing/2014/main" id="{B7534EF1-29B9-F152-8590-B890C9233BD6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5422539" y="1551109"/>
            <a:ext cx="3449638" cy="0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2" name="AutoShape 12">
            <a:extLst>
              <a:ext uri="{FF2B5EF4-FFF2-40B4-BE49-F238E27FC236}">
                <a16:creationId xmlns:a16="http://schemas.microsoft.com/office/drawing/2014/main" id="{6F27B326-A56A-6F6E-8E35-5E0DB477678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079514" y="1176459"/>
            <a:ext cx="1360488" cy="739775"/>
          </a:xfrm>
          <a:prstGeom prst="flowChartProcess">
            <a:avLst/>
          </a:prstGeom>
          <a:solidFill>
            <a:srgbClr val="CCFFCC"/>
          </a:solidFill>
          <a:ln w="38100">
            <a:solidFill>
              <a:srgbClr val="0066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 anchor="ctr">
            <a:spAutoFit/>
          </a:bodyPr>
          <a:lstStyle/>
          <a:p>
            <a:pPr>
              <a:spcBef>
                <a:spcPct val="0"/>
              </a:spcBef>
            </a:pPr>
            <a:r>
              <a:rPr lang="pt-BR" altLang="pt-BR" sz="2000"/>
              <a:t>Quantizador</a:t>
            </a:r>
          </a:p>
          <a:p>
            <a:pPr>
              <a:spcBef>
                <a:spcPct val="0"/>
              </a:spcBef>
            </a:pPr>
            <a:r>
              <a:rPr lang="pt-BR" altLang="pt-BR" sz="2000"/>
              <a:t>Q[·</a:t>
            </a:r>
            <a:r>
              <a:rPr lang="pt-BR" altLang="pt-BR" sz="2000" baseline="-25000"/>
              <a:t> </a:t>
            </a:r>
            <a:r>
              <a:rPr lang="pt-BR" altLang="pt-BR" sz="2000"/>
              <a:t>]</a:t>
            </a:r>
          </a:p>
        </p:txBody>
      </p:sp>
      <p:sp>
        <p:nvSpPr>
          <p:cNvPr id="53" name="Line 13">
            <a:extLst>
              <a:ext uri="{FF2B5EF4-FFF2-40B4-BE49-F238E27FC236}">
                <a16:creationId xmlns:a16="http://schemas.microsoft.com/office/drawing/2014/main" id="{A496F59D-E1DE-877F-465D-EDDE9D76741D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879364" y="1541584"/>
            <a:ext cx="1211263" cy="3175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54" name="Object 14">
            <a:extLst>
              <a:ext uri="{FF2B5EF4-FFF2-40B4-BE49-F238E27FC236}">
                <a16:creationId xmlns:a16="http://schemas.microsoft.com/office/drawing/2014/main" id="{60D7599A-2564-B205-6C35-D4E60A033D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240289"/>
              </p:ext>
            </p:extLst>
          </p:nvPr>
        </p:nvGraphicFramePr>
        <p:xfrm>
          <a:off x="5540014" y="1143121"/>
          <a:ext cx="31369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520" imgH="253800" progId="Equation.DSMT4">
                  <p:embed/>
                </p:oleObj>
              </mc:Choice>
              <mc:Fallback>
                <p:oleObj name="Equation" r:id="rId2" imgW="1955520" imgH="253800" progId="Equation.DSMT4">
                  <p:embed/>
                  <p:pic>
                    <p:nvPicPr>
                      <p:cNvPr id="441358" name="Object 14">
                        <a:extLst>
                          <a:ext uri="{FF2B5EF4-FFF2-40B4-BE49-F238E27FC236}">
                            <a16:creationId xmlns:a16="http://schemas.microsoft.com/office/drawing/2014/main" id="{81C8E2A9-377D-41E3-6E7B-379F9A2F82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014" y="1143121"/>
                        <a:ext cx="31369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5">
            <a:extLst>
              <a:ext uri="{FF2B5EF4-FFF2-40B4-BE49-F238E27FC236}">
                <a16:creationId xmlns:a16="http://schemas.microsoft.com/office/drawing/2014/main" id="{83D3AF93-B963-BBF1-65FE-13924E616B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325897"/>
              </p:ext>
            </p:extLst>
          </p:nvPr>
        </p:nvGraphicFramePr>
        <p:xfrm>
          <a:off x="2950802" y="1111371"/>
          <a:ext cx="8826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400" imgH="228600" progId="Equation.3">
                  <p:embed/>
                </p:oleObj>
              </mc:Choice>
              <mc:Fallback>
                <p:oleObj name="Equation" r:id="rId4" imgW="482400" imgH="228600" progId="Equation.3">
                  <p:embed/>
                  <p:pic>
                    <p:nvPicPr>
                      <p:cNvPr id="441359" name="Object 15">
                        <a:extLst>
                          <a:ext uri="{FF2B5EF4-FFF2-40B4-BE49-F238E27FC236}">
                            <a16:creationId xmlns:a16="http://schemas.microsoft.com/office/drawing/2014/main" id="{4F6ADFE3-3F77-F414-61FB-79D3EC9505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0802" y="1111371"/>
                        <a:ext cx="8826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16">
            <a:extLst>
              <a:ext uri="{FF2B5EF4-FFF2-40B4-BE49-F238E27FC236}">
                <a16:creationId xmlns:a16="http://schemas.microsoft.com/office/drawing/2014/main" id="{5875C255-A3EB-BD51-6122-BD69A6B4D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3664" y="1219321"/>
            <a:ext cx="1143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altLang="pt-BR" sz="2000"/>
              <a:t>Amostra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altLang="pt-BR" sz="2000"/>
              <a:t>analógica</a:t>
            </a:r>
          </a:p>
        </p:txBody>
      </p:sp>
      <p:sp>
        <p:nvSpPr>
          <p:cNvPr id="57" name="Text Box 17">
            <a:extLst>
              <a:ext uri="{FF2B5EF4-FFF2-40B4-BE49-F238E27FC236}">
                <a16:creationId xmlns:a16="http://schemas.microsoft.com/office/drawing/2014/main" id="{ADF00E29-AE41-1172-AF5A-D30FECFA3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2814" y="1228846"/>
            <a:ext cx="1195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altLang="pt-BR" sz="2000"/>
              <a:t>Amostra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pt-BR" altLang="pt-BR" sz="2000"/>
              <a:t>quantizada</a:t>
            </a:r>
          </a:p>
        </p:txBody>
      </p:sp>
      <p:sp>
        <p:nvSpPr>
          <p:cNvPr id="58" name="Text Box 20">
            <a:extLst>
              <a:ext uri="{FF2B5EF4-FFF2-40B4-BE49-F238E27FC236}">
                <a16:creationId xmlns:a16="http://schemas.microsoft.com/office/drawing/2014/main" id="{F3A13989-2C77-A679-781F-31FD858AA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114" y="3668834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>
            <a:spAutoFit/>
          </a:bodyPr>
          <a:lstStyle/>
          <a:p>
            <a:pPr algn="l"/>
            <a:r>
              <a:rPr lang="pt-BR" altLang="pt-BR" sz="2000">
                <a:solidFill>
                  <a:schemeClr val="accent2"/>
                </a:solidFill>
              </a:rPr>
              <a:t>Número de níveis de quantização:    </a:t>
            </a:r>
            <a:r>
              <a:rPr lang="pt-BR" altLang="pt-BR" i="1">
                <a:latin typeface="Times New Roman" panose="02020603050405020304" pitchFamily="18" charset="0"/>
              </a:rPr>
              <a:t>L</a:t>
            </a:r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59" name="Text Box 21">
            <a:extLst>
              <a:ext uri="{FF2B5EF4-FFF2-40B4-BE49-F238E27FC236}">
                <a16:creationId xmlns:a16="http://schemas.microsoft.com/office/drawing/2014/main" id="{06557992-7520-DEDD-D2CF-408CB4E6D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527" y="4292721"/>
            <a:ext cx="48228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>
            <a:spAutoFit/>
          </a:bodyPr>
          <a:lstStyle/>
          <a:p>
            <a:pPr algn="r">
              <a:spcBef>
                <a:spcPct val="0"/>
              </a:spcBef>
            </a:pPr>
            <a:r>
              <a:rPr lang="pt-BR" altLang="pt-BR" sz="2000">
                <a:solidFill>
                  <a:schemeClr val="accent2"/>
                </a:solidFill>
              </a:rPr>
              <a:t>Tamanho do passo (ou degrau) do quantizador:</a:t>
            </a:r>
          </a:p>
        </p:txBody>
      </p:sp>
      <p:graphicFrame>
        <p:nvGraphicFramePr>
          <p:cNvPr id="60" name="Object 28">
            <a:extLst>
              <a:ext uri="{FF2B5EF4-FFF2-40B4-BE49-F238E27FC236}">
                <a16:creationId xmlns:a16="http://schemas.microsoft.com/office/drawing/2014/main" id="{915E0419-8FB5-A02C-908A-0AA3005F43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687323"/>
              </p:ext>
            </p:extLst>
          </p:nvPr>
        </p:nvGraphicFramePr>
        <p:xfrm>
          <a:off x="4035064" y="2898896"/>
          <a:ext cx="6016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960" imgH="228600" progId="Equation.3">
                  <p:embed/>
                </p:oleObj>
              </mc:Choice>
              <mc:Fallback>
                <p:oleObj name="Equation" r:id="rId6" imgW="291960" imgH="228600" progId="Equation.3">
                  <p:embed/>
                  <p:pic>
                    <p:nvPicPr>
                      <p:cNvPr id="441372" name="Object 28">
                        <a:extLst>
                          <a:ext uri="{FF2B5EF4-FFF2-40B4-BE49-F238E27FC236}">
                            <a16:creationId xmlns:a16="http://schemas.microsoft.com/office/drawing/2014/main" id="{32AB74D2-C8F5-250E-0FA3-61215E2BFB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064" y="2898896"/>
                        <a:ext cx="6016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9">
            <a:extLst>
              <a:ext uri="{FF2B5EF4-FFF2-40B4-BE49-F238E27FC236}">
                <a16:creationId xmlns:a16="http://schemas.microsoft.com/office/drawing/2014/main" id="{EE5E1F1F-B5CF-947E-13E5-37ECA02FDD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33971"/>
              </p:ext>
            </p:extLst>
          </p:nvPr>
        </p:nvGraphicFramePr>
        <p:xfrm>
          <a:off x="5212989" y="2898896"/>
          <a:ext cx="3635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228600" progId="Equation.3">
                  <p:embed/>
                </p:oleObj>
              </mc:Choice>
              <mc:Fallback>
                <p:oleObj name="Equation" r:id="rId8" imgW="177480" imgH="228600" progId="Equation.3">
                  <p:embed/>
                  <p:pic>
                    <p:nvPicPr>
                      <p:cNvPr id="441373" name="Object 29">
                        <a:extLst>
                          <a:ext uri="{FF2B5EF4-FFF2-40B4-BE49-F238E27FC236}">
                            <a16:creationId xmlns:a16="http://schemas.microsoft.com/office/drawing/2014/main" id="{4094331A-116F-DD59-48C6-E6B02D1A17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2989" y="2898896"/>
                        <a:ext cx="36353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30">
            <a:extLst>
              <a:ext uri="{FF2B5EF4-FFF2-40B4-BE49-F238E27FC236}">
                <a16:creationId xmlns:a16="http://schemas.microsoft.com/office/drawing/2014/main" id="{638EE628-BD13-085B-B7BB-B5F84EE076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523240"/>
              </p:ext>
            </p:extLst>
          </p:nvPr>
        </p:nvGraphicFramePr>
        <p:xfrm>
          <a:off x="6148027" y="2898896"/>
          <a:ext cx="5984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60" imgH="228600" progId="Equation.3">
                  <p:embed/>
                </p:oleObj>
              </mc:Choice>
              <mc:Fallback>
                <p:oleObj name="Equation" r:id="rId10" imgW="291960" imgH="228600" progId="Equation.3">
                  <p:embed/>
                  <p:pic>
                    <p:nvPicPr>
                      <p:cNvPr id="441374" name="Object 30">
                        <a:extLst>
                          <a:ext uri="{FF2B5EF4-FFF2-40B4-BE49-F238E27FC236}">
                            <a16:creationId xmlns:a16="http://schemas.microsoft.com/office/drawing/2014/main" id="{9A2ECDCB-2E68-0144-35D7-2B5BA64959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027" y="2898896"/>
                        <a:ext cx="5984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31">
            <a:extLst>
              <a:ext uri="{FF2B5EF4-FFF2-40B4-BE49-F238E27FC236}">
                <a16:creationId xmlns:a16="http://schemas.microsoft.com/office/drawing/2014/main" id="{D46EB533-56AE-2156-B4E6-6E0D67DF00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418325"/>
              </p:ext>
            </p:extLst>
          </p:nvPr>
        </p:nvGraphicFramePr>
        <p:xfrm>
          <a:off x="7187839" y="2898896"/>
          <a:ext cx="622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4560" imgH="228600" progId="Equation.3">
                  <p:embed/>
                </p:oleObj>
              </mc:Choice>
              <mc:Fallback>
                <p:oleObj name="Equation" r:id="rId12" imgW="304560" imgH="228600" progId="Equation.3">
                  <p:embed/>
                  <p:pic>
                    <p:nvPicPr>
                      <p:cNvPr id="441375" name="Object 31">
                        <a:extLst>
                          <a:ext uri="{FF2B5EF4-FFF2-40B4-BE49-F238E27FC236}">
                            <a16:creationId xmlns:a16="http://schemas.microsoft.com/office/drawing/2014/main" id="{BF688CC5-119D-A8C0-4100-8B40C6409A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7839" y="2898896"/>
                        <a:ext cx="622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32">
            <a:extLst>
              <a:ext uri="{FF2B5EF4-FFF2-40B4-BE49-F238E27FC236}">
                <a16:creationId xmlns:a16="http://schemas.microsoft.com/office/drawing/2014/main" id="{DBF88844-986B-A2C4-EC63-835C470345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595961"/>
              </p:ext>
            </p:extLst>
          </p:nvPr>
        </p:nvGraphicFramePr>
        <p:xfrm>
          <a:off x="5730514" y="2892546"/>
          <a:ext cx="3651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3">
                  <p:embed/>
                </p:oleObj>
              </mc:Choice>
              <mc:Fallback>
                <p:oleObj name="Equation" r:id="rId14" imgW="177480" imgH="228600" progId="Equation.3">
                  <p:embed/>
                  <p:pic>
                    <p:nvPicPr>
                      <p:cNvPr id="441376" name="Object 32">
                        <a:extLst>
                          <a:ext uri="{FF2B5EF4-FFF2-40B4-BE49-F238E27FC236}">
                            <a16:creationId xmlns:a16="http://schemas.microsoft.com/office/drawing/2014/main" id="{7932154C-091A-7450-F435-22B47AA489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514" y="2892546"/>
                        <a:ext cx="3651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33">
            <a:extLst>
              <a:ext uri="{FF2B5EF4-FFF2-40B4-BE49-F238E27FC236}">
                <a16:creationId xmlns:a16="http://schemas.microsoft.com/office/drawing/2014/main" id="{F05A9CE0-AFAD-D2AA-6124-10DBBDE2F8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453335"/>
              </p:ext>
            </p:extLst>
          </p:nvPr>
        </p:nvGraphicFramePr>
        <p:xfrm>
          <a:off x="5730514" y="2205159"/>
          <a:ext cx="3968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0440" imgH="228600" progId="Equation.3">
                  <p:embed/>
                </p:oleObj>
              </mc:Choice>
              <mc:Fallback>
                <p:oleObj name="Equation" r:id="rId16" imgW="190440" imgH="228600" progId="Equation.3">
                  <p:embed/>
                  <p:pic>
                    <p:nvPicPr>
                      <p:cNvPr id="441377" name="Object 33">
                        <a:extLst>
                          <a:ext uri="{FF2B5EF4-FFF2-40B4-BE49-F238E27FC236}">
                            <a16:creationId xmlns:a16="http://schemas.microsoft.com/office/drawing/2014/main" id="{2BF81008-FB05-CA29-1D79-43B97AC7DB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514" y="2205159"/>
                        <a:ext cx="3968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AutoShape 34">
            <a:extLst>
              <a:ext uri="{FF2B5EF4-FFF2-40B4-BE49-F238E27FC236}">
                <a16:creationId xmlns:a16="http://schemas.microsoft.com/office/drawing/2014/main" id="{31642A8C-79F7-1232-0606-F8A57749CAAE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5867833" y="2186902"/>
            <a:ext cx="98425" cy="1033463"/>
          </a:xfrm>
          <a:prstGeom prst="leftBrace">
            <a:avLst>
              <a:gd name="adj1" fmla="val 875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67" name="Object 38">
            <a:extLst>
              <a:ext uri="{FF2B5EF4-FFF2-40B4-BE49-F238E27FC236}">
                <a16:creationId xmlns:a16="http://schemas.microsoft.com/office/drawing/2014/main" id="{C8AA6CB9-50EF-E11E-A169-0B097FF9F6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014411"/>
              </p:ext>
            </p:extLst>
          </p:nvPr>
        </p:nvGraphicFramePr>
        <p:xfrm>
          <a:off x="1830027" y="2911596"/>
          <a:ext cx="3683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7480" imgH="215640" progId="Equation.3">
                  <p:embed/>
                </p:oleObj>
              </mc:Choice>
              <mc:Fallback>
                <p:oleObj name="Equation" r:id="rId18" imgW="177480" imgH="215640" progId="Equation.3">
                  <p:embed/>
                  <p:pic>
                    <p:nvPicPr>
                      <p:cNvPr id="441382" name="Object 38">
                        <a:extLst>
                          <a:ext uri="{FF2B5EF4-FFF2-40B4-BE49-F238E27FC236}">
                            <a16:creationId xmlns:a16="http://schemas.microsoft.com/office/drawing/2014/main" id="{5972BE83-5C5B-F844-5F47-D314A2B95A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027" y="2911596"/>
                        <a:ext cx="3683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39">
            <a:extLst>
              <a:ext uri="{FF2B5EF4-FFF2-40B4-BE49-F238E27FC236}">
                <a16:creationId xmlns:a16="http://schemas.microsoft.com/office/drawing/2014/main" id="{E3E86B88-5A74-0A22-F066-8070CAE579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39630"/>
              </p:ext>
            </p:extLst>
          </p:nvPr>
        </p:nvGraphicFramePr>
        <p:xfrm>
          <a:off x="2869839" y="2911596"/>
          <a:ext cx="39052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440" imgH="215640" progId="Equation.3">
                  <p:embed/>
                </p:oleObj>
              </mc:Choice>
              <mc:Fallback>
                <p:oleObj name="Equation" r:id="rId20" imgW="190440" imgH="215640" progId="Equation.3">
                  <p:embed/>
                  <p:pic>
                    <p:nvPicPr>
                      <p:cNvPr id="441383" name="Object 39">
                        <a:extLst>
                          <a:ext uri="{FF2B5EF4-FFF2-40B4-BE49-F238E27FC236}">
                            <a16:creationId xmlns:a16="http://schemas.microsoft.com/office/drawing/2014/main" id="{E437FEB8-9B10-A844-804E-3CF9255A16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9839" y="2911596"/>
                        <a:ext cx="39052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41">
            <a:extLst>
              <a:ext uri="{FF2B5EF4-FFF2-40B4-BE49-F238E27FC236}">
                <a16:creationId xmlns:a16="http://schemas.microsoft.com/office/drawing/2014/main" id="{5E32BDE8-1D84-A8AA-A682-F83B727E04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573934"/>
              </p:ext>
            </p:extLst>
          </p:nvPr>
        </p:nvGraphicFramePr>
        <p:xfrm>
          <a:off x="8676914" y="2911596"/>
          <a:ext cx="4191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3040" imgH="215640" progId="Equation.3">
                  <p:embed/>
                </p:oleObj>
              </mc:Choice>
              <mc:Fallback>
                <p:oleObj name="Equation" r:id="rId22" imgW="203040" imgH="215640" progId="Equation.3">
                  <p:embed/>
                  <p:pic>
                    <p:nvPicPr>
                      <p:cNvPr id="441385" name="Object 41">
                        <a:extLst>
                          <a:ext uri="{FF2B5EF4-FFF2-40B4-BE49-F238E27FC236}">
                            <a16:creationId xmlns:a16="http://schemas.microsoft.com/office/drawing/2014/main" id="{6BB58BF4-9B1C-58BD-557D-1C772BBA3D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6914" y="2911596"/>
                        <a:ext cx="4191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42">
            <a:extLst>
              <a:ext uri="{FF2B5EF4-FFF2-40B4-BE49-F238E27FC236}">
                <a16:creationId xmlns:a16="http://schemas.microsoft.com/office/drawing/2014/main" id="{274497F6-0EE0-CB63-EB2F-08A6EF43D3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709670"/>
              </p:ext>
            </p:extLst>
          </p:nvPr>
        </p:nvGraphicFramePr>
        <p:xfrm>
          <a:off x="9611952" y="2911596"/>
          <a:ext cx="6508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17160" imgH="215640" progId="Equation.3">
                  <p:embed/>
                </p:oleObj>
              </mc:Choice>
              <mc:Fallback>
                <p:oleObj name="Equation" r:id="rId24" imgW="317160" imgH="215640" progId="Equation.3">
                  <p:embed/>
                  <p:pic>
                    <p:nvPicPr>
                      <p:cNvPr id="441386" name="Object 42">
                        <a:extLst>
                          <a:ext uri="{FF2B5EF4-FFF2-40B4-BE49-F238E27FC236}">
                            <a16:creationId xmlns:a16="http://schemas.microsoft.com/office/drawing/2014/main" id="{FA0E5406-3EED-5653-2137-BCF1EF286F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1952" y="2911596"/>
                        <a:ext cx="6508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" name="Group 76">
            <a:extLst>
              <a:ext uri="{FF2B5EF4-FFF2-40B4-BE49-F238E27FC236}">
                <a16:creationId xmlns:a16="http://schemas.microsoft.com/office/drawing/2014/main" id="{2F350BB1-93E6-0C6E-B8BC-2596F56AD484}"/>
              </a:ext>
            </a:extLst>
          </p:cNvPr>
          <p:cNvGrpSpPr>
            <a:grpSpLocks/>
          </p:cNvGrpSpPr>
          <p:nvPr/>
        </p:nvGrpSpPr>
        <p:grpSpPr bwMode="auto">
          <a:xfrm>
            <a:off x="3071452" y="2824284"/>
            <a:ext cx="5818187" cy="152400"/>
            <a:chOff x="1089" y="1857"/>
            <a:chExt cx="3665" cy="96"/>
          </a:xfrm>
        </p:grpSpPr>
        <p:sp>
          <p:nvSpPr>
            <p:cNvPr id="72" name="Line 46">
              <a:extLst>
                <a:ext uri="{FF2B5EF4-FFF2-40B4-BE49-F238E27FC236}">
                  <a16:creationId xmlns:a16="http://schemas.microsoft.com/office/drawing/2014/main" id="{1D580737-0F2E-D6E2-D57A-9B598A6324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754" y="185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Line 47">
              <a:extLst>
                <a:ext uri="{FF2B5EF4-FFF2-40B4-BE49-F238E27FC236}">
                  <a16:creationId xmlns:a16="http://schemas.microsoft.com/office/drawing/2014/main" id="{EC54C0C9-CF95-3BBF-9836-76903BF47E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886" y="185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Line 48">
              <a:extLst>
                <a:ext uri="{FF2B5EF4-FFF2-40B4-BE49-F238E27FC236}">
                  <a16:creationId xmlns:a16="http://schemas.microsoft.com/office/drawing/2014/main" id="{48CCBA0F-CBD2-5E60-D914-1587A81E9F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220" y="185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Line 49">
              <a:extLst>
                <a:ext uri="{FF2B5EF4-FFF2-40B4-BE49-F238E27FC236}">
                  <a16:creationId xmlns:a16="http://schemas.microsoft.com/office/drawing/2014/main" id="{43E4B118-2CC3-54D1-D78A-CD6755B560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555" y="185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Line 50">
              <a:extLst>
                <a:ext uri="{FF2B5EF4-FFF2-40B4-BE49-F238E27FC236}">
                  <a16:creationId xmlns:a16="http://schemas.microsoft.com/office/drawing/2014/main" id="{A49976BE-A943-5250-2850-D0FE441000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89" y="185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Line 51">
              <a:extLst>
                <a:ext uri="{FF2B5EF4-FFF2-40B4-BE49-F238E27FC236}">
                  <a16:creationId xmlns:a16="http://schemas.microsoft.com/office/drawing/2014/main" id="{5A0580FB-65C4-83CD-C1E8-6102D02E245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089" y="185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8" name="Group 54">
            <a:extLst>
              <a:ext uri="{FF2B5EF4-FFF2-40B4-BE49-F238E27FC236}">
                <a16:creationId xmlns:a16="http://schemas.microsoft.com/office/drawing/2014/main" id="{E2D4CB94-C4AD-1B10-2FE3-0F331A18FA8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72252" y="3351334"/>
            <a:ext cx="676275" cy="287337"/>
            <a:chOff x="4040" y="2288"/>
            <a:chExt cx="328" cy="139"/>
          </a:xfrm>
        </p:grpSpPr>
        <p:graphicFrame>
          <p:nvGraphicFramePr>
            <p:cNvPr id="79" name="Object 55">
              <a:extLst>
                <a:ext uri="{FF2B5EF4-FFF2-40B4-BE49-F238E27FC236}">
                  <a16:creationId xmlns:a16="http://schemas.microsoft.com/office/drawing/2014/main" id="{7E4DCD71-B9CF-6DCD-0DA9-52F2022DE4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40" y="2288"/>
            <a:ext cx="140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39680" imgH="139680" progId="Equation.3">
                    <p:embed/>
                  </p:oleObj>
                </mc:Choice>
                <mc:Fallback>
                  <p:oleObj name="Equation" r:id="rId26" imgW="139680" imgH="139680" progId="Equation.3">
                    <p:embed/>
                    <p:pic>
                      <p:nvPicPr>
                        <p:cNvPr id="441399" name="Object 55">
                          <a:extLst>
                            <a:ext uri="{FF2B5EF4-FFF2-40B4-BE49-F238E27FC236}">
                              <a16:creationId xmlns:a16="http://schemas.microsoft.com/office/drawing/2014/main" id="{28109C01-E7A0-614F-E69C-6875B4222E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0" y="2288"/>
                          <a:ext cx="140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" name="Line 56">
              <a:extLst>
                <a:ext uri="{FF2B5EF4-FFF2-40B4-BE49-F238E27FC236}">
                  <a16:creationId xmlns:a16="http://schemas.microsoft.com/office/drawing/2014/main" id="{13347C00-DEE6-9B53-F4B5-FFAB4A8985F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188" y="2352"/>
              <a:ext cx="1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81" name="Object 57">
            <a:extLst>
              <a:ext uri="{FF2B5EF4-FFF2-40B4-BE49-F238E27FC236}">
                <a16:creationId xmlns:a16="http://schemas.microsoft.com/office/drawing/2014/main" id="{6FAD2635-1C20-5453-7741-386EE32C59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768386"/>
              </p:ext>
            </p:extLst>
          </p:nvPr>
        </p:nvGraphicFramePr>
        <p:xfrm>
          <a:off x="6829064" y="2246434"/>
          <a:ext cx="3159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52280" imgH="164880" progId="Equation.3">
                  <p:embed/>
                </p:oleObj>
              </mc:Choice>
              <mc:Fallback>
                <p:oleObj name="Equation" r:id="rId28" imgW="152280" imgH="164880" progId="Equation.3">
                  <p:embed/>
                  <p:pic>
                    <p:nvPicPr>
                      <p:cNvPr id="441401" name="Object 57">
                        <a:extLst>
                          <a:ext uri="{FF2B5EF4-FFF2-40B4-BE49-F238E27FC236}">
                            <a16:creationId xmlns:a16="http://schemas.microsoft.com/office/drawing/2014/main" id="{129FBC99-8F5D-5AA6-F292-5FA0E079B1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064" y="2246434"/>
                        <a:ext cx="3159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Line 58">
            <a:extLst>
              <a:ext uri="{FF2B5EF4-FFF2-40B4-BE49-F238E27FC236}">
                <a16:creationId xmlns:a16="http://schemas.microsoft.com/office/drawing/2014/main" id="{97498252-D2D1-114D-A219-9926F138034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6459177" y="2254371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3" name="Line 59">
            <a:extLst>
              <a:ext uri="{FF2B5EF4-FFF2-40B4-BE49-F238E27FC236}">
                <a16:creationId xmlns:a16="http://schemas.microsoft.com/office/drawing/2014/main" id="{BE487554-D3C4-330F-8974-4A49852806B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7516452" y="2254371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4" name="Line 60">
            <a:extLst>
              <a:ext uri="{FF2B5EF4-FFF2-40B4-BE49-F238E27FC236}">
                <a16:creationId xmlns:a16="http://schemas.microsoft.com/office/drawing/2014/main" id="{EED43CEC-35EF-DE17-0C4E-E71428EDD96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152914" y="2454396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5" name="Line 61">
            <a:extLst>
              <a:ext uri="{FF2B5EF4-FFF2-40B4-BE49-F238E27FC236}">
                <a16:creationId xmlns:a16="http://schemas.microsoft.com/office/drawing/2014/main" id="{BDC03CF1-5287-506A-401A-50E4563949EF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451239" y="2452809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86" name="Group 88">
            <a:extLst>
              <a:ext uri="{FF2B5EF4-FFF2-40B4-BE49-F238E27FC236}">
                <a16:creationId xmlns:a16="http://schemas.microsoft.com/office/drawing/2014/main" id="{1F867E23-F5FC-5FA5-78C6-73B021828A00}"/>
              </a:ext>
            </a:extLst>
          </p:cNvPr>
          <p:cNvGrpSpPr>
            <a:grpSpLocks/>
          </p:cNvGrpSpPr>
          <p:nvPr/>
        </p:nvGrpSpPr>
        <p:grpSpPr bwMode="auto">
          <a:xfrm>
            <a:off x="1580789" y="2354384"/>
            <a:ext cx="8724900" cy="622300"/>
            <a:chOff x="150" y="1441"/>
            <a:chExt cx="5496" cy="392"/>
          </a:xfrm>
        </p:grpSpPr>
        <p:graphicFrame>
          <p:nvGraphicFramePr>
            <p:cNvPr id="87" name="Object 43">
              <a:extLst>
                <a:ext uri="{FF2B5EF4-FFF2-40B4-BE49-F238E27FC236}">
                  <a16:creationId xmlns:a16="http://schemas.microsoft.com/office/drawing/2014/main" id="{B8663844-E5FB-42D7-E311-548DC90D7E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8" y="1448"/>
            <a:ext cx="41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317160" imgH="215640" progId="Equation.3">
                    <p:embed/>
                  </p:oleObj>
                </mc:Choice>
                <mc:Fallback>
                  <p:oleObj name="Equation" r:id="rId30" imgW="317160" imgH="215640" progId="Equation.3">
                    <p:embed/>
                    <p:pic>
                      <p:nvPicPr>
                        <p:cNvPr id="441387" name="Object 43">
                          <a:extLst>
                            <a:ext uri="{FF2B5EF4-FFF2-40B4-BE49-F238E27FC236}">
                              <a16:creationId xmlns:a16="http://schemas.microsoft.com/office/drawing/2014/main" id="{80F739BF-4661-C2D4-E1A8-3D9AABBF1B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" y="1448"/>
                          <a:ext cx="41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" name="Object 44">
              <a:extLst>
                <a:ext uri="{FF2B5EF4-FFF2-40B4-BE49-F238E27FC236}">
                  <a16:creationId xmlns:a16="http://schemas.microsoft.com/office/drawing/2014/main" id="{8C734370-CD4C-039D-CB00-AB27FC5A04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01" y="1441"/>
            <a:ext cx="44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342720" imgH="228600" progId="Equation.3">
                    <p:embed/>
                  </p:oleObj>
                </mc:Choice>
                <mc:Fallback>
                  <p:oleObj name="Equation" r:id="rId32" imgW="342720" imgH="228600" progId="Equation.3">
                    <p:embed/>
                    <p:pic>
                      <p:nvPicPr>
                        <p:cNvPr id="441388" name="Object 44">
                          <a:extLst>
                            <a:ext uri="{FF2B5EF4-FFF2-40B4-BE49-F238E27FC236}">
                              <a16:creationId xmlns:a16="http://schemas.microsoft.com/office/drawing/2014/main" id="{A993C36B-8022-1FFA-953F-FAA899AA8F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1" y="1441"/>
                          <a:ext cx="445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" name="Line 45">
              <a:extLst>
                <a:ext uri="{FF2B5EF4-FFF2-40B4-BE49-F238E27FC236}">
                  <a16:creationId xmlns:a16="http://schemas.microsoft.com/office/drawing/2014/main" id="{1E104FA1-71A4-DD02-FE36-40A862EEDF1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420" y="173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0" name="Line 52">
              <a:extLst>
                <a:ext uri="{FF2B5EF4-FFF2-40B4-BE49-F238E27FC236}">
                  <a16:creationId xmlns:a16="http://schemas.microsoft.com/office/drawing/2014/main" id="{1C3A0269-16E3-24B9-EBA4-1E267BB716B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23" y="173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1" name="Line 67">
              <a:extLst>
                <a:ext uri="{FF2B5EF4-FFF2-40B4-BE49-F238E27FC236}">
                  <a16:creationId xmlns:a16="http://schemas.microsoft.com/office/drawing/2014/main" id="{6100418F-DCC8-E3E6-396A-CB0DE2D2D4C4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50" y="1795"/>
              <a:ext cx="1124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" name="Line 68">
              <a:extLst>
                <a:ext uri="{FF2B5EF4-FFF2-40B4-BE49-F238E27FC236}">
                  <a16:creationId xmlns:a16="http://schemas.microsoft.com/office/drawing/2014/main" id="{EDEE41EE-BFDA-9814-B595-3A897BEC8C20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686" y="1795"/>
              <a:ext cx="243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3" name="Line 69">
              <a:extLst>
                <a:ext uri="{FF2B5EF4-FFF2-40B4-BE49-F238E27FC236}">
                  <a16:creationId xmlns:a16="http://schemas.microsoft.com/office/drawing/2014/main" id="{819BE7B8-A655-CD0C-F8A3-97794CFDD9DC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248" y="1795"/>
              <a:ext cx="498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4" name="Line 70">
              <a:extLst>
                <a:ext uri="{FF2B5EF4-FFF2-40B4-BE49-F238E27FC236}">
                  <a16:creationId xmlns:a16="http://schemas.microsoft.com/office/drawing/2014/main" id="{1360D51F-01C8-9623-BAEE-09EA447E6CA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542" y="1795"/>
              <a:ext cx="1074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5" name="Line 71">
              <a:extLst>
                <a:ext uri="{FF2B5EF4-FFF2-40B4-BE49-F238E27FC236}">
                  <a16:creationId xmlns:a16="http://schemas.microsoft.com/office/drawing/2014/main" id="{E834AA7E-284E-E845-5D83-4B51D6D3203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50" y="1795"/>
              <a:ext cx="606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6" name="Oval 53">
            <a:extLst>
              <a:ext uri="{FF2B5EF4-FFF2-40B4-BE49-F238E27FC236}">
                <a16:creationId xmlns:a16="http://schemas.microsoft.com/office/drawing/2014/main" id="{D7BA3CC2-DA5A-9BC3-E452-751C8A2028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76564" y="2859209"/>
            <a:ext cx="100013" cy="100012"/>
          </a:xfrm>
          <a:prstGeom prst="ellipse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97" name="Object 77">
            <a:extLst>
              <a:ext uri="{FF2B5EF4-FFF2-40B4-BE49-F238E27FC236}">
                <a16:creationId xmlns:a16="http://schemas.microsoft.com/office/drawing/2014/main" id="{F236B523-55D4-D4D0-165F-FA2402EC2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881320"/>
              </p:ext>
            </p:extLst>
          </p:nvPr>
        </p:nvGraphicFramePr>
        <p:xfrm>
          <a:off x="6717939" y="4137146"/>
          <a:ext cx="22987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155600" imgH="368280" progId="Equation.3">
                  <p:embed/>
                </p:oleObj>
              </mc:Choice>
              <mc:Fallback>
                <p:oleObj name="Equation" r:id="rId34" imgW="1155600" imgH="368280" progId="Equation.3">
                  <p:embed/>
                  <p:pic>
                    <p:nvPicPr>
                      <p:cNvPr id="441421" name="Object 77">
                        <a:extLst>
                          <a:ext uri="{FF2B5EF4-FFF2-40B4-BE49-F238E27FC236}">
                            <a16:creationId xmlns:a16="http://schemas.microsoft.com/office/drawing/2014/main" id="{95BE1CD6-B6C4-0951-B55F-31B654A313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7939" y="4137146"/>
                        <a:ext cx="229870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78">
            <a:extLst>
              <a:ext uri="{FF2B5EF4-FFF2-40B4-BE49-F238E27FC236}">
                <a16:creationId xmlns:a16="http://schemas.microsoft.com/office/drawing/2014/main" id="{E680C227-E83C-1507-6FEC-BB827597C3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096537"/>
              </p:ext>
            </p:extLst>
          </p:nvPr>
        </p:nvGraphicFramePr>
        <p:xfrm>
          <a:off x="4104914" y="4807071"/>
          <a:ext cx="3800475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904760" imgH="368280" progId="Equation.3">
                  <p:embed/>
                </p:oleObj>
              </mc:Choice>
              <mc:Fallback>
                <p:oleObj name="Equation" r:id="rId36" imgW="1904760" imgH="368280" progId="Equation.3">
                  <p:embed/>
                  <p:pic>
                    <p:nvPicPr>
                      <p:cNvPr id="441422" name="Object 78">
                        <a:extLst>
                          <a:ext uri="{FF2B5EF4-FFF2-40B4-BE49-F238E27FC236}">
                            <a16:creationId xmlns:a16="http://schemas.microsoft.com/office/drawing/2014/main" id="{81C6029D-6D8F-19C2-4E3E-3F3FD4C786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914" y="4807071"/>
                        <a:ext cx="3800475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" name="Text Box 79">
            <a:extLst>
              <a:ext uri="{FF2B5EF4-FFF2-40B4-BE49-F238E27FC236}">
                <a16:creationId xmlns:a16="http://schemas.microsoft.com/office/drawing/2014/main" id="{2CC51B0B-0255-75A3-D971-B0F6FC2D7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014" y="4983284"/>
            <a:ext cx="2451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sz="2000">
                <a:solidFill>
                  <a:schemeClr val="accent2"/>
                </a:solidFill>
              </a:rPr>
              <a:t>Níveis de quantização:</a:t>
            </a:r>
          </a:p>
        </p:txBody>
      </p:sp>
      <p:sp>
        <p:nvSpPr>
          <p:cNvPr id="100" name="Oval 80">
            <a:extLst>
              <a:ext uri="{FF2B5EF4-FFF2-40B4-BE49-F238E27FC236}">
                <a16:creationId xmlns:a16="http://schemas.microsoft.com/office/drawing/2014/main" id="{98CC37AF-591C-11F2-AB24-1361FF0F74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32252" y="2860796"/>
            <a:ext cx="100012" cy="100013"/>
          </a:xfrm>
          <a:prstGeom prst="ellipse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1" name="Oval 82">
            <a:extLst>
              <a:ext uri="{FF2B5EF4-FFF2-40B4-BE49-F238E27FC236}">
                <a16:creationId xmlns:a16="http://schemas.microsoft.com/office/drawing/2014/main" id="{4A5CDC28-50A7-416A-5FC7-B82D6E6BBE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72239" y="2857621"/>
            <a:ext cx="100013" cy="100013"/>
          </a:xfrm>
          <a:prstGeom prst="ellipse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2" name="Oval 84">
            <a:extLst>
              <a:ext uri="{FF2B5EF4-FFF2-40B4-BE49-F238E27FC236}">
                <a16:creationId xmlns:a16="http://schemas.microsoft.com/office/drawing/2014/main" id="{165C7E53-E576-90F2-E0E6-CC328ADDE5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4052" y="2857621"/>
            <a:ext cx="100012" cy="100013"/>
          </a:xfrm>
          <a:prstGeom prst="ellipse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3" name="Oval 86">
            <a:extLst>
              <a:ext uri="{FF2B5EF4-FFF2-40B4-BE49-F238E27FC236}">
                <a16:creationId xmlns:a16="http://schemas.microsoft.com/office/drawing/2014/main" id="{5AB509EE-771D-4A2B-B621-A60D17A204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92014" y="2863971"/>
            <a:ext cx="100013" cy="100013"/>
          </a:xfrm>
          <a:prstGeom prst="ellipse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04" name="Object 89">
            <a:extLst>
              <a:ext uri="{FF2B5EF4-FFF2-40B4-BE49-F238E27FC236}">
                <a16:creationId xmlns:a16="http://schemas.microsoft.com/office/drawing/2014/main" id="{C5982067-C5D9-F373-D646-0E0499F4D3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693315"/>
              </p:ext>
            </p:extLst>
          </p:nvPr>
        </p:nvGraphicFramePr>
        <p:xfrm>
          <a:off x="1577614" y="5599234"/>
          <a:ext cx="32178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612800" imgH="228600" progId="Equation.3">
                  <p:embed/>
                </p:oleObj>
              </mc:Choice>
              <mc:Fallback>
                <p:oleObj name="Equation" r:id="rId38" imgW="1612800" imgH="228600" progId="Equation.3">
                  <p:embed/>
                  <p:pic>
                    <p:nvPicPr>
                      <p:cNvPr id="441433" name="Object 89">
                        <a:extLst>
                          <a:ext uri="{FF2B5EF4-FFF2-40B4-BE49-F238E27FC236}">
                            <a16:creationId xmlns:a16="http://schemas.microsoft.com/office/drawing/2014/main" id="{9671F9BC-04C6-88FE-E204-10FBACA3C1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614" y="5599234"/>
                        <a:ext cx="32178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Text Box 94">
            <a:extLst>
              <a:ext uri="{FF2B5EF4-FFF2-40B4-BE49-F238E27FC236}">
                <a16:creationId xmlns:a16="http://schemas.microsoft.com/office/drawing/2014/main" id="{91F5BE33-C578-EA68-03B4-6990DC81B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464" y="6143746"/>
            <a:ext cx="5116513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>
            <a:spAutoFit/>
          </a:bodyPr>
          <a:lstStyle/>
          <a:p>
            <a:pPr algn="l"/>
            <a:r>
              <a:rPr lang="pt-BR" altLang="pt-BR" sz="2000">
                <a:solidFill>
                  <a:schemeClr val="accent2"/>
                </a:solidFill>
              </a:rPr>
              <a:t>Na prática, na maioria das vezes,  </a:t>
            </a:r>
            <a:r>
              <a:rPr lang="pt-BR" altLang="pt-BR" i="1">
                <a:latin typeface="Times New Roman" panose="02020603050405020304" pitchFamily="18" charset="0"/>
              </a:rPr>
              <a:t>L</a:t>
            </a:r>
            <a:r>
              <a:rPr lang="pt-BR" altLang="pt-BR" i="1" baseline="30000">
                <a:latin typeface="Times New Roman" panose="02020603050405020304" pitchFamily="18" charset="0"/>
              </a:rPr>
              <a:t> </a:t>
            </a:r>
            <a:r>
              <a:rPr lang="pt-BR" altLang="pt-BR">
                <a:latin typeface="Times New Roman" panose="02020603050405020304" pitchFamily="18" charset="0"/>
              </a:rPr>
              <a:t>=</a:t>
            </a:r>
            <a:r>
              <a:rPr lang="pt-BR" altLang="pt-BR" baseline="30000">
                <a:latin typeface="Times New Roman" panose="02020603050405020304" pitchFamily="18" charset="0"/>
              </a:rPr>
              <a:t> </a:t>
            </a:r>
            <a:r>
              <a:rPr lang="pt-BR" altLang="pt-BR">
                <a:latin typeface="Times New Roman" panose="02020603050405020304" pitchFamily="18" charset="0"/>
              </a:rPr>
              <a:t>2</a:t>
            </a:r>
            <a:r>
              <a:rPr lang="pt-BR" altLang="pt-BR" i="1" baseline="30000">
                <a:latin typeface="Times New Roman" panose="02020603050405020304" pitchFamily="18" charset="0"/>
              </a:rPr>
              <a:t>b</a:t>
            </a:r>
            <a:r>
              <a:rPr lang="pt-BR" altLang="pt-BR" i="1">
                <a:latin typeface="Times New Roman" panose="02020603050405020304" pitchFamily="18" charset="0"/>
              </a:rPr>
              <a:t>,  b</a:t>
            </a:r>
            <a:r>
              <a:rPr lang="pt-BR" altLang="pt-BR">
                <a:latin typeface="Times New Roman" panose="02020603050405020304" pitchFamily="18" charset="0"/>
                <a:sym typeface="Symbol" panose="05050102010706020507" pitchFamily="18" charset="2"/>
              </a:rPr>
              <a:t>N</a:t>
            </a:r>
            <a:r>
              <a:rPr lang="pt-BR" altLang="pt-BR" baseline="3000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endParaRPr lang="pt-BR" altLang="pt-BR" sz="2000">
              <a:sym typeface="Symbol" panose="05050102010706020507" pitchFamily="18" charset="2"/>
            </a:endParaRPr>
          </a:p>
        </p:txBody>
      </p:sp>
      <p:graphicFrame>
        <p:nvGraphicFramePr>
          <p:cNvPr id="106" name="Object 95">
            <a:extLst>
              <a:ext uri="{FF2B5EF4-FFF2-40B4-BE49-F238E27FC236}">
                <a16:creationId xmlns:a16="http://schemas.microsoft.com/office/drawing/2014/main" id="{2A0FCBAD-2594-14DE-F2D8-ECF426503E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302650"/>
              </p:ext>
            </p:extLst>
          </p:nvPr>
        </p:nvGraphicFramePr>
        <p:xfrm>
          <a:off x="8073664" y="5380159"/>
          <a:ext cx="2349500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180800" imgH="609480" progId="Equation.3">
                  <p:embed/>
                </p:oleObj>
              </mc:Choice>
              <mc:Fallback>
                <p:oleObj name="Equation" r:id="rId40" imgW="1180800" imgH="609480" progId="Equation.3">
                  <p:embed/>
                  <p:pic>
                    <p:nvPicPr>
                      <p:cNvPr id="441439" name="Object 95">
                        <a:extLst>
                          <a:ext uri="{FF2B5EF4-FFF2-40B4-BE49-F238E27FC236}">
                            <a16:creationId xmlns:a16="http://schemas.microsoft.com/office/drawing/2014/main" id="{4BADA196-6E22-7DAA-F787-103DDDBE40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3664" y="5380159"/>
                        <a:ext cx="2349500" cy="12176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058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99" grpId="0"/>
      <p:bldP spid="10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FABFB-3CEF-E1D1-DB71-073FE998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projeto de </a:t>
            </a:r>
            <a:r>
              <a:rPr lang="pt-BR" dirty="0" err="1"/>
              <a:t>quantizador</a:t>
            </a:r>
            <a:r>
              <a:rPr lang="pt-BR" dirty="0"/>
              <a:t> uniforme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22DC15C-96CA-90FB-CA17-8E534AA17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6218" y="2752724"/>
            <a:ext cx="3471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>
            <a:spAutoFit/>
          </a:bodyPr>
          <a:lstStyle/>
          <a:p>
            <a:pPr algn="l"/>
            <a:r>
              <a:rPr lang="pt-BR" altLang="pt-BR" sz="2000">
                <a:solidFill>
                  <a:schemeClr val="accent2"/>
                </a:solidFill>
              </a:rPr>
              <a:t>Número de níveis de quantização:</a:t>
            </a:r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F8CC391F-E625-8B62-3046-150BF9545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6693" y="3405186"/>
            <a:ext cx="3621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>
            <a:spAutoFit/>
          </a:bodyPr>
          <a:lstStyle/>
          <a:p>
            <a:pPr algn="r">
              <a:spcBef>
                <a:spcPct val="0"/>
              </a:spcBef>
            </a:pPr>
            <a:r>
              <a:rPr lang="pt-BR" altLang="pt-BR" sz="2000">
                <a:solidFill>
                  <a:schemeClr val="accent2"/>
                </a:solidFill>
              </a:rPr>
              <a:t>Tamanho do passo do quantizador: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53BD0995-D898-6765-3656-C6B11D32BE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969983"/>
              </p:ext>
            </p:extLst>
          </p:nvPr>
        </p:nvGraphicFramePr>
        <p:xfrm>
          <a:off x="4150518" y="1868486"/>
          <a:ext cx="6016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960" imgH="228600" progId="Equation.3">
                  <p:embed/>
                </p:oleObj>
              </mc:Choice>
              <mc:Fallback>
                <p:oleObj name="Equation" r:id="rId2" imgW="291960" imgH="228600" progId="Equation.3">
                  <p:embed/>
                  <p:pic>
                    <p:nvPicPr>
                      <p:cNvPr id="468997" name="Object 5">
                        <a:extLst>
                          <a:ext uri="{FF2B5EF4-FFF2-40B4-BE49-F238E27FC236}">
                            <a16:creationId xmlns:a16="http://schemas.microsoft.com/office/drawing/2014/main" id="{6A2BD898-CAD2-E671-C475-A85BAA5AA0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0518" y="1868486"/>
                        <a:ext cx="6016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1D4E8FD7-7EDE-9722-4921-9C96397069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155545"/>
              </p:ext>
            </p:extLst>
          </p:nvPr>
        </p:nvGraphicFramePr>
        <p:xfrm>
          <a:off x="5328443" y="1868486"/>
          <a:ext cx="3635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28600" progId="Equation.3">
                  <p:embed/>
                </p:oleObj>
              </mc:Choice>
              <mc:Fallback>
                <p:oleObj name="Equation" r:id="rId4" imgW="177480" imgH="228600" progId="Equation.3">
                  <p:embed/>
                  <p:pic>
                    <p:nvPicPr>
                      <p:cNvPr id="468998" name="Object 6">
                        <a:extLst>
                          <a:ext uri="{FF2B5EF4-FFF2-40B4-BE49-F238E27FC236}">
                            <a16:creationId xmlns:a16="http://schemas.microsoft.com/office/drawing/2014/main" id="{9E44349F-4C4B-6251-7677-898262EC90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8443" y="1868486"/>
                        <a:ext cx="36353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3C24C08B-24A3-5657-D617-0109DEB246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193162"/>
              </p:ext>
            </p:extLst>
          </p:nvPr>
        </p:nvGraphicFramePr>
        <p:xfrm>
          <a:off x="6263481" y="1868486"/>
          <a:ext cx="5984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960" imgH="228600" progId="Equation.3">
                  <p:embed/>
                </p:oleObj>
              </mc:Choice>
              <mc:Fallback>
                <p:oleObj name="Equation" r:id="rId6" imgW="291960" imgH="228600" progId="Equation.3">
                  <p:embed/>
                  <p:pic>
                    <p:nvPicPr>
                      <p:cNvPr id="468999" name="Object 7">
                        <a:extLst>
                          <a:ext uri="{FF2B5EF4-FFF2-40B4-BE49-F238E27FC236}">
                            <a16:creationId xmlns:a16="http://schemas.microsoft.com/office/drawing/2014/main" id="{7F32105A-59EE-B3F6-1DB4-DDF2AE1795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3481" y="1868486"/>
                        <a:ext cx="5984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D05EDABC-1435-E114-378B-1DD32D77B0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139190"/>
              </p:ext>
            </p:extLst>
          </p:nvPr>
        </p:nvGraphicFramePr>
        <p:xfrm>
          <a:off x="7303293" y="1868486"/>
          <a:ext cx="622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228600" progId="Equation.3">
                  <p:embed/>
                </p:oleObj>
              </mc:Choice>
              <mc:Fallback>
                <p:oleObj name="Equation" r:id="rId8" imgW="304560" imgH="228600" progId="Equation.3">
                  <p:embed/>
                  <p:pic>
                    <p:nvPicPr>
                      <p:cNvPr id="469000" name="Object 8">
                        <a:extLst>
                          <a:ext uri="{FF2B5EF4-FFF2-40B4-BE49-F238E27FC236}">
                            <a16:creationId xmlns:a16="http://schemas.microsoft.com/office/drawing/2014/main" id="{4D7D2FE3-82FC-D0E6-5953-311CD4DCF7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3293" y="1868486"/>
                        <a:ext cx="622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B0D2DF59-AD51-E0DC-9F75-9A63CC3D0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039361"/>
              </p:ext>
            </p:extLst>
          </p:nvPr>
        </p:nvGraphicFramePr>
        <p:xfrm>
          <a:off x="5845968" y="1862136"/>
          <a:ext cx="3651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228600" progId="Equation.3">
                  <p:embed/>
                </p:oleObj>
              </mc:Choice>
              <mc:Fallback>
                <p:oleObj name="Equation" r:id="rId10" imgW="177480" imgH="228600" progId="Equation.3">
                  <p:embed/>
                  <p:pic>
                    <p:nvPicPr>
                      <p:cNvPr id="469001" name="Object 9">
                        <a:extLst>
                          <a:ext uri="{FF2B5EF4-FFF2-40B4-BE49-F238E27FC236}">
                            <a16:creationId xmlns:a16="http://schemas.microsoft.com/office/drawing/2014/main" id="{E943C246-3431-D2BD-8CCA-26B666D8CE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5968" y="1862136"/>
                        <a:ext cx="3651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B375A719-4E08-ABEB-9B20-0ECD597E9C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858309"/>
              </p:ext>
            </p:extLst>
          </p:nvPr>
        </p:nvGraphicFramePr>
        <p:xfrm>
          <a:off x="1945481" y="1881186"/>
          <a:ext cx="3683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215640" progId="Equation.3">
                  <p:embed/>
                </p:oleObj>
              </mc:Choice>
              <mc:Fallback>
                <p:oleObj name="Equation" r:id="rId12" imgW="177480" imgH="215640" progId="Equation.3">
                  <p:embed/>
                  <p:pic>
                    <p:nvPicPr>
                      <p:cNvPr id="469002" name="Object 10">
                        <a:extLst>
                          <a:ext uri="{FF2B5EF4-FFF2-40B4-BE49-F238E27FC236}">
                            <a16:creationId xmlns:a16="http://schemas.microsoft.com/office/drawing/2014/main" id="{8B4DACDB-285E-BF03-0094-F329603A19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5481" y="1881186"/>
                        <a:ext cx="3683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22EA6635-AF58-3995-F0E8-BA2584467B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87227"/>
              </p:ext>
            </p:extLst>
          </p:nvPr>
        </p:nvGraphicFramePr>
        <p:xfrm>
          <a:off x="2985293" y="1881186"/>
          <a:ext cx="39052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440" imgH="215640" progId="Equation.3">
                  <p:embed/>
                </p:oleObj>
              </mc:Choice>
              <mc:Fallback>
                <p:oleObj name="Equation" r:id="rId14" imgW="190440" imgH="215640" progId="Equation.3">
                  <p:embed/>
                  <p:pic>
                    <p:nvPicPr>
                      <p:cNvPr id="469003" name="Object 11">
                        <a:extLst>
                          <a:ext uri="{FF2B5EF4-FFF2-40B4-BE49-F238E27FC236}">
                            <a16:creationId xmlns:a16="http://schemas.microsoft.com/office/drawing/2014/main" id="{11DE1E34-3112-2CB5-FFEA-C40DD7FE88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5293" y="1881186"/>
                        <a:ext cx="39052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EC01A890-3D19-1EC8-E269-D305AEFDA6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676989"/>
              </p:ext>
            </p:extLst>
          </p:nvPr>
        </p:nvGraphicFramePr>
        <p:xfrm>
          <a:off x="8792368" y="1881186"/>
          <a:ext cx="4191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3040" imgH="215640" progId="Equation.3">
                  <p:embed/>
                </p:oleObj>
              </mc:Choice>
              <mc:Fallback>
                <p:oleObj name="Equation" r:id="rId16" imgW="203040" imgH="215640" progId="Equation.3">
                  <p:embed/>
                  <p:pic>
                    <p:nvPicPr>
                      <p:cNvPr id="469004" name="Object 12">
                        <a:extLst>
                          <a:ext uri="{FF2B5EF4-FFF2-40B4-BE49-F238E27FC236}">
                            <a16:creationId xmlns:a16="http://schemas.microsoft.com/office/drawing/2014/main" id="{D33AE953-AECA-2508-9FAC-3F0B46596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2368" y="1881186"/>
                        <a:ext cx="4191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68DA6AB1-B7E4-3A78-1236-1E77CD04E6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431864"/>
              </p:ext>
            </p:extLst>
          </p:nvPr>
        </p:nvGraphicFramePr>
        <p:xfrm>
          <a:off x="9727406" y="1881186"/>
          <a:ext cx="6508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17160" imgH="215640" progId="Equation.3">
                  <p:embed/>
                </p:oleObj>
              </mc:Choice>
              <mc:Fallback>
                <p:oleObj name="Equation" r:id="rId18" imgW="317160" imgH="215640" progId="Equation.3">
                  <p:embed/>
                  <p:pic>
                    <p:nvPicPr>
                      <p:cNvPr id="469005" name="Object 13">
                        <a:extLst>
                          <a:ext uri="{FF2B5EF4-FFF2-40B4-BE49-F238E27FC236}">
                            <a16:creationId xmlns:a16="http://schemas.microsoft.com/office/drawing/2014/main" id="{CEA09A3D-886A-999A-2A83-C91239DB46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7406" y="1881186"/>
                        <a:ext cx="6508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4">
            <a:extLst>
              <a:ext uri="{FF2B5EF4-FFF2-40B4-BE49-F238E27FC236}">
                <a16:creationId xmlns:a16="http://schemas.microsoft.com/office/drawing/2014/main" id="{A373F7C3-6620-BB4D-B9F9-780875B4B5BE}"/>
              </a:ext>
            </a:extLst>
          </p:cNvPr>
          <p:cNvGrpSpPr>
            <a:grpSpLocks/>
          </p:cNvGrpSpPr>
          <p:nvPr/>
        </p:nvGrpSpPr>
        <p:grpSpPr bwMode="auto">
          <a:xfrm>
            <a:off x="3186906" y="1793874"/>
            <a:ext cx="5818187" cy="152400"/>
            <a:chOff x="1089" y="1857"/>
            <a:chExt cx="3665" cy="96"/>
          </a:xfrm>
        </p:grpSpPr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30A05B3D-2035-44BF-B723-8E947D680F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754" y="185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4F1FF303-DB73-C452-6405-9798B3858E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886" y="185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1FDDE954-2857-790A-5F6C-6781DCCC59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220" y="185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02BBE015-31AB-62B5-A0C3-8930DA290C8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555" y="185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EF6E0549-142A-5D57-A49D-8FDDB5679DE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89" y="185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4181F470-932D-7993-DE52-84EF300335D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089" y="1857"/>
              <a:ext cx="0" cy="9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71E2F7FA-C834-F298-2CA9-AAACBEC5B50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587706" y="2320924"/>
            <a:ext cx="676275" cy="287337"/>
            <a:chOff x="4040" y="2288"/>
            <a:chExt cx="328" cy="139"/>
          </a:xfrm>
        </p:grpSpPr>
        <p:graphicFrame>
          <p:nvGraphicFramePr>
            <p:cNvPr id="22" name="Object 22">
              <a:extLst>
                <a:ext uri="{FF2B5EF4-FFF2-40B4-BE49-F238E27FC236}">
                  <a16:creationId xmlns:a16="http://schemas.microsoft.com/office/drawing/2014/main" id="{5EA000C3-C7F6-1BF5-C0E9-09A9DE0FA2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40" y="2288"/>
            <a:ext cx="140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39680" imgH="139680" progId="Equation.3">
                    <p:embed/>
                  </p:oleObj>
                </mc:Choice>
                <mc:Fallback>
                  <p:oleObj name="Equation" r:id="rId20" imgW="139680" imgH="139680" progId="Equation.3">
                    <p:embed/>
                    <p:pic>
                      <p:nvPicPr>
                        <p:cNvPr id="469014" name="Object 22">
                          <a:extLst>
                            <a:ext uri="{FF2B5EF4-FFF2-40B4-BE49-F238E27FC236}">
                              <a16:creationId xmlns:a16="http://schemas.microsoft.com/office/drawing/2014/main" id="{CD3BEA4E-2750-9DFA-AF5F-F7CFFC1F8A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0" y="2288"/>
                          <a:ext cx="140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032BA2B5-1144-5600-FF5E-8F104B641D4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188" y="2352"/>
              <a:ext cx="1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1093B3C6-947B-3E61-47B4-3E991E56C8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77656"/>
              </p:ext>
            </p:extLst>
          </p:nvPr>
        </p:nvGraphicFramePr>
        <p:xfrm>
          <a:off x="6944518" y="1216024"/>
          <a:ext cx="3159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2280" imgH="164880" progId="Equation.3">
                  <p:embed/>
                </p:oleObj>
              </mc:Choice>
              <mc:Fallback>
                <p:oleObj name="Equation" r:id="rId22" imgW="152280" imgH="164880" progId="Equation.3">
                  <p:embed/>
                  <p:pic>
                    <p:nvPicPr>
                      <p:cNvPr id="469016" name="Object 24">
                        <a:extLst>
                          <a:ext uri="{FF2B5EF4-FFF2-40B4-BE49-F238E27FC236}">
                            <a16:creationId xmlns:a16="http://schemas.microsoft.com/office/drawing/2014/main" id="{A24CC6F2-6884-412D-E6F5-D75A8F393C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4518" y="1216024"/>
                        <a:ext cx="3159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Line 25">
            <a:extLst>
              <a:ext uri="{FF2B5EF4-FFF2-40B4-BE49-F238E27FC236}">
                <a16:creationId xmlns:a16="http://schemas.microsoft.com/office/drawing/2014/main" id="{0B722462-19AC-8A16-53CD-6F9D71F71C3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6574631" y="1223961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132C9F36-A83C-C7D2-65FF-A648B8363B2A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7631906" y="1223961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79AEA813-CA32-1963-29FD-442BED86008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268368" y="1423986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4C773675-C0AB-6AD8-6CFE-183B60050D7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566693" y="1422399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29" name="Object 29">
            <a:extLst>
              <a:ext uri="{FF2B5EF4-FFF2-40B4-BE49-F238E27FC236}">
                <a16:creationId xmlns:a16="http://schemas.microsoft.com/office/drawing/2014/main" id="{CFFB92CE-7243-E980-0C86-82B68F899A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034057"/>
              </p:ext>
            </p:extLst>
          </p:nvPr>
        </p:nvGraphicFramePr>
        <p:xfrm>
          <a:off x="2213768" y="1117599"/>
          <a:ext cx="14478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61760" imgH="215640" progId="Equation.3">
                  <p:embed/>
                </p:oleObj>
              </mc:Choice>
              <mc:Fallback>
                <p:oleObj name="Equation" r:id="rId24" imgW="761760" imgH="215640" progId="Equation.3">
                  <p:embed/>
                  <p:pic>
                    <p:nvPicPr>
                      <p:cNvPr id="469021" name="Object 29">
                        <a:extLst>
                          <a:ext uri="{FF2B5EF4-FFF2-40B4-BE49-F238E27FC236}">
                            <a16:creationId xmlns:a16="http://schemas.microsoft.com/office/drawing/2014/main" id="{64AAEF66-7417-69DA-96AA-E1CF3D1F0C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3768" y="1117599"/>
                        <a:ext cx="14478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0">
            <a:extLst>
              <a:ext uri="{FF2B5EF4-FFF2-40B4-BE49-F238E27FC236}">
                <a16:creationId xmlns:a16="http://schemas.microsoft.com/office/drawing/2014/main" id="{7C6D2BFA-6452-597C-936B-E6F9542FB3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5864"/>
              </p:ext>
            </p:extLst>
          </p:nvPr>
        </p:nvGraphicFramePr>
        <p:xfrm>
          <a:off x="8451056" y="1057274"/>
          <a:ext cx="15970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74360" imgH="228600" progId="Equation.3">
                  <p:embed/>
                </p:oleObj>
              </mc:Choice>
              <mc:Fallback>
                <p:oleObj name="Equation" r:id="rId26" imgW="774360" imgH="228600" progId="Equation.3">
                  <p:embed/>
                  <p:pic>
                    <p:nvPicPr>
                      <p:cNvPr id="469022" name="Object 30">
                        <a:extLst>
                          <a:ext uri="{FF2B5EF4-FFF2-40B4-BE49-F238E27FC236}">
                            <a16:creationId xmlns:a16="http://schemas.microsoft.com/office/drawing/2014/main" id="{3C6C5738-8D2F-6B44-4D68-64C5B83C46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1056" y="1057274"/>
                        <a:ext cx="15970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31">
            <a:extLst>
              <a:ext uri="{FF2B5EF4-FFF2-40B4-BE49-F238E27FC236}">
                <a16:creationId xmlns:a16="http://schemas.microsoft.com/office/drawing/2014/main" id="{8D189988-0DB3-A95B-C22A-E0883B0AF393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0062368" y="1793874"/>
            <a:ext cx="0" cy="15240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F99121E8-DFAB-F0AE-A551-B7A1D4E562B4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29631" y="1793874"/>
            <a:ext cx="0" cy="15240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11EE40D2-5F57-CEEB-94C8-C243BAEEE130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1696243" y="1885949"/>
            <a:ext cx="1784350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B706796D-2A44-8101-1850-01E10267598C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4134643" y="1885949"/>
            <a:ext cx="38576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6845CFF9-1817-4EAC-DA3C-BA49735B96ED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3439318" y="1885949"/>
            <a:ext cx="790575" cy="0"/>
          </a:xfrm>
          <a:prstGeom prst="line">
            <a:avLst/>
          </a:prstGeom>
          <a:noFill/>
          <a:ln w="19050">
            <a:solidFill>
              <a:srgbClr val="0000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959AB5D5-E964-F097-B718-B62FEB6AB5BC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8668543" y="1885949"/>
            <a:ext cx="170497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A3D1ABDB-6CA7-BAA1-0584-89E182050A1B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7887493" y="1885949"/>
            <a:ext cx="962025" cy="0"/>
          </a:xfrm>
          <a:prstGeom prst="line">
            <a:avLst/>
          </a:prstGeom>
          <a:noFill/>
          <a:ln w="19050">
            <a:solidFill>
              <a:srgbClr val="0000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" name="Oval 38">
            <a:extLst>
              <a:ext uri="{FF2B5EF4-FFF2-40B4-BE49-F238E27FC236}">
                <a16:creationId xmlns:a16="http://schemas.microsoft.com/office/drawing/2014/main" id="{F4DC2623-CA0A-01E6-9D64-7D4D74EFF9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2018" y="1828799"/>
            <a:ext cx="100013" cy="100012"/>
          </a:xfrm>
          <a:prstGeom prst="ellipse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39" name="Object 39">
            <a:extLst>
              <a:ext uri="{FF2B5EF4-FFF2-40B4-BE49-F238E27FC236}">
                <a16:creationId xmlns:a16="http://schemas.microsoft.com/office/drawing/2014/main" id="{7715538E-CAEC-4C49-A69A-4BF9E6A030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801425"/>
              </p:ext>
            </p:extLst>
          </p:nvPr>
        </p:nvGraphicFramePr>
        <p:xfrm>
          <a:off x="5096668" y="3208336"/>
          <a:ext cx="548005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55800" imgH="380880" progId="Equation.DSMT4">
                  <p:embed/>
                </p:oleObj>
              </mc:Choice>
              <mc:Fallback>
                <p:oleObj name="Equation" r:id="rId28" imgW="2755800" imgH="380880" progId="Equation.DSMT4">
                  <p:embed/>
                  <p:pic>
                    <p:nvPicPr>
                      <p:cNvPr id="469031" name="Object 39">
                        <a:extLst>
                          <a:ext uri="{FF2B5EF4-FFF2-40B4-BE49-F238E27FC236}">
                            <a16:creationId xmlns:a16="http://schemas.microsoft.com/office/drawing/2014/main" id="{8F6B3711-8420-6663-11AA-9B9DF62D44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6668" y="3208336"/>
                        <a:ext cx="548005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40">
            <a:extLst>
              <a:ext uri="{FF2B5EF4-FFF2-40B4-BE49-F238E27FC236}">
                <a16:creationId xmlns:a16="http://schemas.microsoft.com/office/drawing/2014/main" id="{43554E56-E561-35AA-5866-D5CE5F389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591438"/>
              </p:ext>
            </p:extLst>
          </p:nvPr>
        </p:nvGraphicFramePr>
        <p:xfrm>
          <a:off x="5096668" y="4576761"/>
          <a:ext cx="3800475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904760" imgH="368280" progId="Equation.3">
                  <p:embed/>
                </p:oleObj>
              </mc:Choice>
              <mc:Fallback>
                <p:oleObj name="Equation" r:id="rId30" imgW="1904760" imgH="368280" progId="Equation.3">
                  <p:embed/>
                  <p:pic>
                    <p:nvPicPr>
                      <p:cNvPr id="469032" name="Object 40">
                        <a:extLst>
                          <a:ext uri="{FF2B5EF4-FFF2-40B4-BE49-F238E27FC236}">
                            <a16:creationId xmlns:a16="http://schemas.microsoft.com/office/drawing/2014/main" id="{905EA742-502E-9362-8F48-5050225E28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6668" y="4576761"/>
                        <a:ext cx="3800475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41">
            <a:extLst>
              <a:ext uri="{FF2B5EF4-FFF2-40B4-BE49-F238E27FC236}">
                <a16:creationId xmlns:a16="http://schemas.microsoft.com/office/drawing/2014/main" id="{7461E6EE-57FA-04A6-7EB5-E41AAB71D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168" y="4752974"/>
            <a:ext cx="2451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sz="2000">
                <a:solidFill>
                  <a:schemeClr val="accent2"/>
                </a:solidFill>
              </a:rPr>
              <a:t>Níveis de quantização:</a:t>
            </a:r>
          </a:p>
        </p:txBody>
      </p:sp>
      <p:sp>
        <p:nvSpPr>
          <p:cNvPr id="42" name="Oval 42">
            <a:extLst>
              <a:ext uri="{FF2B5EF4-FFF2-40B4-BE49-F238E27FC236}">
                <a16:creationId xmlns:a16="http://schemas.microsoft.com/office/drawing/2014/main" id="{E30EC021-DA06-FC68-C356-4655208E09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47706" y="1830386"/>
            <a:ext cx="100012" cy="100013"/>
          </a:xfrm>
          <a:prstGeom prst="ellipse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3" name="Oval 43">
            <a:extLst>
              <a:ext uri="{FF2B5EF4-FFF2-40B4-BE49-F238E27FC236}">
                <a16:creationId xmlns:a16="http://schemas.microsoft.com/office/drawing/2014/main" id="{C66C7AA1-5BF4-C774-0054-7804352057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87693" y="1827211"/>
            <a:ext cx="100013" cy="100013"/>
          </a:xfrm>
          <a:prstGeom prst="ellipse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4" name="Oval 44">
            <a:extLst>
              <a:ext uri="{FF2B5EF4-FFF2-40B4-BE49-F238E27FC236}">
                <a16:creationId xmlns:a16="http://schemas.microsoft.com/office/drawing/2014/main" id="{C2438768-9F3D-178E-A53B-6B703BB1CA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39506" y="1827211"/>
            <a:ext cx="100012" cy="100013"/>
          </a:xfrm>
          <a:prstGeom prst="ellipse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5" name="Oval 45">
            <a:extLst>
              <a:ext uri="{FF2B5EF4-FFF2-40B4-BE49-F238E27FC236}">
                <a16:creationId xmlns:a16="http://schemas.microsoft.com/office/drawing/2014/main" id="{7507E371-9E56-D1A7-F8EF-5B4DE72323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07468" y="1833561"/>
            <a:ext cx="100013" cy="100013"/>
          </a:xfrm>
          <a:prstGeom prst="ellipse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6" name="Freeform 46">
            <a:extLst>
              <a:ext uri="{FF2B5EF4-FFF2-40B4-BE49-F238E27FC236}">
                <a16:creationId xmlns:a16="http://schemas.microsoft.com/office/drawing/2014/main" id="{687E7A9F-E1D5-5554-CBAB-DF022D7B3C57}"/>
              </a:ext>
            </a:extLst>
          </p:cNvPr>
          <p:cNvSpPr>
            <a:spLocks/>
          </p:cNvSpPr>
          <p:nvPr/>
        </p:nvSpPr>
        <p:spPr bwMode="blackWhite">
          <a:xfrm>
            <a:off x="2124868" y="1346199"/>
            <a:ext cx="88900" cy="366712"/>
          </a:xfrm>
          <a:custGeom>
            <a:avLst/>
            <a:gdLst>
              <a:gd name="T0" fmla="*/ 56 w 56"/>
              <a:gd name="T1" fmla="*/ 0 h 231"/>
              <a:gd name="T2" fmla="*/ 12 w 56"/>
              <a:gd name="T3" fmla="*/ 48 h 231"/>
              <a:gd name="T4" fmla="*/ 0 w 56"/>
              <a:gd name="T5" fmla="*/ 231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231">
                <a:moveTo>
                  <a:pt x="56" y="0"/>
                </a:moveTo>
                <a:cubicBezTo>
                  <a:pt x="49" y="8"/>
                  <a:pt x="21" y="10"/>
                  <a:pt x="12" y="48"/>
                </a:cubicBezTo>
                <a:cubicBezTo>
                  <a:pt x="3" y="86"/>
                  <a:pt x="2" y="193"/>
                  <a:pt x="0" y="231"/>
                </a:cubicBezTo>
              </a:path>
            </a:pathLst>
          </a:custGeom>
          <a:noFill/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0BB06329-9172-C64E-A008-B329C6D13298}"/>
              </a:ext>
            </a:extLst>
          </p:cNvPr>
          <p:cNvSpPr>
            <a:spLocks/>
          </p:cNvSpPr>
          <p:nvPr/>
        </p:nvSpPr>
        <p:spPr bwMode="blackWhite">
          <a:xfrm flipH="1">
            <a:off x="9970293" y="1333499"/>
            <a:ext cx="88900" cy="366712"/>
          </a:xfrm>
          <a:custGeom>
            <a:avLst/>
            <a:gdLst>
              <a:gd name="T0" fmla="*/ 56 w 56"/>
              <a:gd name="T1" fmla="*/ 0 h 231"/>
              <a:gd name="T2" fmla="*/ 12 w 56"/>
              <a:gd name="T3" fmla="*/ 48 h 231"/>
              <a:gd name="T4" fmla="*/ 0 w 56"/>
              <a:gd name="T5" fmla="*/ 231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231">
                <a:moveTo>
                  <a:pt x="56" y="0"/>
                </a:moveTo>
                <a:cubicBezTo>
                  <a:pt x="49" y="8"/>
                  <a:pt x="21" y="10"/>
                  <a:pt x="12" y="48"/>
                </a:cubicBezTo>
                <a:cubicBezTo>
                  <a:pt x="3" y="86"/>
                  <a:pt x="2" y="193"/>
                  <a:pt x="0" y="231"/>
                </a:cubicBezTo>
              </a:path>
            </a:pathLst>
          </a:custGeom>
          <a:noFill/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48" name="Object 48">
            <a:extLst>
              <a:ext uri="{FF2B5EF4-FFF2-40B4-BE49-F238E27FC236}">
                <a16:creationId xmlns:a16="http://schemas.microsoft.com/office/drawing/2014/main" id="{CBAF2E62-2234-0312-DC1C-50F97BA704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037121"/>
              </p:ext>
            </p:extLst>
          </p:nvPr>
        </p:nvGraphicFramePr>
        <p:xfrm>
          <a:off x="3604418" y="5351461"/>
          <a:ext cx="691515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466800" imgH="380880" progId="Equation.DSMT4">
                  <p:embed/>
                </p:oleObj>
              </mc:Choice>
              <mc:Fallback>
                <p:oleObj name="Equation" r:id="rId32" imgW="3466800" imgH="380880" progId="Equation.DSMT4">
                  <p:embed/>
                  <p:pic>
                    <p:nvPicPr>
                      <p:cNvPr id="469040" name="Object 48">
                        <a:extLst>
                          <a:ext uri="{FF2B5EF4-FFF2-40B4-BE49-F238E27FC236}">
                            <a16:creationId xmlns:a16="http://schemas.microsoft.com/office/drawing/2014/main" id="{08E5617B-6FC0-46AE-BC17-3CEB76FCC8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4418" y="5351461"/>
                        <a:ext cx="691515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9">
            <a:extLst>
              <a:ext uri="{FF2B5EF4-FFF2-40B4-BE49-F238E27FC236}">
                <a16:creationId xmlns:a16="http://schemas.microsoft.com/office/drawing/2014/main" id="{6B37B03C-5AF1-0347-A3BE-DD4E6AE72E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809901"/>
              </p:ext>
            </p:extLst>
          </p:nvPr>
        </p:nvGraphicFramePr>
        <p:xfrm>
          <a:off x="2467768" y="1881186"/>
          <a:ext cx="39052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90440" imgH="215640" progId="Equation.3">
                  <p:embed/>
                </p:oleObj>
              </mc:Choice>
              <mc:Fallback>
                <p:oleObj name="Equation" r:id="rId34" imgW="190440" imgH="215640" progId="Equation.3">
                  <p:embed/>
                  <p:pic>
                    <p:nvPicPr>
                      <p:cNvPr id="469041" name="Object 49">
                        <a:extLst>
                          <a:ext uri="{FF2B5EF4-FFF2-40B4-BE49-F238E27FC236}">
                            <a16:creationId xmlns:a16="http://schemas.microsoft.com/office/drawing/2014/main" id="{FE943D28-6EF7-2824-7CD1-8EF247E9EC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7768" y="1881186"/>
                        <a:ext cx="39052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50">
            <a:extLst>
              <a:ext uri="{FF2B5EF4-FFF2-40B4-BE49-F238E27FC236}">
                <a16:creationId xmlns:a16="http://schemas.microsoft.com/office/drawing/2014/main" id="{CD935412-FADF-3603-F49D-434D0B13B9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013318"/>
              </p:ext>
            </p:extLst>
          </p:nvPr>
        </p:nvGraphicFramePr>
        <p:xfrm>
          <a:off x="3636168" y="6246811"/>
          <a:ext cx="36734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841400" imgH="228600" progId="Equation.3">
                  <p:embed/>
                </p:oleObj>
              </mc:Choice>
              <mc:Fallback>
                <p:oleObj name="Equation" r:id="rId36" imgW="1841400" imgH="228600" progId="Equation.3">
                  <p:embed/>
                  <p:pic>
                    <p:nvPicPr>
                      <p:cNvPr id="469042" name="Object 50">
                        <a:extLst>
                          <a:ext uri="{FF2B5EF4-FFF2-40B4-BE49-F238E27FC236}">
                            <a16:creationId xmlns:a16="http://schemas.microsoft.com/office/drawing/2014/main" id="{B4635068-6A09-5998-DB4E-8614CB792C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168" y="6246811"/>
                        <a:ext cx="36734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1">
            <a:extLst>
              <a:ext uri="{FF2B5EF4-FFF2-40B4-BE49-F238E27FC236}">
                <a16:creationId xmlns:a16="http://schemas.microsoft.com/office/drawing/2014/main" id="{9FF3787F-E6E0-9FB9-F403-A558F313AA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509268"/>
              </p:ext>
            </p:extLst>
          </p:nvPr>
        </p:nvGraphicFramePr>
        <p:xfrm>
          <a:off x="5096668" y="2757486"/>
          <a:ext cx="20526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028520" imgH="203040" progId="Equation.DSMT4">
                  <p:embed/>
                </p:oleObj>
              </mc:Choice>
              <mc:Fallback>
                <p:oleObj name="Equation" r:id="rId38" imgW="1028520" imgH="203040" progId="Equation.DSMT4">
                  <p:embed/>
                  <p:pic>
                    <p:nvPicPr>
                      <p:cNvPr id="469043" name="Object 51">
                        <a:extLst>
                          <a:ext uri="{FF2B5EF4-FFF2-40B4-BE49-F238E27FC236}">
                            <a16:creationId xmlns:a16="http://schemas.microsoft.com/office/drawing/2014/main" id="{162D210F-EEEE-1532-23FB-F1149802AA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6668" y="2757486"/>
                        <a:ext cx="205263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2">
            <a:extLst>
              <a:ext uri="{FF2B5EF4-FFF2-40B4-BE49-F238E27FC236}">
                <a16:creationId xmlns:a16="http://schemas.microsoft.com/office/drawing/2014/main" id="{C457B82D-8619-7E20-7C5B-1B847E910A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312661"/>
              </p:ext>
            </p:extLst>
          </p:nvPr>
        </p:nvGraphicFramePr>
        <p:xfrm>
          <a:off x="5098256" y="4075111"/>
          <a:ext cx="5143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2577960" imgH="228600" progId="Equation.DSMT4">
                  <p:embed/>
                </p:oleObj>
              </mc:Choice>
              <mc:Fallback>
                <p:oleObj name="Equation" r:id="rId40" imgW="2577960" imgH="228600" progId="Equation.DSMT4">
                  <p:embed/>
                  <p:pic>
                    <p:nvPicPr>
                      <p:cNvPr id="469044" name="Object 52">
                        <a:extLst>
                          <a:ext uri="{FF2B5EF4-FFF2-40B4-BE49-F238E27FC236}">
                            <a16:creationId xmlns:a16="http://schemas.microsoft.com/office/drawing/2014/main" id="{F4AB8B8D-9777-D789-8FFA-68F425004E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8256" y="4075111"/>
                        <a:ext cx="5143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89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D8FB5-5173-A414-D793-86E3E811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Característica de transferência de um </a:t>
            </a:r>
            <a:r>
              <a:rPr lang="pt-BR" altLang="pt-BR" dirty="0" err="1"/>
              <a:t>quantizador</a:t>
            </a:r>
            <a:r>
              <a:rPr lang="pt-BR" altLang="pt-BR" dirty="0"/>
              <a:t> uniforme</a:t>
            </a:r>
            <a:endParaRPr lang="pt-BR" dirty="0"/>
          </a:p>
        </p:txBody>
      </p:sp>
      <p:sp>
        <p:nvSpPr>
          <p:cNvPr id="5" name="Rectangle 1225">
            <a:extLst>
              <a:ext uri="{FF2B5EF4-FFF2-40B4-BE49-F238E27FC236}">
                <a16:creationId xmlns:a16="http://schemas.microsoft.com/office/drawing/2014/main" id="{FAA27477-3BB7-E658-7759-3C80FA3D6E68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6736305" y="3541191"/>
            <a:ext cx="1792288" cy="160337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6" name="Group 1230">
            <a:extLst>
              <a:ext uri="{FF2B5EF4-FFF2-40B4-BE49-F238E27FC236}">
                <a16:creationId xmlns:a16="http://schemas.microsoft.com/office/drawing/2014/main" id="{A3BCE6C6-D79B-F8B2-A1AC-A026898D1A64}"/>
              </a:ext>
            </a:extLst>
          </p:cNvPr>
          <p:cNvGrpSpPr>
            <a:grpSpLocks/>
          </p:cNvGrpSpPr>
          <p:nvPr/>
        </p:nvGrpSpPr>
        <p:grpSpPr bwMode="auto">
          <a:xfrm>
            <a:off x="1802355" y="1359966"/>
            <a:ext cx="4057650" cy="3813175"/>
            <a:chOff x="100" y="543"/>
            <a:chExt cx="2556" cy="2402"/>
          </a:xfrm>
        </p:grpSpPr>
        <p:grpSp>
          <p:nvGrpSpPr>
            <p:cNvPr id="7" name="Group 1145">
              <a:extLst>
                <a:ext uri="{FF2B5EF4-FFF2-40B4-BE49-F238E27FC236}">
                  <a16:creationId xmlns:a16="http://schemas.microsoft.com/office/drawing/2014/main" id="{858E4D7A-45BB-D8F4-A088-8B5DE72E4B61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337" y="1917"/>
              <a:ext cx="1012" cy="884"/>
              <a:chOff x="1348" y="1032"/>
              <a:chExt cx="1012" cy="884"/>
            </a:xfrm>
          </p:grpSpPr>
          <p:sp>
            <p:nvSpPr>
              <p:cNvPr id="50" name="Rectangle 1146">
                <a:extLst>
                  <a:ext uri="{FF2B5EF4-FFF2-40B4-BE49-F238E27FC236}">
                    <a16:creationId xmlns:a16="http://schemas.microsoft.com/office/drawing/2014/main" id="{05721C25-C8EE-66C4-EE2E-88F0299D1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1032"/>
                <a:ext cx="1012" cy="8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" name="Rectangle 1147">
                <a:extLst>
                  <a:ext uri="{FF2B5EF4-FFF2-40B4-BE49-F238E27FC236}">
                    <a16:creationId xmlns:a16="http://schemas.microsoft.com/office/drawing/2014/main" id="{AD6EE5E0-AAE5-4A7E-4675-24CB6DB7B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1281"/>
                <a:ext cx="757" cy="63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" name="Rectangle 1148">
                <a:extLst>
                  <a:ext uri="{FF2B5EF4-FFF2-40B4-BE49-F238E27FC236}">
                    <a16:creationId xmlns:a16="http://schemas.microsoft.com/office/drawing/2014/main" id="{3351A6DF-7C9E-E92F-8F99-A85942BE3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1539"/>
                <a:ext cx="511" cy="37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3" name="Rectangle 1149">
                <a:extLst>
                  <a:ext uri="{FF2B5EF4-FFF2-40B4-BE49-F238E27FC236}">
                    <a16:creationId xmlns:a16="http://schemas.microsoft.com/office/drawing/2014/main" id="{58139305-E891-F7ED-B450-277841148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1788"/>
                <a:ext cx="248" cy="1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8" name="Group 1144">
              <a:extLst>
                <a:ext uri="{FF2B5EF4-FFF2-40B4-BE49-F238E27FC236}">
                  <a16:creationId xmlns:a16="http://schemas.microsoft.com/office/drawing/2014/main" id="{24332C69-51DA-21DA-20F6-B27FA729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8" y="1032"/>
              <a:ext cx="1012" cy="884"/>
              <a:chOff x="1348" y="1032"/>
              <a:chExt cx="1012" cy="884"/>
            </a:xfrm>
          </p:grpSpPr>
          <p:sp>
            <p:nvSpPr>
              <p:cNvPr id="46" name="Rectangle 1143">
                <a:extLst>
                  <a:ext uri="{FF2B5EF4-FFF2-40B4-BE49-F238E27FC236}">
                    <a16:creationId xmlns:a16="http://schemas.microsoft.com/office/drawing/2014/main" id="{4ABA406B-8486-EC9B-0EC9-10B54BD9F9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1032"/>
                <a:ext cx="1012" cy="8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7" name="Rectangle 1142">
                <a:extLst>
                  <a:ext uri="{FF2B5EF4-FFF2-40B4-BE49-F238E27FC236}">
                    <a16:creationId xmlns:a16="http://schemas.microsoft.com/office/drawing/2014/main" id="{B8F8D79F-9985-4768-BE79-B2FDF1870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1281"/>
                <a:ext cx="757" cy="63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8" name="Rectangle 1141">
                <a:extLst>
                  <a:ext uri="{FF2B5EF4-FFF2-40B4-BE49-F238E27FC236}">
                    <a16:creationId xmlns:a16="http://schemas.microsoft.com/office/drawing/2014/main" id="{CD3CD7FD-3E4E-A886-72BB-69FF37EB7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1539"/>
                <a:ext cx="511" cy="37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9" name="Rectangle 1140">
                <a:extLst>
                  <a:ext uri="{FF2B5EF4-FFF2-40B4-BE49-F238E27FC236}">
                    <a16:creationId xmlns:a16="http://schemas.microsoft.com/office/drawing/2014/main" id="{F6CC8133-DC66-4EC4-1115-E2A2FA380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1788"/>
                <a:ext cx="248" cy="1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9" name="Line 1100">
              <a:extLst>
                <a:ext uri="{FF2B5EF4-FFF2-40B4-BE49-F238E27FC236}">
                  <a16:creationId xmlns:a16="http://schemas.microsoft.com/office/drawing/2014/main" id="{C90582F2-6A03-A79B-DAD8-04E64ECBAC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0" y="543"/>
              <a:ext cx="0" cy="2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Line 1102">
              <a:extLst>
                <a:ext uri="{FF2B5EF4-FFF2-40B4-BE49-F238E27FC236}">
                  <a16:creationId xmlns:a16="http://schemas.microsoft.com/office/drawing/2014/main" id="{FD89AAD7-F525-2B0A-BD8F-36FFB207CA5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75" y="646"/>
              <a:ext cx="0" cy="25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03">
              <a:extLst>
                <a:ext uri="{FF2B5EF4-FFF2-40B4-BE49-F238E27FC236}">
                  <a16:creationId xmlns:a16="http://schemas.microsoft.com/office/drawing/2014/main" id="{5AEBD827-97B1-7289-8EA6-84798882A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" y="1032"/>
              <a:ext cx="2556" cy="1776"/>
            </a:xfrm>
            <a:custGeom>
              <a:avLst/>
              <a:gdLst>
                <a:gd name="T0" fmla="*/ 0 w 2556"/>
                <a:gd name="T1" fmla="*/ 1776 h 1776"/>
                <a:gd name="T2" fmla="*/ 492 w 2556"/>
                <a:gd name="T3" fmla="*/ 1776 h 1776"/>
                <a:gd name="T4" fmla="*/ 492 w 2556"/>
                <a:gd name="T5" fmla="*/ 1520 h 1776"/>
                <a:gd name="T6" fmla="*/ 740 w 2556"/>
                <a:gd name="T7" fmla="*/ 1520 h 1776"/>
                <a:gd name="T8" fmla="*/ 740 w 2556"/>
                <a:gd name="T9" fmla="*/ 1263 h 1776"/>
                <a:gd name="T10" fmla="*/ 996 w 2556"/>
                <a:gd name="T11" fmla="*/ 1264 h 1776"/>
                <a:gd name="T12" fmla="*/ 996 w 2556"/>
                <a:gd name="T13" fmla="*/ 1016 h 1776"/>
                <a:gd name="T14" fmla="*/ 1252 w 2556"/>
                <a:gd name="T15" fmla="*/ 1016 h 1776"/>
                <a:gd name="T16" fmla="*/ 1252 w 2556"/>
                <a:gd name="T17" fmla="*/ 760 h 1776"/>
                <a:gd name="T18" fmla="*/ 1500 w 2556"/>
                <a:gd name="T19" fmla="*/ 760 h 1776"/>
                <a:gd name="T20" fmla="*/ 1500 w 2556"/>
                <a:gd name="T21" fmla="*/ 504 h 1776"/>
                <a:gd name="T22" fmla="*/ 1756 w 2556"/>
                <a:gd name="T23" fmla="*/ 504 h 1776"/>
                <a:gd name="T24" fmla="*/ 1756 w 2556"/>
                <a:gd name="T25" fmla="*/ 256 h 1776"/>
                <a:gd name="T26" fmla="*/ 2012 w 2556"/>
                <a:gd name="T27" fmla="*/ 256 h 1776"/>
                <a:gd name="T28" fmla="*/ 2012 w 2556"/>
                <a:gd name="T29" fmla="*/ 0 h 1776"/>
                <a:gd name="T30" fmla="*/ 2556 w 2556"/>
                <a:gd name="T31" fmla="*/ 0 h 1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56" h="1776">
                  <a:moveTo>
                    <a:pt x="0" y="1776"/>
                  </a:moveTo>
                  <a:lnTo>
                    <a:pt x="492" y="1776"/>
                  </a:lnTo>
                  <a:lnTo>
                    <a:pt x="492" y="1520"/>
                  </a:lnTo>
                  <a:lnTo>
                    <a:pt x="740" y="1520"/>
                  </a:lnTo>
                  <a:lnTo>
                    <a:pt x="740" y="1263"/>
                  </a:lnTo>
                  <a:lnTo>
                    <a:pt x="996" y="1264"/>
                  </a:lnTo>
                  <a:lnTo>
                    <a:pt x="996" y="1016"/>
                  </a:lnTo>
                  <a:lnTo>
                    <a:pt x="1252" y="1016"/>
                  </a:lnTo>
                  <a:lnTo>
                    <a:pt x="1252" y="760"/>
                  </a:lnTo>
                  <a:lnTo>
                    <a:pt x="1500" y="760"/>
                  </a:lnTo>
                  <a:lnTo>
                    <a:pt x="1500" y="504"/>
                  </a:lnTo>
                  <a:lnTo>
                    <a:pt x="1756" y="504"/>
                  </a:lnTo>
                  <a:lnTo>
                    <a:pt x="1756" y="256"/>
                  </a:lnTo>
                  <a:lnTo>
                    <a:pt x="2012" y="256"/>
                  </a:lnTo>
                  <a:lnTo>
                    <a:pt x="2012" y="0"/>
                  </a:lnTo>
                  <a:lnTo>
                    <a:pt x="2556" y="0"/>
                  </a:ln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2" name="Object 1104">
              <a:extLst>
                <a:ext uri="{FF2B5EF4-FFF2-40B4-BE49-F238E27FC236}">
                  <a16:creationId xmlns:a16="http://schemas.microsoft.com/office/drawing/2014/main" id="{FD63910C-AE49-8729-4570-03CDDCFE44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6" y="1926"/>
            <a:ext cx="202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8600" imgH="164880" progId="Equation.3">
                    <p:embed/>
                  </p:oleObj>
                </mc:Choice>
                <mc:Fallback>
                  <p:oleObj name="Equation" r:id="rId2" imgW="228600" imgH="164880" progId="Equation.3">
                    <p:embed/>
                    <p:pic>
                      <p:nvPicPr>
                        <p:cNvPr id="297040" name="Object 1104">
                          <a:extLst>
                            <a:ext uri="{FF2B5EF4-FFF2-40B4-BE49-F238E27FC236}">
                              <a16:creationId xmlns:a16="http://schemas.microsoft.com/office/drawing/2014/main" id="{67F3C162-F076-B620-F02C-2D682ECB9B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1926"/>
                          <a:ext cx="202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1105">
              <a:extLst>
                <a:ext uri="{FF2B5EF4-FFF2-40B4-BE49-F238E27FC236}">
                  <a16:creationId xmlns:a16="http://schemas.microsoft.com/office/drawing/2014/main" id="{FD773146-B19A-E814-31DE-0E592CE46E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7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Line 1106">
              <a:extLst>
                <a:ext uri="{FF2B5EF4-FFF2-40B4-BE49-F238E27FC236}">
                  <a16:creationId xmlns:a16="http://schemas.microsoft.com/office/drawing/2014/main" id="{3012F879-899A-7B44-5CF9-64E575544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2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5" name="Object 1107">
              <a:extLst>
                <a:ext uri="{FF2B5EF4-FFF2-40B4-BE49-F238E27FC236}">
                  <a16:creationId xmlns:a16="http://schemas.microsoft.com/office/drawing/2014/main" id="{3C567384-53D4-3093-5FB9-8473B75D11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98" y="1924"/>
            <a:ext cx="202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8600" imgH="177480" progId="Equation.3">
                    <p:embed/>
                  </p:oleObj>
                </mc:Choice>
                <mc:Fallback>
                  <p:oleObj name="Equation" r:id="rId4" imgW="228600" imgH="177480" progId="Equation.3">
                    <p:embed/>
                    <p:pic>
                      <p:nvPicPr>
                        <p:cNvPr id="297043" name="Object 1107">
                          <a:extLst>
                            <a:ext uri="{FF2B5EF4-FFF2-40B4-BE49-F238E27FC236}">
                              <a16:creationId xmlns:a16="http://schemas.microsoft.com/office/drawing/2014/main" id="{A82976AC-0AB3-C6E1-01AB-564EC91E02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8" y="1924"/>
                          <a:ext cx="202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Line 1108">
              <a:extLst>
                <a:ext uri="{FF2B5EF4-FFF2-40B4-BE49-F238E27FC236}">
                  <a16:creationId xmlns:a16="http://schemas.microsoft.com/office/drawing/2014/main" id="{062AC4F2-B8F7-8018-A8B9-8EE873BE8E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6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7" name="Object 1109">
              <a:extLst>
                <a:ext uri="{FF2B5EF4-FFF2-40B4-BE49-F238E27FC236}">
                  <a16:creationId xmlns:a16="http://schemas.microsoft.com/office/drawing/2014/main" id="{8ADB0765-5D15-6CB1-11FA-5A55270479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3" y="1924"/>
            <a:ext cx="202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8600" imgH="164880" progId="Equation.3">
                    <p:embed/>
                  </p:oleObj>
                </mc:Choice>
                <mc:Fallback>
                  <p:oleObj name="Equation" r:id="rId6" imgW="228600" imgH="164880" progId="Equation.3">
                    <p:embed/>
                    <p:pic>
                      <p:nvPicPr>
                        <p:cNvPr id="297045" name="Object 1109">
                          <a:extLst>
                            <a:ext uri="{FF2B5EF4-FFF2-40B4-BE49-F238E27FC236}">
                              <a16:creationId xmlns:a16="http://schemas.microsoft.com/office/drawing/2014/main" id="{DBAE2EF6-B378-E8A3-5EF6-09A1FC94AD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3" y="1924"/>
                          <a:ext cx="202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1110">
              <a:extLst>
                <a:ext uri="{FF2B5EF4-FFF2-40B4-BE49-F238E27FC236}">
                  <a16:creationId xmlns:a16="http://schemas.microsoft.com/office/drawing/2014/main" id="{6C3E5F0B-B739-E30B-4BBA-CE75BA1B8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1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9" name="Object 1111">
              <a:extLst>
                <a:ext uri="{FF2B5EF4-FFF2-40B4-BE49-F238E27FC236}">
                  <a16:creationId xmlns:a16="http://schemas.microsoft.com/office/drawing/2014/main" id="{09C59239-EA46-BD82-5E31-8D09236003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" y="1926"/>
            <a:ext cx="257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91960" imgH="190440" progId="Equation.3">
                    <p:embed/>
                  </p:oleObj>
                </mc:Choice>
                <mc:Fallback>
                  <p:oleObj name="Equation" r:id="rId8" imgW="291960" imgH="190440" progId="Equation.3">
                    <p:embed/>
                    <p:pic>
                      <p:nvPicPr>
                        <p:cNvPr id="297047" name="Object 1111">
                          <a:extLst>
                            <a:ext uri="{FF2B5EF4-FFF2-40B4-BE49-F238E27FC236}">
                              <a16:creationId xmlns:a16="http://schemas.microsoft.com/office/drawing/2014/main" id="{7867AEAB-5979-D559-B88F-177DADAFE8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" y="1926"/>
                          <a:ext cx="257" cy="16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1112">
              <a:extLst>
                <a:ext uri="{FF2B5EF4-FFF2-40B4-BE49-F238E27FC236}">
                  <a16:creationId xmlns:a16="http://schemas.microsoft.com/office/drawing/2014/main" id="{DB6368C1-2D97-AAE1-3EE5-2DBF83FC75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8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Line 1113">
              <a:extLst>
                <a:ext uri="{FF2B5EF4-FFF2-40B4-BE49-F238E27FC236}">
                  <a16:creationId xmlns:a16="http://schemas.microsoft.com/office/drawing/2014/main" id="{469816BE-94BC-3CA7-7CC9-CC5BEDA335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Line 1115">
              <a:extLst>
                <a:ext uri="{FF2B5EF4-FFF2-40B4-BE49-F238E27FC236}">
                  <a16:creationId xmlns:a16="http://schemas.microsoft.com/office/drawing/2014/main" id="{F9EE8A91-7950-B313-A818-EDA49DB70B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7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Line 1117">
              <a:extLst>
                <a:ext uri="{FF2B5EF4-FFF2-40B4-BE49-F238E27FC236}">
                  <a16:creationId xmlns:a16="http://schemas.microsoft.com/office/drawing/2014/main" id="{74B84D66-12A8-D5C7-1F22-507279D9F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2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24" name="Object 1118">
              <a:extLst>
                <a:ext uri="{FF2B5EF4-FFF2-40B4-BE49-F238E27FC236}">
                  <a16:creationId xmlns:a16="http://schemas.microsoft.com/office/drawing/2014/main" id="{78C0B91F-D27C-767E-8B00-34E8FCAF7E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9" y="1926"/>
            <a:ext cx="257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1960" imgH="190440" progId="Equation.3">
                    <p:embed/>
                  </p:oleObj>
                </mc:Choice>
                <mc:Fallback>
                  <p:oleObj name="Equation" r:id="rId10" imgW="291960" imgH="190440" progId="Equation.3">
                    <p:embed/>
                    <p:pic>
                      <p:nvPicPr>
                        <p:cNvPr id="297054" name="Object 1118">
                          <a:extLst>
                            <a:ext uri="{FF2B5EF4-FFF2-40B4-BE49-F238E27FC236}">
                              <a16:creationId xmlns:a16="http://schemas.microsoft.com/office/drawing/2014/main" id="{B03792F6-561F-6355-A816-559685F93D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" y="1926"/>
                          <a:ext cx="257" cy="16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1119">
              <a:extLst>
                <a:ext uri="{FF2B5EF4-FFF2-40B4-BE49-F238E27FC236}">
                  <a16:creationId xmlns:a16="http://schemas.microsoft.com/office/drawing/2014/main" id="{6999C38C-70E0-4CF7-9EBF-69FF827383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0" y="1926"/>
            <a:ext cx="257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91960" imgH="190440" progId="Equation.3">
                    <p:embed/>
                  </p:oleObj>
                </mc:Choice>
                <mc:Fallback>
                  <p:oleObj name="Equation" r:id="rId12" imgW="291960" imgH="190440" progId="Equation.3">
                    <p:embed/>
                    <p:pic>
                      <p:nvPicPr>
                        <p:cNvPr id="297055" name="Object 1119">
                          <a:extLst>
                            <a:ext uri="{FF2B5EF4-FFF2-40B4-BE49-F238E27FC236}">
                              <a16:creationId xmlns:a16="http://schemas.microsoft.com/office/drawing/2014/main" id="{2399A4B9-FC74-F68F-AE21-2B5B912E88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926"/>
                          <a:ext cx="257" cy="16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1122">
              <a:extLst>
                <a:ext uri="{FF2B5EF4-FFF2-40B4-BE49-F238E27FC236}">
                  <a16:creationId xmlns:a16="http://schemas.microsoft.com/office/drawing/2014/main" id="{D8830F06-2361-003C-6694-976D87CFE0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9" y="2196"/>
            <a:ext cx="38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31640" imgH="215640" progId="Equation.3">
                    <p:embed/>
                  </p:oleObj>
                </mc:Choice>
                <mc:Fallback>
                  <p:oleObj name="Equation" r:id="rId14" imgW="431640" imgH="215640" progId="Equation.3">
                    <p:embed/>
                    <p:pic>
                      <p:nvPicPr>
                        <p:cNvPr id="297058" name="Object 1122">
                          <a:extLst>
                            <a:ext uri="{FF2B5EF4-FFF2-40B4-BE49-F238E27FC236}">
                              <a16:creationId xmlns:a16="http://schemas.microsoft.com/office/drawing/2014/main" id="{746D7484-5883-BD03-9CB7-22A9E3D02C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9" y="2196"/>
                          <a:ext cx="38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Line 1123">
              <a:extLst>
                <a:ext uri="{FF2B5EF4-FFF2-40B4-BE49-F238E27FC236}">
                  <a16:creationId xmlns:a16="http://schemas.microsoft.com/office/drawing/2014/main" id="{071DA27C-F205-8F3D-4A77-0936B306E5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29" y="2268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28" name="Object 1124">
              <a:extLst>
                <a:ext uri="{FF2B5EF4-FFF2-40B4-BE49-F238E27FC236}">
                  <a16:creationId xmlns:a16="http://schemas.microsoft.com/office/drawing/2014/main" id="{713E9745-07CE-9763-6470-5AD081B8C8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4" y="1951"/>
            <a:ext cx="31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55320" imgH="215640" progId="Equation.3">
                    <p:embed/>
                  </p:oleObj>
                </mc:Choice>
                <mc:Fallback>
                  <p:oleObj name="Equation" r:id="rId16" imgW="355320" imgH="215640" progId="Equation.3">
                    <p:embed/>
                    <p:pic>
                      <p:nvPicPr>
                        <p:cNvPr id="297060" name="Object 1124">
                          <a:extLst>
                            <a:ext uri="{FF2B5EF4-FFF2-40B4-BE49-F238E27FC236}">
                              <a16:creationId xmlns:a16="http://schemas.microsoft.com/office/drawing/2014/main" id="{7861BF92-6082-EBE2-2CF0-4266C36CE1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4" y="1951"/>
                          <a:ext cx="313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1125">
              <a:extLst>
                <a:ext uri="{FF2B5EF4-FFF2-40B4-BE49-F238E27FC236}">
                  <a16:creationId xmlns:a16="http://schemas.microsoft.com/office/drawing/2014/main" id="{430111C4-22AE-526C-7EE4-99DA84E513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6" y="2454"/>
            <a:ext cx="38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31640" imgH="215640" progId="Equation.3">
                    <p:embed/>
                  </p:oleObj>
                </mc:Choice>
                <mc:Fallback>
                  <p:oleObj name="Equation" r:id="rId18" imgW="431640" imgH="215640" progId="Equation.3">
                    <p:embed/>
                    <p:pic>
                      <p:nvPicPr>
                        <p:cNvPr id="297061" name="Object 1125">
                          <a:extLst>
                            <a:ext uri="{FF2B5EF4-FFF2-40B4-BE49-F238E27FC236}">
                              <a16:creationId xmlns:a16="http://schemas.microsoft.com/office/drawing/2014/main" id="{D7757CFB-131F-8EE6-2A45-7111A6153A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" y="2454"/>
                          <a:ext cx="38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Line 1126">
              <a:extLst>
                <a:ext uri="{FF2B5EF4-FFF2-40B4-BE49-F238E27FC236}">
                  <a16:creationId xmlns:a16="http://schemas.microsoft.com/office/drawing/2014/main" id="{D320E80C-0BA9-9F08-6F24-21038DEBC7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26" y="2523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31" name="Object 1127">
              <a:extLst>
                <a:ext uri="{FF2B5EF4-FFF2-40B4-BE49-F238E27FC236}">
                  <a16:creationId xmlns:a16="http://schemas.microsoft.com/office/drawing/2014/main" id="{C2ED1FD4-188F-34D8-F175-D2DA959E4B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6" y="2704"/>
            <a:ext cx="38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31640" imgH="215640" progId="Equation.3">
                    <p:embed/>
                  </p:oleObj>
                </mc:Choice>
                <mc:Fallback>
                  <p:oleObj name="Equation" r:id="rId20" imgW="431640" imgH="215640" progId="Equation.3">
                    <p:embed/>
                    <p:pic>
                      <p:nvPicPr>
                        <p:cNvPr id="297063" name="Object 1127">
                          <a:extLst>
                            <a:ext uri="{FF2B5EF4-FFF2-40B4-BE49-F238E27FC236}">
                              <a16:creationId xmlns:a16="http://schemas.microsoft.com/office/drawing/2014/main" id="{08906833-D234-C85E-2005-CF088CA9E4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" y="2704"/>
                          <a:ext cx="38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Line 1128">
              <a:extLst>
                <a:ext uri="{FF2B5EF4-FFF2-40B4-BE49-F238E27FC236}">
                  <a16:creationId xmlns:a16="http://schemas.microsoft.com/office/drawing/2014/main" id="{E48440A1-4258-903D-A7F3-4D965DDC32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26" y="2775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33" name="Object 1129">
              <a:extLst>
                <a:ext uri="{FF2B5EF4-FFF2-40B4-BE49-F238E27FC236}">
                  <a16:creationId xmlns:a16="http://schemas.microsoft.com/office/drawing/2014/main" id="{2B8FD3F6-78D8-53B8-C12D-89242F8D05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5" y="937"/>
            <a:ext cx="31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55320" imgH="215640" progId="Equation.3">
                    <p:embed/>
                  </p:oleObj>
                </mc:Choice>
                <mc:Fallback>
                  <p:oleObj name="Equation" r:id="rId22" imgW="355320" imgH="215640" progId="Equation.3">
                    <p:embed/>
                    <p:pic>
                      <p:nvPicPr>
                        <p:cNvPr id="297065" name="Object 1129">
                          <a:extLst>
                            <a:ext uri="{FF2B5EF4-FFF2-40B4-BE49-F238E27FC236}">
                              <a16:creationId xmlns:a16="http://schemas.microsoft.com/office/drawing/2014/main" id="{D4D81107-1ABC-DB2C-EFAB-D70B165F8B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5" y="937"/>
                          <a:ext cx="313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Line 1130">
              <a:extLst>
                <a:ext uri="{FF2B5EF4-FFF2-40B4-BE49-F238E27FC236}">
                  <a16:creationId xmlns:a16="http://schemas.microsoft.com/office/drawing/2014/main" id="{206599E7-533E-971B-8441-A90B5A8FA3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77" y="1005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35" name="Object 1135">
              <a:extLst>
                <a:ext uri="{FF2B5EF4-FFF2-40B4-BE49-F238E27FC236}">
                  <a16:creationId xmlns:a16="http://schemas.microsoft.com/office/drawing/2014/main" id="{FC278E03-56C3-8D31-967D-4141BDC883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5" y="1184"/>
            <a:ext cx="31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55320" imgH="215640" progId="Equation.3">
                    <p:embed/>
                  </p:oleObj>
                </mc:Choice>
                <mc:Fallback>
                  <p:oleObj name="Equation" r:id="rId24" imgW="355320" imgH="215640" progId="Equation.3">
                    <p:embed/>
                    <p:pic>
                      <p:nvPicPr>
                        <p:cNvPr id="297071" name="Object 1135">
                          <a:extLst>
                            <a:ext uri="{FF2B5EF4-FFF2-40B4-BE49-F238E27FC236}">
                              <a16:creationId xmlns:a16="http://schemas.microsoft.com/office/drawing/2014/main" id="{D500F1D0-DC7E-3061-3113-DEE82AC71C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5" y="1184"/>
                          <a:ext cx="313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Line 1136">
              <a:extLst>
                <a:ext uri="{FF2B5EF4-FFF2-40B4-BE49-F238E27FC236}">
                  <a16:creationId xmlns:a16="http://schemas.microsoft.com/office/drawing/2014/main" id="{545EDB72-7ECA-F33C-507F-F7B6E7381B6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77" y="1254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37" name="Object 1137">
              <a:extLst>
                <a:ext uri="{FF2B5EF4-FFF2-40B4-BE49-F238E27FC236}">
                  <a16:creationId xmlns:a16="http://schemas.microsoft.com/office/drawing/2014/main" id="{AFF06760-E1BB-11F2-6EE1-2CFDBE9C34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5" y="1442"/>
            <a:ext cx="31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55320" imgH="215640" progId="Equation.3">
                    <p:embed/>
                  </p:oleObj>
                </mc:Choice>
                <mc:Fallback>
                  <p:oleObj name="Equation" r:id="rId26" imgW="355320" imgH="215640" progId="Equation.3">
                    <p:embed/>
                    <p:pic>
                      <p:nvPicPr>
                        <p:cNvPr id="297073" name="Object 1137">
                          <a:extLst>
                            <a:ext uri="{FF2B5EF4-FFF2-40B4-BE49-F238E27FC236}">
                              <a16:creationId xmlns:a16="http://schemas.microsoft.com/office/drawing/2014/main" id="{3A6CA208-3E31-4E0A-6C65-B106E9A15B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5" y="1442"/>
                          <a:ext cx="313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Line 1138">
              <a:extLst>
                <a:ext uri="{FF2B5EF4-FFF2-40B4-BE49-F238E27FC236}">
                  <a16:creationId xmlns:a16="http://schemas.microsoft.com/office/drawing/2014/main" id="{00B4B316-FD15-7159-22D2-0749085CD1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377" y="1512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39" name="Object 1139">
              <a:extLst>
                <a:ext uri="{FF2B5EF4-FFF2-40B4-BE49-F238E27FC236}">
                  <a16:creationId xmlns:a16="http://schemas.microsoft.com/office/drawing/2014/main" id="{9672BAED-9148-29CD-BB22-1370F48904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" y="1693"/>
            <a:ext cx="246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79360" imgH="215640" progId="Equation.3">
                    <p:embed/>
                  </p:oleObj>
                </mc:Choice>
                <mc:Fallback>
                  <p:oleObj name="Equation" r:id="rId28" imgW="279360" imgH="215640" progId="Equation.3">
                    <p:embed/>
                    <p:pic>
                      <p:nvPicPr>
                        <p:cNvPr id="297075" name="Object 1139">
                          <a:extLst>
                            <a:ext uri="{FF2B5EF4-FFF2-40B4-BE49-F238E27FC236}">
                              <a16:creationId xmlns:a16="http://schemas.microsoft.com/office/drawing/2014/main" id="{595692E6-3926-7EE3-E3EB-D9F2BA416E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1693"/>
                          <a:ext cx="246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0" name="Group 1158">
              <a:extLst>
                <a:ext uri="{FF2B5EF4-FFF2-40B4-BE49-F238E27FC236}">
                  <a16:creationId xmlns:a16="http://schemas.microsoft.com/office/drawing/2014/main" id="{65744080-9C40-41A5-7B7D-B514688884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6" y="2074"/>
              <a:ext cx="281" cy="140"/>
              <a:chOff x="2366" y="2074"/>
              <a:chExt cx="281" cy="140"/>
            </a:xfrm>
          </p:grpSpPr>
          <p:graphicFrame>
            <p:nvGraphicFramePr>
              <p:cNvPr id="44" name="Object 1151">
                <a:extLst>
                  <a:ext uri="{FF2B5EF4-FFF2-40B4-BE49-F238E27FC236}">
                    <a16:creationId xmlns:a16="http://schemas.microsoft.com/office/drawing/2014/main" id="{1BA0D8B6-8388-A2A6-8F67-D8989888772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66" y="2074"/>
              <a:ext cx="141" cy="1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139680" imgH="139680" progId="Equation.3">
                      <p:embed/>
                    </p:oleObj>
                  </mc:Choice>
                  <mc:Fallback>
                    <p:oleObj name="Equation" r:id="rId30" imgW="139680" imgH="139680" progId="Equation.3">
                      <p:embed/>
                      <p:pic>
                        <p:nvPicPr>
                          <p:cNvPr id="297087" name="Object 1151">
                            <a:extLst>
                              <a:ext uri="{FF2B5EF4-FFF2-40B4-BE49-F238E27FC236}">
                                <a16:creationId xmlns:a16="http://schemas.microsoft.com/office/drawing/2014/main" id="{30C1A187-D030-484C-041E-10DE99EF672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66" y="2074"/>
                            <a:ext cx="141" cy="1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Line 1152">
                <a:extLst>
                  <a:ext uri="{FF2B5EF4-FFF2-40B4-BE49-F238E27FC236}">
                    <a16:creationId xmlns:a16="http://schemas.microsoft.com/office/drawing/2014/main" id="{51492DAB-1AF1-9355-FFB5-6C5B9D12C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1" y="2144"/>
                <a:ext cx="146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1" name="Group 1160">
              <a:extLst>
                <a:ext uri="{FF2B5EF4-FFF2-40B4-BE49-F238E27FC236}">
                  <a16:creationId xmlns:a16="http://schemas.microsoft.com/office/drawing/2014/main" id="{71A4B07F-74C1-B45F-E4FB-5815792C37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9" y="545"/>
              <a:ext cx="141" cy="325"/>
              <a:chOff x="1169" y="545"/>
              <a:chExt cx="141" cy="325"/>
            </a:xfrm>
          </p:grpSpPr>
          <p:graphicFrame>
            <p:nvGraphicFramePr>
              <p:cNvPr id="42" name="Object 1155">
                <a:extLst>
                  <a:ext uri="{FF2B5EF4-FFF2-40B4-BE49-F238E27FC236}">
                    <a16:creationId xmlns:a16="http://schemas.microsoft.com/office/drawing/2014/main" id="{396C7856-EA56-5519-F0B8-FC51D80BFC6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69" y="704"/>
              <a:ext cx="141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139680" imgH="164880" progId="Equation.3">
                      <p:embed/>
                    </p:oleObj>
                  </mc:Choice>
                  <mc:Fallback>
                    <p:oleObj name="Equation" r:id="rId32" imgW="139680" imgH="164880" progId="Equation.3">
                      <p:embed/>
                      <p:pic>
                        <p:nvPicPr>
                          <p:cNvPr id="297091" name="Object 1155">
                            <a:extLst>
                              <a:ext uri="{FF2B5EF4-FFF2-40B4-BE49-F238E27FC236}">
                                <a16:creationId xmlns:a16="http://schemas.microsoft.com/office/drawing/2014/main" id="{57E5FD6B-A012-1804-8239-20E619764DE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69" y="704"/>
                            <a:ext cx="141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" name="Line 1156">
                <a:extLst>
                  <a:ext uri="{FF2B5EF4-FFF2-40B4-BE49-F238E27FC236}">
                    <a16:creationId xmlns:a16="http://schemas.microsoft.com/office/drawing/2014/main" id="{2E7CABAA-F889-4010-0197-86B45FF0B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1171" y="617"/>
                <a:ext cx="14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4" name="Text Box 1162">
            <a:extLst>
              <a:ext uri="{FF2B5EF4-FFF2-40B4-BE49-F238E27FC236}">
                <a16:creationId xmlns:a16="http://schemas.microsoft.com/office/drawing/2014/main" id="{85705C6C-1C9C-9C8F-7EAF-604CFCDA8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205" y="5470003"/>
            <a:ext cx="39735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altLang="pt-BR" sz="2000">
                <a:solidFill>
                  <a:schemeClr val="accent2"/>
                </a:solidFill>
              </a:rPr>
              <a:t>Característica de um quantizador uniforme do tipo </a:t>
            </a:r>
            <a:r>
              <a:rPr lang="pt-BR" altLang="pt-BR" sz="2000" i="1">
                <a:solidFill>
                  <a:schemeClr val="accent2"/>
                </a:solidFill>
              </a:rPr>
              <a:t>midrise.</a:t>
            </a:r>
            <a:endParaRPr lang="pt-BR" altLang="pt-BR" sz="2000">
              <a:solidFill>
                <a:schemeClr val="accent2"/>
              </a:solidFill>
            </a:endParaRPr>
          </a:p>
        </p:txBody>
      </p:sp>
      <p:grpSp>
        <p:nvGrpSpPr>
          <p:cNvPr id="55" name="Group 1229">
            <a:extLst>
              <a:ext uri="{FF2B5EF4-FFF2-40B4-BE49-F238E27FC236}">
                <a16:creationId xmlns:a16="http://schemas.microsoft.com/office/drawing/2014/main" id="{CF1EEBEA-A751-E741-C674-4F1F68022A7F}"/>
              </a:ext>
            </a:extLst>
          </p:cNvPr>
          <p:cNvGrpSpPr>
            <a:grpSpLocks/>
          </p:cNvGrpSpPr>
          <p:nvPr/>
        </p:nvGrpSpPr>
        <p:grpSpPr bwMode="auto">
          <a:xfrm>
            <a:off x="6355305" y="1359966"/>
            <a:ext cx="4233863" cy="3927475"/>
            <a:chOff x="2968" y="543"/>
            <a:chExt cx="2667" cy="2474"/>
          </a:xfrm>
        </p:grpSpPr>
        <p:grpSp>
          <p:nvGrpSpPr>
            <p:cNvPr id="56" name="Group 1228">
              <a:extLst>
                <a:ext uri="{FF2B5EF4-FFF2-40B4-BE49-F238E27FC236}">
                  <a16:creationId xmlns:a16="http://schemas.microsoft.com/office/drawing/2014/main" id="{64635688-DF8B-B96B-EDDA-C04B6A01D4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3" y="1917"/>
              <a:ext cx="874" cy="1010"/>
              <a:chOff x="3463" y="1917"/>
              <a:chExt cx="874" cy="1010"/>
            </a:xfrm>
          </p:grpSpPr>
          <p:sp>
            <p:nvSpPr>
              <p:cNvPr id="90" name="Rectangle 1165">
                <a:extLst>
                  <a:ext uri="{FF2B5EF4-FFF2-40B4-BE49-F238E27FC236}">
                    <a16:creationId xmlns:a16="http://schemas.microsoft.com/office/drawing/2014/main" id="{3F6BF63D-85AC-6A9B-7D5F-DDCE94423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3463" y="1917"/>
                <a:ext cx="874" cy="10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1" name="Rectangle 1166">
                <a:extLst>
                  <a:ext uri="{FF2B5EF4-FFF2-40B4-BE49-F238E27FC236}">
                    <a16:creationId xmlns:a16="http://schemas.microsoft.com/office/drawing/2014/main" id="{8840A7AD-2561-0E16-BA42-8D06A7081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3707" y="1917"/>
                <a:ext cx="630" cy="7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2" name="Rectangle 1167">
                <a:extLst>
                  <a:ext uri="{FF2B5EF4-FFF2-40B4-BE49-F238E27FC236}">
                    <a16:creationId xmlns:a16="http://schemas.microsoft.com/office/drawing/2014/main" id="{8D1FBF66-32C3-13C9-0D93-A5E50AA27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3968" y="1917"/>
                <a:ext cx="369" cy="50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3" name="Rectangle 1168">
                <a:extLst>
                  <a:ext uri="{FF2B5EF4-FFF2-40B4-BE49-F238E27FC236}">
                    <a16:creationId xmlns:a16="http://schemas.microsoft.com/office/drawing/2014/main" id="{6D6BC4B8-7462-9891-07F3-1A40264D1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4221" y="1917"/>
                <a:ext cx="113" cy="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57" name="Group 1227">
              <a:extLst>
                <a:ext uri="{FF2B5EF4-FFF2-40B4-BE49-F238E27FC236}">
                  <a16:creationId xmlns:a16="http://schemas.microsoft.com/office/drawing/2014/main" id="{6532C2DE-B96F-9650-0658-13A331B469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4" y="1158"/>
              <a:ext cx="897" cy="758"/>
              <a:chOff x="4334" y="1158"/>
              <a:chExt cx="897" cy="758"/>
            </a:xfrm>
          </p:grpSpPr>
          <p:sp>
            <p:nvSpPr>
              <p:cNvPr id="86" name="Rectangle 1170">
                <a:extLst>
                  <a:ext uri="{FF2B5EF4-FFF2-40B4-BE49-F238E27FC236}">
                    <a16:creationId xmlns:a16="http://schemas.microsoft.com/office/drawing/2014/main" id="{08EE3841-7363-9857-37D5-E50384B89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1158"/>
                <a:ext cx="895" cy="75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7" name="Rectangle 1171">
                <a:extLst>
                  <a:ext uri="{FF2B5EF4-FFF2-40B4-BE49-F238E27FC236}">
                    <a16:creationId xmlns:a16="http://schemas.microsoft.com/office/drawing/2014/main" id="{A6525033-CD46-05D6-6B22-694713924A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1161"/>
                <a:ext cx="643" cy="7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8" name="Rectangle 1172">
                <a:extLst>
                  <a:ext uri="{FF2B5EF4-FFF2-40B4-BE49-F238E27FC236}">
                    <a16:creationId xmlns:a16="http://schemas.microsoft.com/office/drawing/2014/main" id="{D7FDF7D3-56B5-419D-E2D7-7451CE9B3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1413"/>
                <a:ext cx="385" cy="50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9" name="Rectangle 1173">
                <a:extLst>
                  <a:ext uri="{FF2B5EF4-FFF2-40B4-BE49-F238E27FC236}">
                    <a16:creationId xmlns:a16="http://schemas.microsoft.com/office/drawing/2014/main" id="{ECA20254-EC4A-23A0-DB53-2D48493AB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656"/>
                <a:ext cx="134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58" name="Line 1174">
              <a:extLst>
                <a:ext uri="{FF2B5EF4-FFF2-40B4-BE49-F238E27FC236}">
                  <a16:creationId xmlns:a16="http://schemas.microsoft.com/office/drawing/2014/main" id="{82BE5F81-79CB-C5A4-4A79-789919CD57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8" y="543"/>
              <a:ext cx="0" cy="24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Line 1175">
              <a:extLst>
                <a:ext uri="{FF2B5EF4-FFF2-40B4-BE49-F238E27FC236}">
                  <a16:creationId xmlns:a16="http://schemas.microsoft.com/office/drawing/2014/main" id="{8B85D624-CE55-D8B1-A92D-677B25F3116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363" y="646"/>
              <a:ext cx="0" cy="25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176">
              <a:extLst>
                <a:ext uri="{FF2B5EF4-FFF2-40B4-BE49-F238E27FC236}">
                  <a16:creationId xmlns:a16="http://schemas.microsoft.com/office/drawing/2014/main" id="{5E03597F-48B1-C086-9B6B-DED7DC3A1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1158"/>
              <a:ext cx="2556" cy="1776"/>
            </a:xfrm>
            <a:custGeom>
              <a:avLst/>
              <a:gdLst>
                <a:gd name="T0" fmla="*/ 0 w 2556"/>
                <a:gd name="T1" fmla="*/ 1776 h 1776"/>
                <a:gd name="T2" fmla="*/ 492 w 2556"/>
                <a:gd name="T3" fmla="*/ 1776 h 1776"/>
                <a:gd name="T4" fmla="*/ 492 w 2556"/>
                <a:gd name="T5" fmla="*/ 1520 h 1776"/>
                <a:gd name="T6" fmla="*/ 740 w 2556"/>
                <a:gd name="T7" fmla="*/ 1520 h 1776"/>
                <a:gd name="T8" fmla="*/ 740 w 2556"/>
                <a:gd name="T9" fmla="*/ 1263 h 1776"/>
                <a:gd name="T10" fmla="*/ 996 w 2556"/>
                <a:gd name="T11" fmla="*/ 1264 h 1776"/>
                <a:gd name="T12" fmla="*/ 996 w 2556"/>
                <a:gd name="T13" fmla="*/ 1016 h 1776"/>
                <a:gd name="T14" fmla="*/ 1252 w 2556"/>
                <a:gd name="T15" fmla="*/ 1016 h 1776"/>
                <a:gd name="T16" fmla="*/ 1252 w 2556"/>
                <a:gd name="T17" fmla="*/ 760 h 1776"/>
                <a:gd name="T18" fmla="*/ 1500 w 2556"/>
                <a:gd name="T19" fmla="*/ 760 h 1776"/>
                <a:gd name="T20" fmla="*/ 1500 w 2556"/>
                <a:gd name="T21" fmla="*/ 504 h 1776"/>
                <a:gd name="T22" fmla="*/ 1756 w 2556"/>
                <a:gd name="T23" fmla="*/ 504 h 1776"/>
                <a:gd name="T24" fmla="*/ 1756 w 2556"/>
                <a:gd name="T25" fmla="*/ 256 h 1776"/>
                <a:gd name="T26" fmla="*/ 2012 w 2556"/>
                <a:gd name="T27" fmla="*/ 256 h 1776"/>
                <a:gd name="T28" fmla="*/ 2012 w 2556"/>
                <a:gd name="T29" fmla="*/ 0 h 1776"/>
                <a:gd name="T30" fmla="*/ 2556 w 2556"/>
                <a:gd name="T31" fmla="*/ 0 h 1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56" h="1776">
                  <a:moveTo>
                    <a:pt x="0" y="1776"/>
                  </a:moveTo>
                  <a:lnTo>
                    <a:pt x="492" y="1776"/>
                  </a:lnTo>
                  <a:lnTo>
                    <a:pt x="492" y="1520"/>
                  </a:lnTo>
                  <a:lnTo>
                    <a:pt x="740" y="1520"/>
                  </a:lnTo>
                  <a:lnTo>
                    <a:pt x="740" y="1263"/>
                  </a:lnTo>
                  <a:lnTo>
                    <a:pt x="996" y="1264"/>
                  </a:lnTo>
                  <a:lnTo>
                    <a:pt x="996" y="1016"/>
                  </a:lnTo>
                  <a:lnTo>
                    <a:pt x="1252" y="1016"/>
                  </a:lnTo>
                  <a:lnTo>
                    <a:pt x="1252" y="760"/>
                  </a:lnTo>
                  <a:lnTo>
                    <a:pt x="1500" y="760"/>
                  </a:lnTo>
                  <a:lnTo>
                    <a:pt x="1500" y="504"/>
                  </a:lnTo>
                  <a:lnTo>
                    <a:pt x="1756" y="504"/>
                  </a:lnTo>
                  <a:lnTo>
                    <a:pt x="1756" y="256"/>
                  </a:lnTo>
                  <a:lnTo>
                    <a:pt x="2012" y="256"/>
                  </a:lnTo>
                  <a:lnTo>
                    <a:pt x="2012" y="0"/>
                  </a:lnTo>
                  <a:lnTo>
                    <a:pt x="2556" y="0"/>
                  </a:ln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61" name="Object 1177">
              <a:extLst>
                <a:ext uri="{FF2B5EF4-FFF2-40B4-BE49-F238E27FC236}">
                  <a16:creationId xmlns:a16="http://schemas.microsoft.com/office/drawing/2014/main" id="{835783E0-F879-E2CD-A745-6E3FC19E1D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85" y="1584"/>
            <a:ext cx="135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52280" imgH="164880" progId="Equation.3">
                    <p:embed/>
                  </p:oleObj>
                </mc:Choice>
                <mc:Fallback>
                  <p:oleObj name="Equation" r:id="rId34" imgW="152280" imgH="164880" progId="Equation.3">
                    <p:embed/>
                    <p:pic>
                      <p:nvPicPr>
                        <p:cNvPr id="297113" name="Object 1177">
                          <a:extLst>
                            <a:ext uri="{FF2B5EF4-FFF2-40B4-BE49-F238E27FC236}">
                              <a16:creationId xmlns:a16="http://schemas.microsoft.com/office/drawing/2014/main" id="{2398CCB9-39E1-E594-CC50-7AAE705A66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5" y="1584"/>
                          <a:ext cx="135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" name="Line 1178">
              <a:extLst>
                <a:ext uri="{FF2B5EF4-FFF2-40B4-BE49-F238E27FC236}">
                  <a16:creationId xmlns:a16="http://schemas.microsoft.com/office/drawing/2014/main" id="{84E1D643-5C96-8717-9AF8-BDA00079D4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2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Line 1179">
              <a:extLst>
                <a:ext uri="{FF2B5EF4-FFF2-40B4-BE49-F238E27FC236}">
                  <a16:creationId xmlns:a16="http://schemas.microsoft.com/office/drawing/2014/main" id="{76412E08-CC49-33C5-D8A1-1F288D6817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0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64" name="Object 1180">
              <a:extLst>
                <a:ext uri="{FF2B5EF4-FFF2-40B4-BE49-F238E27FC236}">
                  <a16:creationId xmlns:a16="http://schemas.microsoft.com/office/drawing/2014/main" id="{92093A0D-95E8-4B4B-90EA-D8F517C76C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16" y="1078"/>
            <a:ext cx="202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228600" imgH="177480" progId="Equation.3">
                    <p:embed/>
                  </p:oleObj>
                </mc:Choice>
                <mc:Fallback>
                  <p:oleObj name="Equation" r:id="rId36" imgW="228600" imgH="177480" progId="Equation.3">
                    <p:embed/>
                    <p:pic>
                      <p:nvPicPr>
                        <p:cNvPr id="297116" name="Object 1180">
                          <a:extLst>
                            <a:ext uri="{FF2B5EF4-FFF2-40B4-BE49-F238E27FC236}">
                              <a16:creationId xmlns:a16="http://schemas.microsoft.com/office/drawing/2014/main" id="{C09D4C11-0F17-49FA-985E-6D5D01A783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6" y="1078"/>
                          <a:ext cx="202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" name="Line 1181">
              <a:extLst>
                <a:ext uri="{FF2B5EF4-FFF2-40B4-BE49-F238E27FC236}">
                  <a16:creationId xmlns:a16="http://schemas.microsoft.com/office/drawing/2014/main" id="{9B6D08A3-2543-1B63-8A90-88996B9B1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0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66" name="Object 1184">
              <a:extLst>
                <a:ext uri="{FF2B5EF4-FFF2-40B4-BE49-F238E27FC236}">
                  <a16:creationId xmlns:a16="http://schemas.microsoft.com/office/drawing/2014/main" id="{BEB8F99C-8095-C817-D1AE-550EFC2D4B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57" y="2844"/>
            <a:ext cx="257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291960" imgH="190440" progId="Equation.3">
                    <p:embed/>
                  </p:oleObj>
                </mc:Choice>
                <mc:Fallback>
                  <p:oleObj name="Equation" r:id="rId37" imgW="291960" imgH="190440" progId="Equation.3">
                    <p:embed/>
                    <p:pic>
                      <p:nvPicPr>
                        <p:cNvPr id="297120" name="Object 1184">
                          <a:extLst>
                            <a:ext uri="{FF2B5EF4-FFF2-40B4-BE49-F238E27FC236}">
                              <a16:creationId xmlns:a16="http://schemas.microsoft.com/office/drawing/2014/main" id="{DA45DC3A-7649-96E2-5DDD-743425A6DC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7" y="2844"/>
                          <a:ext cx="257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" name="Line 1185">
              <a:extLst>
                <a:ext uri="{FF2B5EF4-FFF2-40B4-BE49-F238E27FC236}">
                  <a16:creationId xmlns:a16="http://schemas.microsoft.com/office/drawing/2014/main" id="{D7E23A42-B0CF-D723-E9E0-CB58A1699C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8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Line 1186">
              <a:extLst>
                <a:ext uri="{FF2B5EF4-FFF2-40B4-BE49-F238E27FC236}">
                  <a16:creationId xmlns:a16="http://schemas.microsoft.com/office/drawing/2014/main" id="{EF87D068-C9D5-5398-0201-E771B74619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9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Line 1187">
              <a:extLst>
                <a:ext uri="{FF2B5EF4-FFF2-40B4-BE49-F238E27FC236}">
                  <a16:creationId xmlns:a16="http://schemas.microsoft.com/office/drawing/2014/main" id="{F936FCCD-6D71-7D01-50B3-A86778AF0B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6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Line 1188">
              <a:extLst>
                <a:ext uri="{FF2B5EF4-FFF2-40B4-BE49-F238E27FC236}">
                  <a16:creationId xmlns:a16="http://schemas.microsoft.com/office/drawing/2014/main" id="{FE0BFAD4-9A60-360C-010C-EA19E860E8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1" y="186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71" name="Object 1189">
              <a:extLst>
                <a:ext uri="{FF2B5EF4-FFF2-40B4-BE49-F238E27FC236}">
                  <a16:creationId xmlns:a16="http://schemas.microsoft.com/office/drawing/2014/main" id="{1AA46960-F3E4-D1BC-1EAC-8A703B5B29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3" y="2580"/>
            <a:ext cx="257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291960" imgH="190440" progId="Equation.3">
                    <p:embed/>
                  </p:oleObj>
                </mc:Choice>
                <mc:Fallback>
                  <p:oleObj name="Equation" r:id="rId38" imgW="291960" imgH="190440" progId="Equation.3">
                    <p:embed/>
                    <p:pic>
                      <p:nvPicPr>
                        <p:cNvPr id="297125" name="Object 1189">
                          <a:extLst>
                            <a:ext uri="{FF2B5EF4-FFF2-40B4-BE49-F238E27FC236}">
                              <a16:creationId xmlns:a16="http://schemas.microsoft.com/office/drawing/2014/main" id="{900F3B1B-5604-B46C-11D4-6BFF8F7741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3" y="2580"/>
                          <a:ext cx="257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1190">
              <a:extLst>
                <a:ext uri="{FF2B5EF4-FFF2-40B4-BE49-F238E27FC236}">
                  <a16:creationId xmlns:a16="http://schemas.microsoft.com/office/drawing/2014/main" id="{9D3D19E8-D873-8BD2-7D09-360272D481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54" y="2328"/>
            <a:ext cx="257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291960" imgH="190440" progId="Equation.3">
                    <p:embed/>
                  </p:oleObj>
                </mc:Choice>
                <mc:Fallback>
                  <p:oleObj name="Equation" r:id="rId39" imgW="291960" imgH="190440" progId="Equation.3">
                    <p:embed/>
                    <p:pic>
                      <p:nvPicPr>
                        <p:cNvPr id="297126" name="Object 1190">
                          <a:extLst>
                            <a:ext uri="{FF2B5EF4-FFF2-40B4-BE49-F238E27FC236}">
                              <a16:creationId xmlns:a16="http://schemas.microsoft.com/office/drawing/2014/main" id="{9AB39538-B910-D974-961A-D8FA12207A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4" y="2328"/>
                          <a:ext cx="257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Line 1192">
              <a:extLst>
                <a:ext uri="{FF2B5EF4-FFF2-40B4-BE49-F238E27FC236}">
                  <a16:creationId xmlns:a16="http://schemas.microsoft.com/office/drawing/2014/main" id="{717CB120-2214-4841-57F6-D4CF934804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317" y="213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Line 1195">
              <a:extLst>
                <a:ext uri="{FF2B5EF4-FFF2-40B4-BE49-F238E27FC236}">
                  <a16:creationId xmlns:a16="http://schemas.microsoft.com/office/drawing/2014/main" id="{0E725A60-DBC7-88C1-6B32-4303BCE024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314" y="2391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Line 1197">
              <a:extLst>
                <a:ext uri="{FF2B5EF4-FFF2-40B4-BE49-F238E27FC236}">
                  <a16:creationId xmlns:a16="http://schemas.microsoft.com/office/drawing/2014/main" id="{E2A53FB4-6F05-CAD1-75CB-1BCB5C5ADF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314" y="2643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Line 1199">
              <a:extLst>
                <a:ext uri="{FF2B5EF4-FFF2-40B4-BE49-F238E27FC236}">
                  <a16:creationId xmlns:a16="http://schemas.microsoft.com/office/drawing/2014/main" id="{F903665A-3C5F-14A0-8252-8A65A3D26A8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365" y="1131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Line 1201">
              <a:extLst>
                <a:ext uri="{FF2B5EF4-FFF2-40B4-BE49-F238E27FC236}">
                  <a16:creationId xmlns:a16="http://schemas.microsoft.com/office/drawing/2014/main" id="{83E1F176-ED6A-3493-4614-06F6FE9407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365" y="1386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78" name="Object 1202">
              <a:extLst>
                <a:ext uri="{FF2B5EF4-FFF2-40B4-BE49-F238E27FC236}">
                  <a16:creationId xmlns:a16="http://schemas.microsoft.com/office/drawing/2014/main" id="{681A2283-9EEA-00B3-0523-01A4DAE239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9" y="1920"/>
            <a:ext cx="224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253800" imgH="330120" progId="Equation.3">
                    <p:embed/>
                  </p:oleObj>
                </mc:Choice>
                <mc:Fallback>
                  <p:oleObj name="Equation" r:id="rId40" imgW="253800" imgH="330120" progId="Equation.3">
                    <p:embed/>
                    <p:pic>
                      <p:nvPicPr>
                        <p:cNvPr id="297138" name="Object 1202">
                          <a:extLst>
                            <a:ext uri="{FF2B5EF4-FFF2-40B4-BE49-F238E27FC236}">
                              <a16:creationId xmlns:a16="http://schemas.microsoft.com/office/drawing/2014/main" id="{A97EBC7F-12B2-6D99-D4FE-96B021164F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9" y="1920"/>
                          <a:ext cx="224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" name="Line 1203">
              <a:extLst>
                <a:ext uri="{FF2B5EF4-FFF2-40B4-BE49-F238E27FC236}">
                  <a16:creationId xmlns:a16="http://schemas.microsoft.com/office/drawing/2014/main" id="{13B03DCE-E7B9-7DCF-9379-7CD615CCE0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365" y="1632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80" name="Group 1205">
              <a:extLst>
                <a:ext uri="{FF2B5EF4-FFF2-40B4-BE49-F238E27FC236}">
                  <a16:creationId xmlns:a16="http://schemas.microsoft.com/office/drawing/2014/main" id="{C0D736B0-79F3-C146-ADC2-0D34746896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4" y="2074"/>
              <a:ext cx="281" cy="140"/>
              <a:chOff x="2366" y="2074"/>
              <a:chExt cx="281" cy="140"/>
            </a:xfrm>
          </p:grpSpPr>
          <p:graphicFrame>
            <p:nvGraphicFramePr>
              <p:cNvPr id="84" name="Object 1206">
                <a:extLst>
                  <a:ext uri="{FF2B5EF4-FFF2-40B4-BE49-F238E27FC236}">
                    <a16:creationId xmlns:a16="http://schemas.microsoft.com/office/drawing/2014/main" id="{9A3E96CA-E810-E2BC-16CB-31F71F1E417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66" y="2074"/>
              <a:ext cx="141" cy="1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2" imgW="139680" imgH="139680" progId="Equation.3">
                      <p:embed/>
                    </p:oleObj>
                  </mc:Choice>
                  <mc:Fallback>
                    <p:oleObj name="Equation" r:id="rId42" imgW="139680" imgH="139680" progId="Equation.3">
                      <p:embed/>
                      <p:pic>
                        <p:nvPicPr>
                          <p:cNvPr id="297142" name="Object 1206">
                            <a:extLst>
                              <a:ext uri="{FF2B5EF4-FFF2-40B4-BE49-F238E27FC236}">
                                <a16:creationId xmlns:a16="http://schemas.microsoft.com/office/drawing/2014/main" id="{4A44B634-F293-9E50-8DEE-532E4D69CBA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66" y="2074"/>
                            <a:ext cx="141" cy="1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5" name="Line 1207">
                <a:extLst>
                  <a:ext uri="{FF2B5EF4-FFF2-40B4-BE49-F238E27FC236}">
                    <a16:creationId xmlns:a16="http://schemas.microsoft.com/office/drawing/2014/main" id="{6EDD1281-8B56-2D43-F8A1-F33B63F706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01" y="2144"/>
                <a:ext cx="146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81" name="Group 1208">
              <a:extLst>
                <a:ext uri="{FF2B5EF4-FFF2-40B4-BE49-F238E27FC236}">
                  <a16:creationId xmlns:a16="http://schemas.microsoft.com/office/drawing/2014/main" id="{1615F738-D093-9024-FE08-B674FEBC54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7" y="545"/>
              <a:ext cx="141" cy="325"/>
              <a:chOff x="1169" y="545"/>
              <a:chExt cx="141" cy="325"/>
            </a:xfrm>
          </p:grpSpPr>
          <p:graphicFrame>
            <p:nvGraphicFramePr>
              <p:cNvPr id="82" name="Object 1209">
                <a:extLst>
                  <a:ext uri="{FF2B5EF4-FFF2-40B4-BE49-F238E27FC236}">
                    <a16:creationId xmlns:a16="http://schemas.microsoft.com/office/drawing/2014/main" id="{DE154A99-6E72-A050-3F72-84321FEF99E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69" y="704"/>
              <a:ext cx="141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3" imgW="139680" imgH="164880" progId="Equation.3">
                      <p:embed/>
                    </p:oleObj>
                  </mc:Choice>
                  <mc:Fallback>
                    <p:oleObj name="Equation" r:id="rId43" imgW="139680" imgH="164880" progId="Equation.3">
                      <p:embed/>
                      <p:pic>
                        <p:nvPicPr>
                          <p:cNvPr id="297145" name="Object 1209">
                            <a:extLst>
                              <a:ext uri="{FF2B5EF4-FFF2-40B4-BE49-F238E27FC236}">
                                <a16:creationId xmlns:a16="http://schemas.microsoft.com/office/drawing/2014/main" id="{31FE1CF0-AB6E-C73E-A896-E522E982972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69" y="704"/>
                            <a:ext cx="141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3" name="Line 1210">
                <a:extLst>
                  <a:ext uri="{FF2B5EF4-FFF2-40B4-BE49-F238E27FC236}">
                    <a16:creationId xmlns:a16="http://schemas.microsoft.com/office/drawing/2014/main" id="{CE112832-3318-B575-B648-39013B1418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1171" y="617"/>
                <a:ext cx="14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94" name="Text Box 1211">
            <a:extLst>
              <a:ext uri="{FF2B5EF4-FFF2-40B4-BE49-F238E27FC236}">
                <a16:creationId xmlns:a16="http://schemas.microsoft.com/office/drawing/2014/main" id="{0A833C32-D35F-0BAA-D162-A235D8F0A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5655" y="5470003"/>
            <a:ext cx="39735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altLang="pt-BR" sz="2000">
                <a:solidFill>
                  <a:schemeClr val="accent2"/>
                </a:solidFill>
              </a:rPr>
              <a:t>Característica de um quantizador uniforme do tipo </a:t>
            </a:r>
            <a:r>
              <a:rPr lang="pt-BR" altLang="pt-BR" sz="2000" i="1">
                <a:solidFill>
                  <a:schemeClr val="accent2"/>
                </a:solidFill>
              </a:rPr>
              <a:t>midtread.</a:t>
            </a:r>
            <a:endParaRPr lang="pt-BR" altLang="pt-BR" sz="2000">
              <a:solidFill>
                <a:schemeClr val="accent2"/>
              </a:solidFill>
            </a:endParaRPr>
          </a:p>
        </p:txBody>
      </p:sp>
      <p:sp>
        <p:nvSpPr>
          <p:cNvPr id="95" name="Line 1212">
            <a:extLst>
              <a:ext uri="{FF2B5EF4-FFF2-40B4-BE49-F238E27FC236}">
                <a16:creationId xmlns:a16="http://schemas.microsoft.com/office/drawing/2014/main" id="{7B02682B-6382-8592-D030-B3B8737E3748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8491287" y="5104084"/>
            <a:ext cx="0" cy="80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96" name="Object 1213">
            <a:extLst>
              <a:ext uri="{FF2B5EF4-FFF2-40B4-BE49-F238E27FC236}">
                <a16:creationId xmlns:a16="http://schemas.microsoft.com/office/drawing/2014/main" id="{B758CBA2-DABF-BE29-CD49-D5A61CCE42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076569"/>
              </p:ext>
            </p:extLst>
          </p:nvPr>
        </p:nvGraphicFramePr>
        <p:xfrm>
          <a:off x="8177755" y="2622028"/>
          <a:ext cx="320675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228600" imgH="164880" progId="Equation.3">
                  <p:embed/>
                </p:oleObj>
              </mc:Choice>
              <mc:Fallback>
                <p:oleObj name="Equation" r:id="rId44" imgW="228600" imgH="164880" progId="Equation.3">
                  <p:embed/>
                  <p:pic>
                    <p:nvPicPr>
                      <p:cNvPr id="297149" name="Object 1213">
                        <a:extLst>
                          <a:ext uri="{FF2B5EF4-FFF2-40B4-BE49-F238E27FC236}">
                            <a16:creationId xmlns:a16="http://schemas.microsoft.com/office/drawing/2014/main" id="{B5492025-7E67-6163-C7D2-8A021DB02E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7755" y="2622028"/>
                        <a:ext cx="320675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1214">
            <a:extLst>
              <a:ext uri="{FF2B5EF4-FFF2-40B4-BE49-F238E27FC236}">
                <a16:creationId xmlns:a16="http://schemas.microsoft.com/office/drawing/2014/main" id="{A1473F0B-E97B-BA95-B6D9-BB91F6926D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144167"/>
              </p:ext>
            </p:extLst>
          </p:nvPr>
        </p:nvGraphicFramePr>
        <p:xfrm>
          <a:off x="9379493" y="3549128"/>
          <a:ext cx="3556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253800" imgH="330120" progId="Equation.3">
                  <p:embed/>
                </p:oleObj>
              </mc:Choice>
              <mc:Fallback>
                <p:oleObj name="Equation" r:id="rId45" imgW="253800" imgH="330120" progId="Equation.3">
                  <p:embed/>
                  <p:pic>
                    <p:nvPicPr>
                      <p:cNvPr id="297150" name="Object 1214">
                        <a:extLst>
                          <a:ext uri="{FF2B5EF4-FFF2-40B4-BE49-F238E27FC236}">
                            <a16:creationId xmlns:a16="http://schemas.microsoft.com/office/drawing/2014/main" id="{2A8870F7-CD98-4144-77B2-FE1173E708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9493" y="3549128"/>
                        <a:ext cx="3556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Line 1215">
            <a:extLst>
              <a:ext uri="{FF2B5EF4-FFF2-40B4-BE49-F238E27FC236}">
                <a16:creationId xmlns:a16="http://schemas.microsoft.com/office/drawing/2014/main" id="{EEC7BA00-D937-CBA0-FF1F-806FE916B6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49355" y="3460228"/>
            <a:ext cx="0" cy="80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9" name="Line 1216">
            <a:extLst>
              <a:ext uri="{FF2B5EF4-FFF2-40B4-BE49-F238E27FC236}">
                <a16:creationId xmlns:a16="http://schemas.microsoft.com/office/drawing/2014/main" id="{A2306032-E2A9-AF55-8BB0-C4334AF5B7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49405" y="3460228"/>
            <a:ext cx="0" cy="80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100" name="Object 1217">
            <a:extLst>
              <a:ext uri="{FF2B5EF4-FFF2-40B4-BE49-F238E27FC236}">
                <a16:creationId xmlns:a16="http://schemas.microsoft.com/office/drawing/2014/main" id="{FEE289AB-F79A-44A4-04F8-BE4244554C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802433"/>
              </p:ext>
            </p:extLst>
          </p:nvPr>
        </p:nvGraphicFramePr>
        <p:xfrm>
          <a:off x="9779543" y="3549128"/>
          <a:ext cx="3556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253800" imgH="330120" progId="Equation.3">
                  <p:embed/>
                </p:oleObj>
              </mc:Choice>
              <mc:Fallback>
                <p:oleObj name="Equation" r:id="rId47" imgW="253800" imgH="330120" progId="Equation.3">
                  <p:embed/>
                  <p:pic>
                    <p:nvPicPr>
                      <p:cNvPr id="297153" name="Object 1217">
                        <a:extLst>
                          <a:ext uri="{FF2B5EF4-FFF2-40B4-BE49-F238E27FC236}">
                            <a16:creationId xmlns:a16="http://schemas.microsoft.com/office/drawing/2014/main" id="{7229966C-4378-08A2-D83A-B452885AB5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543" y="3549128"/>
                        <a:ext cx="3556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218">
            <a:extLst>
              <a:ext uri="{FF2B5EF4-FFF2-40B4-BE49-F238E27FC236}">
                <a16:creationId xmlns:a16="http://schemas.microsoft.com/office/drawing/2014/main" id="{26B355CA-02AA-538D-F030-D0C51404D0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842801"/>
              </p:ext>
            </p:extLst>
          </p:nvPr>
        </p:nvGraphicFramePr>
        <p:xfrm>
          <a:off x="8550818" y="3798366"/>
          <a:ext cx="30162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215640" imgH="190440" progId="Equation.3">
                  <p:embed/>
                </p:oleObj>
              </mc:Choice>
              <mc:Fallback>
                <p:oleObj name="Equation" r:id="rId49" imgW="215640" imgH="190440" progId="Equation.3">
                  <p:embed/>
                  <p:pic>
                    <p:nvPicPr>
                      <p:cNvPr id="297154" name="Object 1218">
                        <a:extLst>
                          <a:ext uri="{FF2B5EF4-FFF2-40B4-BE49-F238E27FC236}">
                            <a16:creationId xmlns:a16="http://schemas.microsoft.com/office/drawing/2014/main" id="{3C95C3B0-57AF-0AAD-B724-A2B70C0800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0818" y="3798366"/>
                        <a:ext cx="301625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Line 1220">
            <a:extLst>
              <a:ext uri="{FF2B5EF4-FFF2-40B4-BE49-F238E27FC236}">
                <a16:creationId xmlns:a16="http://schemas.microsoft.com/office/drawing/2014/main" id="{7EF5323C-DECC-D443-D3BB-3B3712C221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9480" y="3458641"/>
            <a:ext cx="0" cy="80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103" name="Object 1221">
            <a:extLst>
              <a:ext uri="{FF2B5EF4-FFF2-40B4-BE49-F238E27FC236}">
                <a16:creationId xmlns:a16="http://schemas.microsoft.com/office/drawing/2014/main" id="{0094792E-B5EC-892A-902B-BC75D38C2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838206"/>
              </p:ext>
            </p:extLst>
          </p:nvPr>
        </p:nvGraphicFramePr>
        <p:xfrm>
          <a:off x="7734843" y="3587228"/>
          <a:ext cx="4445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317160" imgH="355320" progId="Equation.3">
                  <p:embed/>
                </p:oleObj>
              </mc:Choice>
              <mc:Fallback>
                <p:oleObj name="Equation" r:id="rId51" imgW="317160" imgH="355320" progId="Equation.3">
                  <p:embed/>
                  <p:pic>
                    <p:nvPicPr>
                      <p:cNvPr id="297157" name="Object 1221">
                        <a:extLst>
                          <a:ext uri="{FF2B5EF4-FFF2-40B4-BE49-F238E27FC236}">
                            <a16:creationId xmlns:a16="http://schemas.microsoft.com/office/drawing/2014/main" id="{42919E26-52D1-04DA-404A-56CF6CC63E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0132"/>
                      <a:stretch>
                        <a:fillRect/>
                      </a:stretch>
                    </p:blipFill>
                    <p:spPr bwMode="auto">
                      <a:xfrm>
                        <a:off x="7734843" y="3587228"/>
                        <a:ext cx="444500" cy="446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222">
            <a:extLst>
              <a:ext uri="{FF2B5EF4-FFF2-40B4-BE49-F238E27FC236}">
                <a16:creationId xmlns:a16="http://schemas.microsoft.com/office/drawing/2014/main" id="{2EB2924F-757E-D7F6-22DA-624B938BDA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095141"/>
              </p:ext>
            </p:extLst>
          </p:nvPr>
        </p:nvGraphicFramePr>
        <p:xfrm>
          <a:off x="7306218" y="3588816"/>
          <a:ext cx="4445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317160" imgH="355320" progId="Equation.3">
                  <p:embed/>
                </p:oleObj>
              </mc:Choice>
              <mc:Fallback>
                <p:oleObj name="Equation" r:id="rId53" imgW="317160" imgH="355320" progId="Equation.3">
                  <p:embed/>
                  <p:pic>
                    <p:nvPicPr>
                      <p:cNvPr id="297158" name="Object 1222">
                        <a:extLst>
                          <a:ext uri="{FF2B5EF4-FFF2-40B4-BE49-F238E27FC236}">
                            <a16:creationId xmlns:a16="http://schemas.microsoft.com/office/drawing/2014/main" id="{F2E41D29-0E17-0002-927B-803BB599EA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0132"/>
                      <a:stretch>
                        <a:fillRect/>
                      </a:stretch>
                    </p:blipFill>
                    <p:spPr bwMode="auto">
                      <a:xfrm>
                        <a:off x="7306218" y="3588816"/>
                        <a:ext cx="444500" cy="4460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223">
            <a:extLst>
              <a:ext uri="{FF2B5EF4-FFF2-40B4-BE49-F238E27FC236}">
                <a16:creationId xmlns:a16="http://schemas.microsoft.com/office/drawing/2014/main" id="{BDBFF7C7-1D97-B8D6-96E3-66535406AF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320623"/>
              </p:ext>
            </p:extLst>
          </p:nvPr>
        </p:nvGraphicFramePr>
        <p:xfrm>
          <a:off x="6887118" y="3587228"/>
          <a:ext cx="4445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5" imgW="317160" imgH="355320" progId="Equation.3">
                  <p:embed/>
                </p:oleObj>
              </mc:Choice>
              <mc:Fallback>
                <p:oleObj name="Equation" r:id="rId55" imgW="317160" imgH="355320" progId="Equation.3">
                  <p:embed/>
                  <p:pic>
                    <p:nvPicPr>
                      <p:cNvPr id="297159" name="Object 1223">
                        <a:extLst>
                          <a:ext uri="{FF2B5EF4-FFF2-40B4-BE49-F238E27FC236}">
                            <a16:creationId xmlns:a16="http://schemas.microsoft.com/office/drawing/2014/main" id="{BF010BCD-71CC-1BEA-C12D-EFDE89D53D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0132"/>
                      <a:stretch>
                        <a:fillRect/>
                      </a:stretch>
                    </p:blipFill>
                    <p:spPr bwMode="auto">
                      <a:xfrm>
                        <a:off x="6887118" y="3587228"/>
                        <a:ext cx="444500" cy="446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224">
            <a:extLst>
              <a:ext uri="{FF2B5EF4-FFF2-40B4-BE49-F238E27FC236}">
                <a16:creationId xmlns:a16="http://schemas.microsoft.com/office/drawing/2014/main" id="{8A41966C-16FB-EB0C-EED3-00C834E090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039551"/>
              </p:ext>
            </p:extLst>
          </p:nvPr>
        </p:nvGraphicFramePr>
        <p:xfrm>
          <a:off x="6487068" y="3587228"/>
          <a:ext cx="4445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7" imgW="317160" imgH="355320" progId="Equation.3">
                  <p:embed/>
                </p:oleObj>
              </mc:Choice>
              <mc:Fallback>
                <p:oleObj name="Equation" r:id="rId57" imgW="317160" imgH="355320" progId="Equation.3">
                  <p:embed/>
                  <p:pic>
                    <p:nvPicPr>
                      <p:cNvPr id="297160" name="Object 1224">
                        <a:extLst>
                          <a:ext uri="{FF2B5EF4-FFF2-40B4-BE49-F238E27FC236}">
                            <a16:creationId xmlns:a16="http://schemas.microsoft.com/office/drawing/2014/main" id="{59C54EF8-53BC-9981-551F-4DDCEB19DC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0132"/>
                      <a:stretch>
                        <a:fillRect/>
                      </a:stretch>
                    </p:blipFill>
                    <p:spPr bwMode="auto">
                      <a:xfrm>
                        <a:off x="6487068" y="3587228"/>
                        <a:ext cx="444500" cy="446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683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702F0-B20B-C052-954A-9E088617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Desempenho: razão sinal-ruído de quantização</a:t>
            </a:r>
            <a:br>
              <a:rPr lang="pt-BR" altLang="pt-BR" dirty="0"/>
            </a:b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A56F3D-94E3-525C-77F8-D73D6794FA13}"/>
              </a:ext>
            </a:extLst>
          </p:cNvPr>
          <p:cNvSpPr txBox="1">
            <a:spLocks noChangeArrowheads="1"/>
          </p:cNvSpPr>
          <p:nvPr/>
        </p:nvSpPr>
        <p:spPr>
          <a:xfrm>
            <a:off x="959252" y="1014413"/>
            <a:ext cx="6929438" cy="420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endParaRPr lang="pt-BR" altLang="pt-BR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B131E04-D6CC-690C-99DF-A0271E6B39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530156"/>
              </p:ext>
            </p:extLst>
          </p:nvPr>
        </p:nvGraphicFramePr>
        <p:xfrm>
          <a:off x="1095777" y="1090612"/>
          <a:ext cx="8747125" cy="163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51360" imgH="901440" progId="Equation.3">
                  <p:embed/>
                </p:oleObj>
              </mc:Choice>
              <mc:Fallback>
                <p:oleObj name="Equation" r:id="rId2" imgW="4851360" imgH="901440" progId="Equation.3">
                  <p:embed/>
                  <p:pic>
                    <p:nvPicPr>
                      <p:cNvPr id="443395" name="Object 3">
                        <a:extLst>
                          <a:ext uri="{FF2B5EF4-FFF2-40B4-BE49-F238E27FC236}">
                            <a16:creationId xmlns:a16="http://schemas.microsoft.com/office/drawing/2014/main" id="{382E86EF-F9DF-43D2-70A6-9A0295094B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777" y="1090612"/>
                        <a:ext cx="8747125" cy="163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3C43797-0B32-FA47-1E60-E8499D5A37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854804"/>
              </p:ext>
            </p:extLst>
          </p:nvPr>
        </p:nvGraphicFramePr>
        <p:xfrm>
          <a:off x="2910289" y="3932237"/>
          <a:ext cx="21415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600" imgH="215640" progId="Equation.3">
                  <p:embed/>
                </p:oleObj>
              </mc:Choice>
              <mc:Fallback>
                <p:oleObj name="Equation" r:id="rId4" imgW="1155600" imgH="215640" progId="Equation.3">
                  <p:embed/>
                  <p:pic>
                    <p:nvPicPr>
                      <p:cNvPr id="443396" name="Object 4">
                        <a:extLst>
                          <a:ext uri="{FF2B5EF4-FFF2-40B4-BE49-F238E27FC236}">
                            <a16:creationId xmlns:a16="http://schemas.microsoft.com/office/drawing/2014/main" id="{7AF5921F-7829-0198-2848-39322A2950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2910289" y="3932237"/>
                        <a:ext cx="21415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>
            <a:extLst>
              <a:ext uri="{FF2B5EF4-FFF2-40B4-BE49-F238E27FC236}">
                <a16:creationId xmlns:a16="http://schemas.microsoft.com/office/drawing/2014/main" id="{AB310BA6-93F5-E08E-03B5-CCB168BFF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252" y="3400424"/>
            <a:ext cx="1630362" cy="10779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altLang="pt-BR">
                <a:solidFill>
                  <a:schemeClr val="accent2"/>
                </a:solidFill>
              </a:rPr>
              <a:t>Erro e ruído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altLang="pt-BR">
                <a:solidFill>
                  <a:schemeClr val="accent2"/>
                </a:solidFill>
              </a:rPr>
              <a:t>de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altLang="pt-BR">
                <a:solidFill>
                  <a:schemeClr val="accent2"/>
                </a:solidFill>
              </a:rPr>
              <a:t>quantização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DDF5E60-A45E-8438-7A1F-35BDA00727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671135"/>
              </p:ext>
            </p:extLst>
          </p:nvPr>
        </p:nvGraphicFramePr>
        <p:xfrm>
          <a:off x="6671077" y="3968749"/>
          <a:ext cx="216693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8200" imgH="215640" progId="Equation.3">
                  <p:embed/>
                </p:oleObj>
              </mc:Choice>
              <mc:Fallback>
                <p:oleObj name="Equation" r:id="rId6" imgW="1168200" imgH="215640" progId="Equation.3">
                  <p:embed/>
                  <p:pic>
                    <p:nvPicPr>
                      <p:cNvPr id="443398" name="Object 6">
                        <a:extLst>
                          <a:ext uri="{FF2B5EF4-FFF2-40B4-BE49-F238E27FC236}">
                            <a16:creationId xmlns:a16="http://schemas.microsoft.com/office/drawing/2014/main" id="{E984FFB9-CD5D-E106-5711-CC8374CD96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92" t="-8347" r="-1492" b="-8347"/>
                      <a:stretch>
                        <a:fillRect/>
                      </a:stretch>
                    </p:blipFill>
                    <p:spPr bwMode="auto">
                      <a:xfrm>
                        <a:off x="6671077" y="3968749"/>
                        <a:ext cx="216693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7">
            <a:extLst>
              <a:ext uri="{FF2B5EF4-FFF2-40B4-BE49-F238E27FC236}">
                <a16:creationId xmlns:a16="http://schemas.microsoft.com/office/drawing/2014/main" id="{B6F5EDDC-E4C9-C5C8-916B-0A47B6FF5B4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313889" y="4052887"/>
            <a:ext cx="228600" cy="285750"/>
          </a:xfrm>
          <a:prstGeom prst="downArrow">
            <a:avLst>
              <a:gd name="adj1" fmla="val 50000"/>
              <a:gd name="adj2" fmla="val 3125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B30C328-D9B4-F224-BA31-9D460E3A69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372079"/>
              </p:ext>
            </p:extLst>
          </p:nvPr>
        </p:nvGraphicFramePr>
        <p:xfrm>
          <a:off x="2805514" y="5537199"/>
          <a:ext cx="518795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3960" imgH="558720" progId="Equation.DSMT4">
                  <p:embed/>
                </p:oleObj>
              </mc:Choice>
              <mc:Fallback>
                <p:oleObj name="Equation" r:id="rId8" imgW="2793960" imgH="558720" progId="Equation.DSMT4">
                  <p:embed/>
                  <p:pic>
                    <p:nvPicPr>
                      <p:cNvPr id="443400" name="Object 8">
                        <a:extLst>
                          <a:ext uri="{FF2B5EF4-FFF2-40B4-BE49-F238E27FC236}">
                            <a16:creationId xmlns:a16="http://schemas.microsoft.com/office/drawing/2014/main" id="{319F3F3D-69BC-3626-2A12-70E1E45EFF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2805514" y="5537199"/>
                        <a:ext cx="518795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>
            <a:extLst>
              <a:ext uri="{FF2B5EF4-FFF2-40B4-BE49-F238E27FC236}">
                <a16:creationId xmlns:a16="http://schemas.microsoft.com/office/drawing/2014/main" id="{A6EA92AF-0731-896E-F68A-2B8D93EC7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127" y="5180012"/>
            <a:ext cx="4294187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>
                <a:solidFill>
                  <a:schemeClr val="accent2"/>
                </a:solidFill>
              </a:rPr>
              <a:t>Razão sinal-ruído de quantização: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C3466F-5F00-767A-8601-2CAA7729D6A2}"/>
              </a:ext>
            </a:extLst>
          </p:cNvPr>
          <p:cNvGrpSpPr>
            <a:grpSpLocks/>
          </p:cNvGrpSpPr>
          <p:nvPr/>
        </p:nvGrpSpPr>
        <p:grpSpPr bwMode="auto">
          <a:xfrm>
            <a:off x="8541152" y="5014912"/>
            <a:ext cx="1273175" cy="1497012"/>
            <a:chOff x="4765" y="2851"/>
            <a:chExt cx="802" cy="943"/>
          </a:xfrm>
        </p:grpSpPr>
        <p:graphicFrame>
          <p:nvGraphicFramePr>
            <p:cNvPr id="12" name="Object 11">
              <a:extLst>
                <a:ext uri="{FF2B5EF4-FFF2-40B4-BE49-F238E27FC236}">
                  <a16:creationId xmlns:a16="http://schemas.microsoft.com/office/drawing/2014/main" id="{F8D35585-079F-BB6B-8BB5-9C9702942F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5" y="2851"/>
            <a:ext cx="802" cy="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85800" imgH="457200" progId="Equation.3">
                    <p:embed/>
                  </p:oleObj>
                </mc:Choice>
                <mc:Fallback>
                  <p:oleObj name="Equation" r:id="rId10" imgW="685800" imgH="457200" progId="Equation.3">
                    <p:embed/>
                    <p:pic>
                      <p:nvPicPr>
                        <p:cNvPr id="443403" name="Object 11">
                          <a:extLst>
                            <a:ext uri="{FF2B5EF4-FFF2-40B4-BE49-F238E27FC236}">
                              <a16:creationId xmlns:a16="http://schemas.microsoft.com/office/drawing/2014/main" id="{8CF2F28D-0119-CCCC-7883-FA0A28547F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477" t="-7874" r="-1477" b="-7874"/>
                        <a:stretch>
                          <a:fillRect/>
                        </a:stretch>
                      </p:blipFill>
                      <p:spPr bwMode="auto">
                        <a:xfrm>
                          <a:off x="4765" y="2851"/>
                          <a:ext cx="802" cy="6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81320" dir="3080412" algn="ctr" rotWithShape="0">
                                  <a:srgbClr val="DDDDDD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AutoShape 12">
              <a:extLst>
                <a:ext uri="{FF2B5EF4-FFF2-40B4-BE49-F238E27FC236}">
                  <a16:creationId xmlns:a16="http://schemas.microsoft.com/office/drawing/2014/main" id="{479ABA3C-1236-9F14-1C24-765CB1EC6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3480"/>
              <a:ext cx="588" cy="31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74FF2433-C53D-429A-57C1-1A222FE613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281643"/>
              </p:ext>
            </p:extLst>
          </p:nvPr>
        </p:nvGraphicFramePr>
        <p:xfrm>
          <a:off x="6671077" y="3403599"/>
          <a:ext cx="310991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76160" imgH="228600" progId="Equation.3">
                  <p:embed/>
                </p:oleObj>
              </mc:Choice>
              <mc:Fallback>
                <p:oleObj name="Equation" r:id="rId12" imgW="1676160" imgH="228600" progId="Equation.3">
                  <p:embed/>
                  <p:pic>
                    <p:nvPicPr>
                      <p:cNvPr id="443405" name="Object 13">
                        <a:extLst>
                          <a:ext uri="{FF2B5EF4-FFF2-40B4-BE49-F238E27FC236}">
                            <a16:creationId xmlns:a16="http://schemas.microsoft.com/office/drawing/2014/main" id="{BD293EE6-28AD-1257-0EAF-8BFE42092A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6671077" y="3403599"/>
                        <a:ext cx="3109912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14">
            <a:extLst>
              <a:ext uri="{FF2B5EF4-FFF2-40B4-BE49-F238E27FC236}">
                <a16:creationId xmlns:a16="http://schemas.microsoft.com/office/drawing/2014/main" id="{8C9B15CC-A83A-1D45-E9CE-3A6368F8D59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315477" y="3498849"/>
            <a:ext cx="228600" cy="285750"/>
          </a:xfrm>
          <a:prstGeom prst="downArrow">
            <a:avLst>
              <a:gd name="adj1" fmla="val 50000"/>
              <a:gd name="adj2" fmla="val 3125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A69F57B7-E837-7947-971C-1E29671DFF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392811"/>
              </p:ext>
            </p:extLst>
          </p:nvPr>
        </p:nvGraphicFramePr>
        <p:xfrm>
          <a:off x="2888064" y="3365499"/>
          <a:ext cx="31083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76160" imgH="228600" progId="Equation.3">
                  <p:embed/>
                </p:oleObj>
              </mc:Choice>
              <mc:Fallback>
                <p:oleObj name="Equation" r:id="rId14" imgW="1676160" imgH="228600" progId="Equation.3">
                  <p:embed/>
                  <p:pic>
                    <p:nvPicPr>
                      <p:cNvPr id="443407" name="Object 15">
                        <a:extLst>
                          <a:ext uri="{FF2B5EF4-FFF2-40B4-BE49-F238E27FC236}">
                            <a16:creationId xmlns:a16="http://schemas.microsoft.com/office/drawing/2014/main" id="{847D7435-EA35-C5A5-790A-F46CF0AD65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2888064" y="3365499"/>
                        <a:ext cx="31083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6">
            <a:extLst>
              <a:ext uri="{FF2B5EF4-FFF2-40B4-BE49-F238E27FC236}">
                <a16:creationId xmlns:a16="http://schemas.microsoft.com/office/drawing/2014/main" id="{BED72DA4-270C-C42E-E71A-4F1AEF329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227" y="2911474"/>
            <a:ext cx="236855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pt-BR" altLang="pt-BR" sz="2200">
                <a:solidFill>
                  <a:schemeClr val="accent2"/>
                </a:solidFill>
              </a:rPr>
              <a:t>Erro de quantização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506FA2-8FDC-C576-1CB8-77B41D9892CB}"/>
              </a:ext>
            </a:extLst>
          </p:cNvPr>
          <p:cNvSpPr>
            <a:spLocks/>
          </p:cNvSpPr>
          <p:nvPr/>
        </p:nvSpPr>
        <p:spPr bwMode="blackWhite">
          <a:xfrm>
            <a:off x="3272239" y="3136899"/>
            <a:ext cx="314325" cy="238125"/>
          </a:xfrm>
          <a:custGeom>
            <a:avLst/>
            <a:gdLst>
              <a:gd name="T0" fmla="*/ 198 w 198"/>
              <a:gd name="T1" fmla="*/ 0 h 150"/>
              <a:gd name="T2" fmla="*/ 54 w 198"/>
              <a:gd name="T3" fmla="*/ 30 h 150"/>
              <a:gd name="T4" fmla="*/ 0 w 198"/>
              <a:gd name="T5" fmla="*/ 15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" h="150">
                <a:moveTo>
                  <a:pt x="198" y="0"/>
                </a:moveTo>
                <a:cubicBezTo>
                  <a:pt x="174" y="5"/>
                  <a:pt x="87" y="5"/>
                  <a:pt x="54" y="30"/>
                </a:cubicBezTo>
                <a:cubicBezTo>
                  <a:pt x="21" y="55"/>
                  <a:pt x="11" y="125"/>
                  <a:pt x="0" y="150"/>
                </a:cubicBezTo>
              </a:path>
            </a:pathLst>
          </a:custGeom>
          <a:noFill/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8CCF3D6F-F38F-9538-F290-4E4098E2E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652" y="4384674"/>
            <a:ext cx="254635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pt-BR" altLang="pt-BR" sz="2200">
                <a:solidFill>
                  <a:schemeClr val="accent2"/>
                </a:solidFill>
              </a:rPr>
              <a:t>Ruído de quantização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708717D-F06A-FEBB-4A45-E20A602E79CE}"/>
              </a:ext>
            </a:extLst>
          </p:cNvPr>
          <p:cNvSpPr>
            <a:spLocks/>
          </p:cNvSpPr>
          <p:nvPr/>
        </p:nvSpPr>
        <p:spPr bwMode="blackWhite">
          <a:xfrm flipV="1">
            <a:off x="3116664" y="4362449"/>
            <a:ext cx="314325" cy="238125"/>
          </a:xfrm>
          <a:custGeom>
            <a:avLst/>
            <a:gdLst>
              <a:gd name="T0" fmla="*/ 198 w 198"/>
              <a:gd name="T1" fmla="*/ 0 h 150"/>
              <a:gd name="T2" fmla="*/ 54 w 198"/>
              <a:gd name="T3" fmla="*/ 30 h 150"/>
              <a:gd name="T4" fmla="*/ 0 w 198"/>
              <a:gd name="T5" fmla="*/ 15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" h="150">
                <a:moveTo>
                  <a:pt x="198" y="0"/>
                </a:moveTo>
                <a:cubicBezTo>
                  <a:pt x="174" y="5"/>
                  <a:pt x="87" y="5"/>
                  <a:pt x="54" y="30"/>
                </a:cubicBezTo>
                <a:cubicBezTo>
                  <a:pt x="21" y="55"/>
                  <a:pt x="11" y="125"/>
                  <a:pt x="0" y="150"/>
                </a:cubicBezTo>
              </a:path>
            </a:pathLst>
          </a:custGeom>
          <a:noFill/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142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 autoUpdateAnimBg="0"/>
      <p:bldP spid="17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5ED5C-4BE6-D720-80D9-BB1362C9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Potência média do ruído de quantização</a:t>
            </a:r>
            <a:endParaRPr lang="pt-BR" dirty="0"/>
          </a:p>
        </p:txBody>
      </p:sp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A2FF71BF-078C-B8A5-A73F-BFCDC2CA24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367596"/>
              </p:ext>
            </p:extLst>
          </p:nvPr>
        </p:nvGraphicFramePr>
        <p:xfrm>
          <a:off x="1605867" y="1588344"/>
          <a:ext cx="40306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419040" progId="Equation.3">
                  <p:embed/>
                </p:oleObj>
              </mc:Choice>
              <mc:Fallback>
                <p:oleObj name="Equation" r:id="rId2" imgW="2171520" imgH="419040" progId="Equation.3">
                  <p:embed/>
                  <p:pic>
                    <p:nvPicPr>
                      <p:cNvPr id="412683" name="Object 11">
                        <a:extLst>
                          <a:ext uri="{FF2B5EF4-FFF2-40B4-BE49-F238E27FC236}">
                            <a16:creationId xmlns:a16="http://schemas.microsoft.com/office/drawing/2014/main" id="{C4F1BA20-4D51-5911-77F7-38B21467CA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605867" y="1588344"/>
                        <a:ext cx="40306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6D93ECAA-F723-3482-BFFB-34C5D4548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327325"/>
              </p:ext>
            </p:extLst>
          </p:nvPr>
        </p:nvGraphicFramePr>
        <p:xfrm>
          <a:off x="6219142" y="1589932"/>
          <a:ext cx="40306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520" imgH="419040" progId="Equation.3">
                  <p:embed/>
                </p:oleObj>
              </mc:Choice>
              <mc:Fallback>
                <p:oleObj name="Equation" r:id="rId4" imgW="2171520" imgH="419040" progId="Equation.3">
                  <p:embed/>
                  <p:pic>
                    <p:nvPicPr>
                      <p:cNvPr id="412684" name="Object 12">
                        <a:extLst>
                          <a:ext uri="{FF2B5EF4-FFF2-40B4-BE49-F238E27FC236}">
                            <a16:creationId xmlns:a16="http://schemas.microsoft.com/office/drawing/2014/main" id="{36AFEAAB-52D5-D8EC-99BA-7E76485598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6219142" y="1589932"/>
                        <a:ext cx="40306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3">
            <a:extLst>
              <a:ext uri="{FF2B5EF4-FFF2-40B4-BE49-F238E27FC236}">
                <a16:creationId xmlns:a16="http://schemas.microsoft.com/office/drawing/2014/main" id="{2BC18B64-8EC6-05DE-A978-C51D11338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9955" y="1151782"/>
            <a:ext cx="683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>
                <a:solidFill>
                  <a:schemeClr val="accent2"/>
                </a:solidFill>
              </a:rPr>
              <a:t>Usando o interpolador ideal podemos escrever:</a:t>
            </a:r>
          </a:p>
        </p:txBody>
      </p:sp>
      <p:graphicFrame>
        <p:nvGraphicFramePr>
          <p:cNvPr id="6" name="Object 14">
            <a:extLst>
              <a:ext uri="{FF2B5EF4-FFF2-40B4-BE49-F238E27FC236}">
                <a16:creationId xmlns:a16="http://schemas.microsoft.com/office/drawing/2014/main" id="{F31C11B3-73D1-8B87-F089-23521A07C1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112972"/>
              </p:ext>
            </p:extLst>
          </p:nvPr>
        </p:nvGraphicFramePr>
        <p:xfrm>
          <a:off x="1310592" y="2605932"/>
          <a:ext cx="7515225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51080" imgH="838080" progId="Equation.3">
                  <p:embed/>
                </p:oleObj>
              </mc:Choice>
              <mc:Fallback>
                <p:oleObj name="Equation" r:id="rId6" imgW="4051080" imgH="838080" progId="Equation.3">
                  <p:embed/>
                  <p:pic>
                    <p:nvPicPr>
                      <p:cNvPr id="412686" name="Object 14">
                        <a:extLst>
                          <a:ext uri="{FF2B5EF4-FFF2-40B4-BE49-F238E27FC236}">
                            <a16:creationId xmlns:a16="http://schemas.microsoft.com/office/drawing/2014/main" id="{FF9A2CF1-790D-442A-A768-5CE33D42EE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310592" y="2605932"/>
                        <a:ext cx="7515225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9">
            <a:extLst>
              <a:ext uri="{FF2B5EF4-FFF2-40B4-BE49-F238E27FC236}">
                <a16:creationId xmlns:a16="http://schemas.microsoft.com/office/drawing/2014/main" id="{7E2A8B4C-B104-D745-E0DC-E53331860F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112210"/>
              </p:ext>
            </p:extLst>
          </p:nvPr>
        </p:nvGraphicFramePr>
        <p:xfrm>
          <a:off x="1374092" y="4742707"/>
          <a:ext cx="68326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82800" imgH="838080" progId="Equation.3">
                  <p:embed/>
                </p:oleObj>
              </mc:Choice>
              <mc:Fallback>
                <p:oleObj name="Equation" r:id="rId8" imgW="3682800" imgH="838080" progId="Equation.3">
                  <p:embed/>
                  <p:pic>
                    <p:nvPicPr>
                      <p:cNvPr id="412691" name="Object 19">
                        <a:extLst>
                          <a:ext uri="{FF2B5EF4-FFF2-40B4-BE49-F238E27FC236}">
                            <a16:creationId xmlns:a16="http://schemas.microsoft.com/office/drawing/2014/main" id="{150F19E3-6E27-4C1D-BE23-B1CF10615B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374092" y="4742707"/>
                        <a:ext cx="68326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20">
            <a:extLst>
              <a:ext uri="{FF2B5EF4-FFF2-40B4-BE49-F238E27FC236}">
                <a16:creationId xmlns:a16="http://schemas.microsoft.com/office/drawing/2014/main" id="{D2A045E9-25E9-B508-BC60-8BE8A78065BB}"/>
              </a:ext>
            </a:extLst>
          </p:cNvPr>
          <p:cNvSpPr>
            <a:spLocks/>
          </p:cNvSpPr>
          <p:nvPr/>
        </p:nvSpPr>
        <p:spPr bwMode="gray">
          <a:xfrm>
            <a:off x="8149542" y="3010744"/>
            <a:ext cx="1700213" cy="847725"/>
          </a:xfrm>
          <a:custGeom>
            <a:avLst/>
            <a:gdLst>
              <a:gd name="T0" fmla="*/ 660 w 1071"/>
              <a:gd name="T1" fmla="*/ 6 h 534"/>
              <a:gd name="T2" fmla="*/ 980 w 1071"/>
              <a:gd name="T3" fmla="*/ 66 h 534"/>
              <a:gd name="T4" fmla="*/ 908 w 1071"/>
              <a:gd name="T5" fmla="*/ 402 h 534"/>
              <a:gd name="T6" fmla="*/ 0 w 1071"/>
              <a:gd name="T7" fmla="*/ 534 h 5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1" h="534">
                <a:moveTo>
                  <a:pt x="660" y="6"/>
                </a:moveTo>
                <a:cubicBezTo>
                  <a:pt x="713" y="16"/>
                  <a:pt x="939" y="0"/>
                  <a:pt x="980" y="66"/>
                </a:cubicBezTo>
                <a:cubicBezTo>
                  <a:pt x="1021" y="132"/>
                  <a:pt x="1071" y="324"/>
                  <a:pt x="908" y="402"/>
                </a:cubicBezTo>
                <a:cubicBezTo>
                  <a:pt x="745" y="480"/>
                  <a:pt x="189" y="507"/>
                  <a:pt x="0" y="534"/>
                </a:cubicBezTo>
              </a:path>
            </a:pathLst>
          </a:custGeom>
          <a:noFill/>
          <a:ln w="76200" cap="flat" cmpd="sng">
            <a:solidFill>
              <a:srgbClr val="B2B2B2"/>
            </a:solidFill>
            <a:prstDash val="solid"/>
            <a:round/>
            <a:headEnd type="none" w="med" len="med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9" name="Object 15">
            <a:extLst>
              <a:ext uri="{FF2B5EF4-FFF2-40B4-BE49-F238E27FC236}">
                <a16:creationId xmlns:a16="http://schemas.microsoft.com/office/drawing/2014/main" id="{A33BCAF4-E69D-B2C9-3DA8-DFB080732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010271"/>
              </p:ext>
            </p:extLst>
          </p:nvPr>
        </p:nvGraphicFramePr>
        <p:xfrm>
          <a:off x="8638492" y="3371107"/>
          <a:ext cx="1709738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1120" imgH="457200" progId="Equation.3">
                  <p:embed/>
                </p:oleObj>
              </mc:Choice>
              <mc:Fallback>
                <p:oleObj name="Equation" r:id="rId10" imgW="1041120" imgH="457200" progId="Equation.3">
                  <p:embed/>
                  <p:pic>
                    <p:nvPicPr>
                      <p:cNvPr id="412687" name="Object 15">
                        <a:extLst>
                          <a:ext uri="{FF2B5EF4-FFF2-40B4-BE49-F238E27FC236}">
                            <a16:creationId xmlns:a16="http://schemas.microsoft.com/office/drawing/2014/main" id="{7F8E2486-FEB1-3BF1-A896-27E5E195A7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382" t="-7874" r="-1382" b="-7874"/>
                      <a:stretch>
                        <a:fillRect/>
                      </a:stretch>
                    </p:blipFill>
                    <p:spPr bwMode="auto">
                      <a:xfrm>
                        <a:off x="8638492" y="3371107"/>
                        <a:ext cx="1709738" cy="8461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21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9BFE5775-13BE-A6A3-9EBF-775FF33818AD}"/>
              </a:ext>
            </a:extLst>
          </p:cNvPr>
          <p:cNvSpPr>
            <a:spLocks noChangeArrowheads="1"/>
          </p:cNvSpPr>
          <p:nvPr/>
        </p:nvSpPr>
        <p:spPr bwMode="hidden">
          <a:xfrm flipH="1">
            <a:off x="8111442" y="1305769"/>
            <a:ext cx="247650" cy="209550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6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6D791-37F2-6FE8-9051-CCD37338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Potência média do ruído de quantização</a:t>
            </a:r>
            <a:endParaRPr lang="pt-BR" dirty="0"/>
          </a:p>
        </p:txBody>
      </p:sp>
      <p:graphicFrame>
        <p:nvGraphicFramePr>
          <p:cNvPr id="3" name="Object 18">
            <a:extLst>
              <a:ext uri="{FF2B5EF4-FFF2-40B4-BE49-F238E27FC236}">
                <a16:creationId xmlns:a16="http://schemas.microsoft.com/office/drawing/2014/main" id="{1EF563E7-DA0A-06EF-91C9-38ABA0C8D0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890846"/>
              </p:ext>
            </p:extLst>
          </p:nvPr>
        </p:nvGraphicFramePr>
        <p:xfrm>
          <a:off x="1346039" y="982662"/>
          <a:ext cx="6783388" cy="244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57600" imgH="1168200" progId="Equation.3">
                  <p:embed/>
                </p:oleObj>
              </mc:Choice>
              <mc:Fallback>
                <p:oleObj name="Equation" r:id="rId2" imgW="3657600" imgH="1168200" progId="Equation.3">
                  <p:embed/>
                  <p:pic>
                    <p:nvPicPr>
                      <p:cNvPr id="302098" name="Object 18">
                        <a:extLst>
                          <a:ext uri="{FF2B5EF4-FFF2-40B4-BE49-F238E27FC236}">
                            <a16:creationId xmlns:a16="http://schemas.microsoft.com/office/drawing/2014/main" id="{15D44760-9AB4-45B6-197D-4E23767585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346039" y="982662"/>
                        <a:ext cx="6783388" cy="244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9">
            <a:extLst>
              <a:ext uri="{FF2B5EF4-FFF2-40B4-BE49-F238E27FC236}">
                <a16:creationId xmlns:a16="http://schemas.microsoft.com/office/drawing/2014/main" id="{CEA84772-89E8-406B-0DC4-5A33D1429D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337496"/>
              </p:ext>
            </p:extLst>
          </p:nvPr>
        </p:nvGraphicFramePr>
        <p:xfrm>
          <a:off x="2301714" y="4144962"/>
          <a:ext cx="207327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368280" progId="Equation.3">
                  <p:embed/>
                </p:oleObj>
              </mc:Choice>
              <mc:Fallback>
                <p:oleObj name="Equation" r:id="rId4" imgW="1117440" imgH="368280" progId="Equation.3">
                  <p:embed/>
                  <p:pic>
                    <p:nvPicPr>
                      <p:cNvPr id="302099" name="Object 19">
                        <a:extLst>
                          <a:ext uri="{FF2B5EF4-FFF2-40B4-BE49-F238E27FC236}">
                            <a16:creationId xmlns:a16="http://schemas.microsoft.com/office/drawing/2014/main" id="{D930E904-0382-9788-B9EE-E2D667CD67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2301714" y="4144962"/>
                        <a:ext cx="207327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0">
            <a:extLst>
              <a:ext uri="{FF2B5EF4-FFF2-40B4-BE49-F238E27FC236}">
                <a16:creationId xmlns:a16="http://schemas.microsoft.com/office/drawing/2014/main" id="{9BF788F0-73DA-0C58-69FC-C33D048A59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602996"/>
              </p:ext>
            </p:extLst>
          </p:nvPr>
        </p:nvGraphicFramePr>
        <p:xfrm>
          <a:off x="2303302" y="3463925"/>
          <a:ext cx="1766887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200" imgH="291960" progId="Equation.3">
                  <p:embed/>
                </p:oleObj>
              </mc:Choice>
              <mc:Fallback>
                <p:oleObj name="Equation" r:id="rId6" imgW="952200" imgH="291960" progId="Equation.3">
                  <p:embed/>
                  <p:pic>
                    <p:nvPicPr>
                      <p:cNvPr id="302100" name="Object 20">
                        <a:extLst>
                          <a:ext uri="{FF2B5EF4-FFF2-40B4-BE49-F238E27FC236}">
                            <a16:creationId xmlns:a16="http://schemas.microsoft.com/office/drawing/2014/main" id="{1D49BE02-9D63-4074-F1B5-37088E3984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2303302" y="3463925"/>
                        <a:ext cx="1766887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5">
            <a:extLst>
              <a:ext uri="{FF2B5EF4-FFF2-40B4-BE49-F238E27FC236}">
                <a16:creationId xmlns:a16="http://schemas.microsoft.com/office/drawing/2014/main" id="{0C6A6833-CCF2-8727-30F1-D410EECFB7C0}"/>
              </a:ext>
            </a:extLst>
          </p:cNvPr>
          <p:cNvGrpSpPr>
            <a:grpSpLocks/>
          </p:cNvGrpSpPr>
          <p:nvPr/>
        </p:nvGrpSpPr>
        <p:grpSpPr bwMode="auto">
          <a:xfrm>
            <a:off x="7226139" y="4876800"/>
            <a:ext cx="2528888" cy="1804987"/>
            <a:chOff x="4070" y="2911"/>
            <a:chExt cx="1593" cy="1137"/>
          </a:xfrm>
        </p:grpSpPr>
        <p:sp>
          <p:nvSpPr>
            <p:cNvPr id="7" name="Freeform 22">
              <a:extLst>
                <a:ext uri="{FF2B5EF4-FFF2-40B4-BE49-F238E27FC236}">
                  <a16:creationId xmlns:a16="http://schemas.microsoft.com/office/drawing/2014/main" id="{F721B4C3-1078-1DC2-8E6F-1E443EBEB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3308"/>
              <a:ext cx="1572" cy="436"/>
            </a:xfrm>
            <a:custGeom>
              <a:avLst/>
              <a:gdLst>
                <a:gd name="T0" fmla="*/ 0 w 1572"/>
                <a:gd name="T1" fmla="*/ 612 h 612"/>
                <a:gd name="T2" fmla="*/ 312 w 1572"/>
                <a:gd name="T3" fmla="*/ 612 h 612"/>
                <a:gd name="T4" fmla="*/ 312 w 1572"/>
                <a:gd name="T5" fmla="*/ 0 h 612"/>
                <a:gd name="T6" fmla="*/ 1095 w 1572"/>
                <a:gd name="T7" fmla="*/ 0 h 612"/>
                <a:gd name="T8" fmla="*/ 1095 w 1572"/>
                <a:gd name="T9" fmla="*/ 612 h 612"/>
                <a:gd name="T10" fmla="*/ 1572 w 1572"/>
                <a:gd name="T11" fmla="*/ 612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72" h="612">
                  <a:moveTo>
                    <a:pt x="0" y="612"/>
                  </a:moveTo>
                  <a:lnTo>
                    <a:pt x="312" y="612"/>
                  </a:lnTo>
                  <a:lnTo>
                    <a:pt x="312" y="0"/>
                  </a:lnTo>
                  <a:lnTo>
                    <a:pt x="1095" y="0"/>
                  </a:lnTo>
                  <a:lnTo>
                    <a:pt x="1095" y="612"/>
                  </a:lnTo>
                  <a:lnTo>
                    <a:pt x="1572" y="612"/>
                  </a:lnTo>
                </a:path>
              </a:pathLst>
            </a:custGeom>
            <a:solidFill>
              <a:srgbClr val="DDDDDD"/>
            </a:solidFill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Line 23">
              <a:extLst>
                <a:ext uri="{FF2B5EF4-FFF2-40B4-BE49-F238E27FC236}">
                  <a16:creationId xmlns:a16="http://schemas.microsoft.com/office/drawing/2014/main" id="{44ED0E41-92D8-8A3E-44EA-423F8F7AA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3747"/>
              <a:ext cx="15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Line 24">
              <a:extLst>
                <a:ext uri="{FF2B5EF4-FFF2-40B4-BE49-F238E27FC236}">
                  <a16:creationId xmlns:a16="http://schemas.microsoft.com/office/drawing/2014/main" id="{9568D2D1-2B9B-C759-78E1-CDA4B54D2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71" y="2951"/>
              <a:ext cx="4" cy="9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0" name="Object 25">
              <a:extLst>
                <a:ext uri="{FF2B5EF4-FFF2-40B4-BE49-F238E27FC236}">
                  <a16:creationId xmlns:a16="http://schemas.microsoft.com/office/drawing/2014/main" id="{6A01603C-28BC-8BE9-7FAB-EE006F5C17A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7" y="3751"/>
            <a:ext cx="111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77480" progId="Equation.3">
                    <p:embed/>
                  </p:oleObj>
                </mc:Choice>
                <mc:Fallback>
                  <p:oleObj name="Equation" r:id="rId8" imgW="126720" imgH="177480" progId="Equation.3">
                    <p:embed/>
                    <p:pic>
                      <p:nvPicPr>
                        <p:cNvPr id="302105" name="Object 25">
                          <a:extLst>
                            <a:ext uri="{FF2B5EF4-FFF2-40B4-BE49-F238E27FC236}">
                              <a16:creationId xmlns:a16="http://schemas.microsoft.com/office/drawing/2014/main" id="{180C791D-0651-18A6-6AA1-7B1F2C3A83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7" y="3751"/>
                          <a:ext cx="111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6">
              <a:extLst>
                <a:ext uri="{FF2B5EF4-FFF2-40B4-BE49-F238E27FC236}">
                  <a16:creationId xmlns:a16="http://schemas.microsoft.com/office/drawing/2014/main" id="{D79A959F-2EEE-3CFF-5F8E-715F4099CE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05" y="3759"/>
            <a:ext cx="255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1960" imgH="330120" progId="Equation.3">
                    <p:embed/>
                  </p:oleObj>
                </mc:Choice>
                <mc:Fallback>
                  <p:oleObj name="Equation" r:id="rId10" imgW="291960" imgH="330120" progId="Equation.3">
                    <p:embed/>
                    <p:pic>
                      <p:nvPicPr>
                        <p:cNvPr id="302106" name="Object 26">
                          <a:extLst>
                            <a:ext uri="{FF2B5EF4-FFF2-40B4-BE49-F238E27FC236}">
                              <a16:creationId xmlns:a16="http://schemas.microsoft.com/office/drawing/2014/main" id="{4FB03E7F-2D4C-9FFE-BD7C-BDDEED3D80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5" y="3759"/>
                          <a:ext cx="255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7">
              <a:extLst>
                <a:ext uri="{FF2B5EF4-FFF2-40B4-BE49-F238E27FC236}">
                  <a16:creationId xmlns:a16="http://schemas.microsoft.com/office/drawing/2014/main" id="{7612F910-7D6B-69DE-E1F7-624612197F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3759"/>
            <a:ext cx="15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330120" progId="Equation.3">
                    <p:embed/>
                  </p:oleObj>
                </mc:Choice>
                <mc:Fallback>
                  <p:oleObj name="Equation" r:id="rId12" imgW="177480" imgH="330120" progId="Equation.3">
                    <p:embed/>
                    <p:pic>
                      <p:nvPicPr>
                        <p:cNvPr id="302107" name="Object 27">
                          <a:extLst>
                            <a:ext uri="{FF2B5EF4-FFF2-40B4-BE49-F238E27FC236}">
                              <a16:creationId xmlns:a16="http://schemas.microsoft.com/office/drawing/2014/main" id="{4DC25777-5486-1C38-92AA-04CA95FBB1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759"/>
                          <a:ext cx="156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28">
              <a:extLst>
                <a:ext uri="{FF2B5EF4-FFF2-40B4-BE49-F238E27FC236}">
                  <a16:creationId xmlns:a16="http://schemas.microsoft.com/office/drawing/2014/main" id="{ACDD454A-53BF-FCA7-A7CA-01F2E8A917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13" y="3795"/>
            <a:ext cx="111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164880" progId="Equation.3">
                    <p:embed/>
                  </p:oleObj>
                </mc:Choice>
                <mc:Fallback>
                  <p:oleObj name="Equation" r:id="rId14" imgW="126720" imgH="164880" progId="Equation.3">
                    <p:embed/>
                    <p:pic>
                      <p:nvPicPr>
                        <p:cNvPr id="302108" name="Object 28">
                          <a:extLst>
                            <a:ext uri="{FF2B5EF4-FFF2-40B4-BE49-F238E27FC236}">
                              <a16:creationId xmlns:a16="http://schemas.microsoft.com/office/drawing/2014/main" id="{DC7DCB21-2EA7-8959-3E52-C0771612D6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3" y="3795"/>
                          <a:ext cx="111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29">
              <a:extLst>
                <a:ext uri="{FF2B5EF4-FFF2-40B4-BE49-F238E27FC236}">
                  <a16:creationId xmlns:a16="http://schemas.microsoft.com/office/drawing/2014/main" id="{D2C1194E-CA7E-8363-5792-6AD74F1F1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6" y="3879"/>
              <a:ext cx="1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5" name="Object 30">
              <a:extLst>
                <a:ext uri="{FF2B5EF4-FFF2-40B4-BE49-F238E27FC236}">
                  <a16:creationId xmlns:a16="http://schemas.microsoft.com/office/drawing/2014/main" id="{46B32442-9F07-8DAA-2A02-652C4DCD94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22" y="3118"/>
            <a:ext cx="233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66400" imgH="215640" progId="Equation.3">
                    <p:embed/>
                  </p:oleObj>
                </mc:Choice>
                <mc:Fallback>
                  <p:oleObj name="Equation" r:id="rId16" imgW="266400" imgH="215640" progId="Equation.3">
                    <p:embed/>
                    <p:pic>
                      <p:nvPicPr>
                        <p:cNvPr id="302110" name="Object 30">
                          <a:extLst>
                            <a:ext uri="{FF2B5EF4-FFF2-40B4-BE49-F238E27FC236}">
                              <a16:creationId xmlns:a16="http://schemas.microsoft.com/office/drawing/2014/main" id="{4F4DDD17-7DB4-3D7C-2DF8-7F020070CF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2" y="3118"/>
                          <a:ext cx="233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31">
              <a:extLst>
                <a:ext uri="{FF2B5EF4-FFF2-40B4-BE49-F238E27FC236}">
                  <a16:creationId xmlns:a16="http://schemas.microsoft.com/office/drawing/2014/main" id="{A06F3907-675A-5B4A-023F-94FF449A83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1" y="2911"/>
            <a:ext cx="343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93480" imgH="241200" progId="Equation.3">
                    <p:embed/>
                  </p:oleObj>
                </mc:Choice>
                <mc:Fallback>
                  <p:oleObj name="Equation" r:id="rId18" imgW="393480" imgH="241200" progId="Equation.3">
                    <p:embed/>
                    <p:pic>
                      <p:nvPicPr>
                        <p:cNvPr id="302111" name="Object 31">
                          <a:extLst>
                            <a:ext uri="{FF2B5EF4-FFF2-40B4-BE49-F238E27FC236}">
                              <a16:creationId xmlns:a16="http://schemas.microsoft.com/office/drawing/2014/main" id="{5710A954-B166-F1E4-AC4F-670F0B9579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1" y="2911"/>
                          <a:ext cx="343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34">
            <a:extLst>
              <a:ext uri="{FF2B5EF4-FFF2-40B4-BE49-F238E27FC236}">
                <a16:creationId xmlns:a16="http://schemas.microsoft.com/office/drawing/2014/main" id="{56BEEF33-F4FF-C83D-9159-684CA12C55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813499"/>
              </p:ext>
            </p:extLst>
          </p:nvPr>
        </p:nvGraphicFramePr>
        <p:xfrm>
          <a:off x="6027577" y="3257550"/>
          <a:ext cx="4527550" cy="166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38280" imgH="799920" progId="Equation.DSMT4">
                  <p:embed/>
                </p:oleObj>
              </mc:Choice>
              <mc:Fallback>
                <p:oleObj name="Equation" r:id="rId20" imgW="2438280" imgH="799920" progId="Equation.DSMT4">
                  <p:embed/>
                  <p:pic>
                    <p:nvPicPr>
                      <p:cNvPr id="302114" name="Object 34">
                        <a:extLst>
                          <a:ext uri="{FF2B5EF4-FFF2-40B4-BE49-F238E27FC236}">
                            <a16:creationId xmlns:a16="http://schemas.microsoft.com/office/drawing/2014/main" id="{A515F49A-0D5B-1ABE-921D-998BA7D3F8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52" t="-7773" r="-1552" b="-7773"/>
                      <a:stretch>
                        <a:fillRect/>
                      </a:stretch>
                    </p:blipFill>
                    <p:spPr bwMode="auto">
                      <a:xfrm>
                        <a:off x="6027577" y="3257550"/>
                        <a:ext cx="4527550" cy="166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5">
            <a:extLst>
              <a:ext uri="{FF2B5EF4-FFF2-40B4-BE49-F238E27FC236}">
                <a16:creationId xmlns:a16="http://schemas.microsoft.com/office/drawing/2014/main" id="{7CEE6125-FFDC-CF1F-AF34-C51C9736D2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087916"/>
              </p:ext>
            </p:extLst>
          </p:nvPr>
        </p:nvGraphicFramePr>
        <p:xfrm>
          <a:off x="2323939" y="4922837"/>
          <a:ext cx="73025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93480" imgH="355320" progId="Equation.3">
                  <p:embed/>
                </p:oleObj>
              </mc:Choice>
              <mc:Fallback>
                <p:oleObj name="Equation" r:id="rId22" imgW="393480" imgH="355320" progId="Equation.3">
                  <p:embed/>
                  <p:pic>
                    <p:nvPicPr>
                      <p:cNvPr id="302115" name="Object 35">
                        <a:extLst>
                          <a:ext uri="{FF2B5EF4-FFF2-40B4-BE49-F238E27FC236}">
                            <a16:creationId xmlns:a16="http://schemas.microsoft.com/office/drawing/2014/main" id="{38F8FB27-1A82-709B-F486-71D6DEA5FD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2323939" y="4922837"/>
                        <a:ext cx="730250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6">
            <a:extLst>
              <a:ext uri="{FF2B5EF4-FFF2-40B4-BE49-F238E27FC236}">
                <a16:creationId xmlns:a16="http://schemas.microsoft.com/office/drawing/2014/main" id="{D2993B23-40A1-7983-FCDF-A30301E753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650914"/>
              </p:ext>
            </p:extLst>
          </p:nvPr>
        </p:nvGraphicFramePr>
        <p:xfrm>
          <a:off x="2316002" y="5665787"/>
          <a:ext cx="10128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45760" imgH="431640" progId="Equation.3">
                  <p:embed/>
                </p:oleObj>
              </mc:Choice>
              <mc:Fallback>
                <p:oleObj name="Equation" r:id="rId24" imgW="545760" imgH="431640" progId="Equation.3">
                  <p:embed/>
                  <p:pic>
                    <p:nvPicPr>
                      <p:cNvPr id="302116" name="Object 36">
                        <a:extLst>
                          <a:ext uri="{FF2B5EF4-FFF2-40B4-BE49-F238E27FC236}">
                            <a16:creationId xmlns:a16="http://schemas.microsoft.com/office/drawing/2014/main" id="{9606FB37-6D77-248B-DFFD-85AD732B0F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2316002" y="5665787"/>
                        <a:ext cx="1012825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44">
            <a:extLst>
              <a:ext uri="{FF2B5EF4-FFF2-40B4-BE49-F238E27FC236}">
                <a16:creationId xmlns:a16="http://schemas.microsoft.com/office/drawing/2014/main" id="{E46B7C8E-0F42-DC45-6CFC-F72AC879B128}"/>
              </a:ext>
            </a:extLst>
          </p:cNvPr>
          <p:cNvGrpSpPr>
            <a:grpSpLocks/>
          </p:cNvGrpSpPr>
          <p:nvPr/>
        </p:nvGrpSpPr>
        <p:grpSpPr bwMode="auto">
          <a:xfrm>
            <a:off x="3470114" y="5068887"/>
            <a:ext cx="2459038" cy="1360488"/>
            <a:chOff x="1458" y="2852"/>
            <a:chExt cx="1549" cy="857"/>
          </a:xfrm>
        </p:grpSpPr>
        <p:graphicFrame>
          <p:nvGraphicFramePr>
            <p:cNvPr id="21" name="Object 37">
              <a:extLst>
                <a:ext uri="{FF2B5EF4-FFF2-40B4-BE49-F238E27FC236}">
                  <a16:creationId xmlns:a16="http://schemas.microsoft.com/office/drawing/2014/main" id="{BDACADAD-0639-7A3F-11E2-931CDDE1ED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7" y="2852"/>
            <a:ext cx="1320" cy="8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130040" imgH="647640" progId="Equation.3">
                    <p:embed/>
                  </p:oleObj>
                </mc:Choice>
                <mc:Fallback>
                  <p:oleObj name="Equation" r:id="rId26" imgW="1130040" imgH="647640" progId="Equation.3">
                    <p:embed/>
                    <p:pic>
                      <p:nvPicPr>
                        <p:cNvPr id="302117" name="Object 37">
                          <a:extLst>
                            <a:ext uri="{FF2B5EF4-FFF2-40B4-BE49-F238E27FC236}">
                              <a16:creationId xmlns:a16="http://schemas.microsoft.com/office/drawing/2014/main" id="{338BCA28-8DA8-00F5-B265-5A9272C1EA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477" t="-7874" r="-1477" b="-7874"/>
                        <a:stretch>
                          <a:fillRect/>
                        </a:stretch>
                      </p:blipFill>
                      <p:spPr bwMode="auto">
                        <a:xfrm>
                          <a:off x="1687" y="2852"/>
                          <a:ext cx="1320" cy="8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81320" dir="3080412" algn="ctr" rotWithShape="0">
                                  <a:srgbClr val="DDDDDD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AutoShape 38">
              <a:extLst>
                <a:ext uri="{FF2B5EF4-FFF2-40B4-BE49-F238E27FC236}">
                  <a16:creationId xmlns:a16="http://schemas.microsoft.com/office/drawing/2014/main" id="{A5E1F1A3-C902-DD14-E65F-CA3A61806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" y="3012"/>
              <a:ext cx="132" cy="554"/>
            </a:xfrm>
            <a:prstGeom prst="curvedLeftArrow">
              <a:avLst>
                <a:gd name="adj1" fmla="val 83939"/>
                <a:gd name="adj2" fmla="val 167879"/>
                <a:gd name="adj3" fmla="val 33333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3" name="AutoShape 41">
            <a:extLst>
              <a:ext uri="{FF2B5EF4-FFF2-40B4-BE49-F238E27FC236}">
                <a16:creationId xmlns:a16="http://schemas.microsoft.com/office/drawing/2014/main" id="{23B7B4A5-E5B4-EAB5-4F2A-C8485D95D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7389" y="1627187"/>
            <a:ext cx="152400" cy="838200"/>
          </a:xfrm>
          <a:prstGeom prst="curvedLeftArrow">
            <a:avLst>
              <a:gd name="adj1" fmla="val 110000"/>
              <a:gd name="adj2" fmla="val 220000"/>
              <a:gd name="adj3" fmla="val 33333"/>
            </a:avLst>
          </a:prstGeom>
          <a:solidFill>
            <a:srgbClr val="CCFF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4" name="Text Box 42">
            <a:extLst>
              <a:ext uri="{FF2B5EF4-FFF2-40B4-BE49-F238E27FC236}">
                <a16:creationId xmlns:a16="http://schemas.microsoft.com/office/drawing/2014/main" id="{70CC8AB3-4E5A-A118-188A-F42FCCA6C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7889" y="1512887"/>
            <a:ext cx="18097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sz="1800">
                <a:solidFill>
                  <a:schemeClr val="accent2"/>
                </a:solidFill>
              </a:rPr>
              <a:t>Explorando a ortogonalidade das funções sinc</a:t>
            </a:r>
          </a:p>
        </p:txBody>
      </p:sp>
    </p:spTree>
    <p:extLst>
      <p:ext uri="{BB962C8B-B14F-4D97-AF65-F5344CB8AC3E}">
        <p14:creationId xmlns:p14="http://schemas.microsoft.com/office/powerpoint/2010/main" val="268190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B79E8-8F1B-2AFA-E63B-DC289BE4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Razão sinal-ruído de quantização (uniforme)</a:t>
            </a:r>
            <a:endParaRPr lang="pt-BR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EF51B5AC-E3ED-D5E9-634D-B50C2A91E5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440536"/>
              </p:ext>
            </p:extLst>
          </p:nvPr>
        </p:nvGraphicFramePr>
        <p:xfrm>
          <a:off x="1343065" y="1098549"/>
          <a:ext cx="6800850" cy="194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71720" imgH="1079280" progId="Equation.DSMT4">
                  <p:embed/>
                </p:oleObj>
              </mc:Choice>
              <mc:Fallback>
                <p:oleObj name="Equation" r:id="rId2" imgW="3771720" imgH="1079280" progId="Equation.DSMT4">
                  <p:embed/>
                  <p:pic>
                    <p:nvPicPr>
                      <p:cNvPr id="470019" name="Object 3">
                        <a:extLst>
                          <a:ext uri="{FF2B5EF4-FFF2-40B4-BE49-F238E27FC236}">
                            <a16:creationId xmlns:a16="http://schemas.microsoft.com/office/drawing/2014/main" id="{93506B13-80D4-618D-9D6D-B28F55F0F3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65" y="1098549"/>
                        <a:ext cx="6800850" cy="194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725A09A7-513C-20FB-E8E1-E7DF7021C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315" y="2727324"/>
            <a:ext cx="49911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sz="2000">
                <a:solidFill>
                  <a:schemeClr val="accent2"/>
                </a:solidFill>
              </a:rPr>
              <a:t>Essa estimativa para</a:t>
            </a:r>
            <a:r>
              <a:rPr lang="pt-BR" altLang="pt-BR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 sz="2000" i="1">
                <a:solidFill>
                  <a:schemeClr val="accent2"/>
                </a:solidFill>
                <a:latin typeface="Times New Roman" panose="02020603050405020304" pitchFamily="18" charset="0"/>
              </a:rPr>
              <a:t>RSR</a:t>
            </a:r>
            <a:r>
              <a:rPr lang="pt-BR" altLang="pt-BR" sz="2000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q</a:t>
            </a:r>
            <a:r>
              <a:rPr lang="pt-BR" altLang="pt-BR" sz="20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 sz="2000">
                <a:solidFill>
                  <a:schemeClr val="accent2"/>
                </a:solidFill>
              </a:rPr>
              <a:t>assume que não há sobrecarga do quantizador, isto é, assume que</a:t>
            </a:r>
            <a:r>
              <a:rPr lang="pt-BR" altLang="pt-BR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 sz="2000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pt-BR" altLang="pt-BR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min</a:t>
            </a:r>
            <a:r>
              <a:rPr lang="pt-BR" altLang="pt-BR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 sz="2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pt-BR" altLang="pt-BR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 sz="2000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pt-BR" altLang="pt-BR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pt-BR" altLang="pt-BR" sz="2000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pt-BR" altLang="pt-BR" sz="20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pt-BR" altLang="pt-BR" sz="2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pt-BR" altLang="pt-BR" sz="2000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pt-BR" altLang="pt-BR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max</a:t>
            </a:r>
            <a:r>
              <a:rPr lang="pt-BR" altLang="pt-BR" sz="2000">
                <a:solidFill>
                  <a:schemeClr val="accent2"/>
                </a:solidFill>
                <a:sym typeface="Symbol" panose="05050102010706020507" pitchFamily="18" charset="2"/>
              </a:rPr>
              <a:t> para todo </a:t>
            </a:r>
            <a:r>
              <a:rPr lang="pt-BR" altLang="pt-BR" sz="2000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t.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39252362-0A6E-A9DB-2878-5450CFFAD9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182965"/>
              </p:ext>
            </p:extLst>
          </p:nvPr>
        </p:nvGraphicFramePr>
        <p:xfrm>
          <a:off x="2300328" y="3584574"/>
          <a:ext cx="5422900" cy="244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20680" imgH="1168200" progId="Equation.3">
                  <p:embed/>
                </p:oleObj>
              </mc:Choice>
              <mc:Fallback>
                <p:oleObj name="Equation" r:id="rId4" imgW="2920680" imgH="1168200" progId="Equation.3">
                  <p:embed/>
                  <p:pic>
                    <p:nvPicPr>
                      <p:cNvPr id="470021" name="Object 5">
                        <a:extLst>
                          <a:ext uri="{FF2B5EF4-FFF2-40B4-BE49-F238E27FC236}">
                            <a16:creationId xmlns:a16="http://schemas.microsoft.com/office/drawing/2014/main" id="{B49501FC-225C-6B92-91F5-9AADFA5201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2300328" y="3584574"/>
                        <a:ext cx="5422900" cy="244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">
            <a:extLst>
              <a:ext uri="{FF2B5EF4-FFF2-40B4-BE49-F238E27FC236}">
                <a16:creationId xmlns:a16="http://schemas.microsoft.com/office/drawing/2014/main" id="{3426D13A-F2CF-4188-C7D0-1D1EA1ADB0A3}"/>
              </a:ext>
            </a:extLst>
          </p:cNvPr>
          <p:cNvGrpSpPr>
            <a:grpSpLocks/>
          </p:cNvGrpSpPr>
          <p:nvPr/>
        </p:nvGrpSpPr>
        <p:grpSpPr bwMode="auto">
          <a:xfrm>
            <a:off x="7807365" y="4271962"/>
            <a:ext cx="1231900" cy="879475"/>
            <a:chOff x="4164" y="2439"/>
            <a:chExt cx="776" cy="554"/>
          </a:xfrm>
        </p:grpSpPr>
        <p:graphicFrame>
          <p:nvGraphicFramePr>
            <p:cNvPr id="7" name="Object 7">
              <a:extLst>
                <a:ext uri="{FF2B5EF4-FFF2-40B4-BE49-F238E27FC236}">
                  <a16:creationId xmlns:a16="http://schemas.microsoft.com/office/drawing/2014/main" id="{46843C1D-FA96-E9B9-396B-9046B59796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1" y="2525"/>
            <a:ext cx="519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44240" imgH="203040" progId="Equation.3">
                    <p:embed/>
                  </p:oleObj>
                </mc:Choice>
                <mc:Fallback>
                  <p:oleObj name="Equation" r:id="rId6" imgW="444240" imgH="203040" progId="Equation.3">
                    <p:embed/>
                    <p:pic>
                      <p:nvPicPr>
                        <p:cNvPr id="470023" name="Object 7">
                          <a:extLst>
                            <a:ext uri="{FF2B5EF4-FFF2-40B4-BE49-F238E27FC236}">
                              <a16:creationId xmlns:a16="http://schemas.microsoft.com/office/drawing/2014/main" id="{AF10C626-4AF7-22F0-6993-6D081BF83A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477" t="-7874" r="-1477" b="-7874"/>
                        <a:stretch>
                          <a:fillRect/>
                        </a:stretch>
                      </p:blipFill>
                      <p:spPr bwMode="auto">
                        <a:xfrm>
                          <a:off x="4421" y="2525"/>
                          <a:ext cx="519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81320" dir="3080412" algn="ctr" rotWithShape="0">
                                  <a:srgbClr val="DDDDDD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5984D7B4-6CEB-0AA1-5EB5-6260AB9FC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" y="2439"/>
              <a:ext cx="132" cy="554"/>
            </a:xfrm>
            <a:prstGeom prst="curvedLeftArrow">
              <a:avLst>
                <a:gd name="adj1" fmla="val 83939"/>
                <a:gd name="adj2" fmla="val 167879"/>
                <a:gd name="adj3" fmla="val 33333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9" name="Text Box 9">
            <a:extLst>
              <a:ext uri="{FF2B5EF4-FFF2-40B4-BE49-F238E27FC236}">
                <a16:creationId xmlns:a16="http://schemas.microsoft.com/office/drawing/2014/main" id="{BE381556-8F0C-787B-9F5C-38C79C3E5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115" y="6003924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altLang="pt-BR" sz="2000">
                <a:solidFill>
                  <a:schemeClr val="accent2"/>
                </a:solidFill>
              </a:rPr>
              <a:t>Portanto, para cada bit adicional na palavra-código, a </a:t>
            </a:r>
            <a:r>
              <a:rPr lang="pt-BR" altLang="pt-BR" sz="2000" i="1">
                <a:solidFill>
                  <a:schemeClr val="accent2"/>
                </a:solidFill>
                <a:latin typeface="Times New Roman" panose="02020603050405020304" pitchFamily="18" charset="0"/>
              </a:rPr>
              <a:t>RSR</a:t>
            </a:r>
            <a:r>
              <a:rPr lang="pt-BR" altLang="pt-BR" sz="2000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q</a:t>
            </a:r>
            <a:r>
              <a:rPr lang="pt-BR" altLang="pt-BR" sz="20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 sz="2000">
                <a:solidFill>
                  <a:schemeClr val="accent2"/>
                </a:solidFill>
              </a:rPr>
              <a:t>aumenta de </a:t>
            </a:r>
            <a:r>
              <a:rPr lang="pt-BR" altLang="pt-BR" sz="2000">
                <a:solidFill>
                  <a:schemeClr val="accent2"/>
                </a:solidFill>
                <a:sym typeface="Symbol" panose="05050102010706020507" pitchFamily="18" charset="2"/>
              </a:rPr>
              <a:t></a:t>
            </a:r>
            <a:r>
              <a:rPr lang="pt-BR" altLang="pt-BR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pt-BR" altLang="pt-BR" sz="2000">
                <a:solidFill>
                  <a:schemeClr val="accent2"/>
                </a:solidFill>
              </a:rPr>
              <a:t>6 dB</a:t>
            </a:r>
            <a:r>
              <a:rPr lang="pt-BR" altLang="pt-BR" sz="20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 sz="2000">
                <a:solidFill>
                  <a:schemeClr val="accent2"/>
                </a:solidFill>
              </a:rPr>
              <a:t>(isto é, é quadruplicada )</a:t>
            </a:r>
            <a:r>
              <a:rPr lang="pt-BR" altLang="pt-BR" sz="2000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72CE5D3A-1C2C-51C9-295E-A907F7DC35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770885"/>
              </p:ext>
            </p:extLst>
          </p:nvPr>
        </p:nvGraphicFramePr>
        <p:xfrm>
          <a:off x="8388390" y="1473199"/>
          <a:ext cx="1957388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0040" imgH="660240" progId="Equation.DSMT4">
                  <p:embed/>
                </p:oleObj>
              </mc:Choice>
              <mc:Fallback>
                <p:oleObj name="Equation" r:id="rId8" imgW="1130040" imgH="660240" progId="Equation.DSMT4">
                  <p:embed/>
                  <p:pic>
                    <p:nvPicPr>
                      <p:cNvPr id="470027" name="Object 11">
                        <a:extLst>
                          <a:ext uri="{FF2B5EF4-FFF2-40B4-BE49-F238E27FC236}">
                            <a16:creationId xmlns:a16="http://schemas.microsoft.com/office/drawing/2014/main" id="{671077FB-CA1E-74BD-3BBD-13B0466A72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3" t="-7634" r="-1593" b="-7634"/>
                      <a:stretch>
                        <a:fillRect/>
                      </a:stretch>
                    </p:blipFill>
                    <p:spPr bwMode="auto">
                      <a:xfrm>
                        <a:off x="8388390" y="1473199"/>
                        <a:ext cx="1957388" cy="128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2">
            <a:extLst>
              <a:ext uri="{FF2B5EF4-FFF2-40B4-BE49-F238E27FC236}">
                <a16:creationId xmlns:a16="http://schemas.microsoft.com/office/drawing/2014/main" id="{E47EF78D-6406-51FE-2F7D-5BE6F7108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90" y="1660524"/>
            <a:ext cx="209550" cy="879475"/>
          </a:xfrm>
          <a:prstGeom prst="curvedLeftArrow">
            <a:avLst>
              <a:gd name="adj1" fmla="val 83939"/>
              <a:gd name="adj2" fmla="val 167879"/>
              <a:gd name="adj3" fmla="val 33333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22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BAC19-3581-C465-3D3D-29B96BF3B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Razão sinal-ruído de quantização (uniforme)</a:t>
            </a:r>
            <a:endParaRPr lang="pt-BR" dirty="0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2A8B8AAA-0AB5-30F2-1711-55C89E3C0F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594939"/>
              </p:ext>
            </p:extLst>
          </p:nvPr>
        </p:nvGraphicFramePr>
        <p:xfrm>
          <a:off x="3525777" y="1153369"/>
          <a:ext cx="46355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342720" progId="Equation.3">
                  <p:embed/>
                </p:oleObj>
              </mc:Choice>
              <mc:Fallback>
                <p:oleObj name="Equation" r:id="rId2" imgW="2311200" imgH="342720" progId="Equation.3">
                  <p:embed/>
                  <p:pic>
                    <p:nvPicPr>
                      <p:cNvPr id="497669" name="Object 5">
                        <a:extLst>
                          <a:ext uri="{FF2B5EF4-FFF2-40B4-BE49-F238E27FC236}">
                            <a16:creationId xmlns:a16="http://schemas.microsoft.com/office/drawing/2014/main" id="{7C9DE8CD-76F3-ADB0-4B46-9D841E8399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777" y="1153369"/>
                        <a:ext cx="46355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C7FE06DA-593E-CFA5-6CB5-3E6D17649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284792"/>
              </p:ext>
            </p:extLst>
          </p:nvPr>
        </p:nvGraphicFramePr>
        <p:xfrm>
          <a:off x="3624202" y="2072532"/>
          <a:ext cx="2393950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93760" imgH="799920" progId="Equation.3">
                  <p:embed/>
                </p:oleObj>
              </mc:Choice>
              <mc:Fallback>
                <p:oleObj name="Equation" r:id="rId4" imgW="1193760" imgH="799920" progId="Equation.3">
                  <p:embed/>
                  <p:pic>
                    <p:nvPicPr>
                      <p:cNvPr id="497670" name="Object 6">
                        <a:extLst>
                          <a:ext uri="{FF2B5EF4-FFF2-40B4-BE49-F238E27FC236}">
                            <a16:creationId xmlns:a16="http://schemas.microsoft.com/office/drawing/2014/main" id="{622783FB-A57C-923E-EC03-3A1C4B42CF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202" y="2072532"/>
                        <a:ext cx="2393950" cy="160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41C0010-31A5-93FB-A027-41A1CA5898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790463"/>
              </p:ext>
            </p:extLst>
          </p:nvPr>
        </p:nvGraphicFramePr>
        <p:xfrm>
          <a:off x="3790890" y="3852119"/>
          <a:ext cx="11969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880" imgH="228600" progId="Equation.3">
                  <p:embed/>
                </p:oleObj>
              </mc:Choice>
              <mc:Fallback>
                <p:oleObj name="Equation" r:id="rId6" imgW="596880" imgH="228600" progId="Equation.3">
                  <p:embed/>
                  <p:pic>
                    <p:nvPicPr>
                      <p:cNvPr id="497671" name="Object 7">
                        <a:extLst>
                          <a:ext uri="{FF2B5EF4-FFF2-40B4-BE49-F238E27FC236}">
                            <a16:creationId xmlns:a16="http://schemas.microsoft.com/office/drawing/2014/main" id="{143FB8B0-135F-0F43-F786-4438D68A1D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890" y="3852119"/>
                        <a:ext cx="11969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>
            <a:extLst>
              <a:ext uri="{FF2B5EF4-FFF2-40B4-BE49-F238E27FC236}">
                <a16:creationId xmlns:a16="http://schemas.microsoft.com/office/drawing/2014/main" id="{43E470BE-01D3-89AA-79B7-A8F6223DF582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014477" y="4696669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>
            <a:spAutoFit/>
          </a:bodyPr>
          <a:lstStyle/>
          <a:p>
            <a:r>
              <a:rPr lang="pt-BR" altLang="pt-BR"/>
              <a:t>Substituir</a:t>
            </a: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92D96528-E00E-AB86-816B-F775C5EF8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202946"/>
              </p:ext>
            </p:extLst>
          </p:nvPr>
        </p:nvGraphicFramePr>
        <p:xfrm>
          <a:off x="3694052" y="4371232"/>
          <a:ext cx="1960563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77760" imgH="583920" progId="Equation.3">
                  <p:embed/>
                </p:oleObj>
              </mc:Choice>
              <mc:Fallback>
                <p:oleObj name="Equation" r:id="rId8" imgW="977760" imgH="583920" progId="Equation.3">
                  <p:embed/>
                  <p:pic>
                    <p:nvPicPr>
                      <p:cNvPr id="497673" name="Object 9">
                        <a:extLst>
                          <a:ext uri="{FF2B5EF4-FFF2-40B4-BE49-F238E27FC236}">
                            <a16:creationId xmlns:a16="http://schemas.microsoft.com/office/drawing/2014/main" id="{94E42DE7-21B3-BACD-7563-47CC1AED82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4052" y="4371232"/>
                        <a:ext cx="1960563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0">
            <a:extLst>
              <a:ext uri="{FF2B5EF4-FFF2-40B4-BE49-F238E27FC236}">
                <a16:creationId xmlns:a16="http://schemas.microsoft.com/office/drawing/2014/main" id="{CA3D1603-9310-38CE-600E-632A9EE45AB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034027" y="4715719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>
            <a:spAutoFit/>
          </a:bodyPr>
          <a:lstStyle/>
          <a:p>
            <a:r>
              <a:rPr lang="pt-BR" altLang="pt-BR"/>
              <a:t>por</a:t>
            </a:r>
          </a:p>
        </p:txBody>
      </p:sp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946CABC5-AEBD-6325-4D8A-43330FD3FC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836252"/>
              </p:ext>
            </p:extLst>
          </p:nvPr>
        </p:nvGraphicFramePr>
        <p:xfrm>
          <a:off x="6945252" y="4523632"/>
          <a:ext cx="18335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457200" progId="Equation.3">
                  <p:embed/>
                </p:oleObj>
              </mc:Choice>
              <mc:Fallback>
                <p:oleObj name="Equation" r:id="rId10" imgW="914400" imgH="457200" progId="Equation.3">
                  <p:embed/>
                  <p:pic>
                    <p:nvPicPr>
                      <p:cNvPr id="497675" name="Object 11">
                        <a:extLst>
                          <a:ext uri="{FF2B5EF4-FFF2-40B4-BE49-F238E27FC236}">
                            <a16:creationId xmlns:a16="http://schemas.microsoft.com/office/drawing/2014/main" id="{2553677E-6AC9-D0E4-33E1-19DF1BD180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5252" y="4523632"/>
                        <a:ext cx="183356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2">
            <a:extLst>
              <a:ext uri="{FF2B5EF4-FFF2-40B4-BE49-F238E27FC236}">
                <a16:creationId xmlns:a16="http://schemas.microsoft.com/office/drawing/2014/main" id="{3C98F7E1-50BF-97D6-FE56-5FC7A541295D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014477" y="5934919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>
            <a:spAutoFit/>
          </a:bodyPr>
          <a:lstStyle/>
          <a:p>
            <a:r>
              <a:rPr lang="pt-BR" altLang="pt-BR"/>
              <a:t>Substituir</a:t>
            </a:r>
          </a:p>
        </p:txBody>
      </p:sp>
      <p:graphicFrame>
        <p:nvGraphicFramePr>
          <p:cNvPr id="20" name="Object 13">
            <a:extLst>
              <a:ext uri="{FF2B5EF4-FFF2-40B4-BE49-F238E27FC236}">
                <a16:creationId xmlns:a16="http://schemas.microsoft.com/office/drawing/2014/main" id="{C5F6E3E9-D96F-BB9A-6F91-2ACA9E74F1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823443"/>
              </p:ext>
            </p:extLst>
          </p:nvPr>
        </p:nvGraphicFramePr>
        <p:xfrm>
          <a:off x="4305240" y="5965082"/>
          <a:ext cx="738187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8280" imgH="228600" progId="Equation.3">
                  <p:embed/>
                </p:oleObj>
              </mc:Choice>
              <mc:Fallback>
                <p:oleObj name="Equation" r:id="rId12" imgW="368280" imgH="228600" progId="Equation.3">
                  <p:embed/>
                  <p:pic>
                    <p:nvPicPr>
                      <p:cNvPr id="497677" name="Object 13">
                        <a:extLst>
                          <a:ext uri="{FF2B5EF4-FFF2-40B4-BE49-F238E27FC236}">
                            <a16:creationId xmlns:a16="http://schemas.microsoft.com/office/drawing/2014/main" id="{A68DCFBC-78B0-553B-59F8-1D2E0A01B2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240" y="5965082"/>
                        <a:ext cx="738187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4">
            <a:extLst>
              <a:ext uri="{FF2B5EF4-FFF2-40B4-BE49-F238E27FC236}">
                <a16:creationId xmlns:a16="http://schemas.microsoft.com/office/drawing/2014/main" id="{87B0BBB1-005D-4A7B-BADF-06918F3E98E7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034027" y="5953969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>
            <a:spAutoFit/>
          </a:bodyPr>
          <a:lstStyle/>
          <a:p>
            <a:r>
              <a:rPr lang="pt-BR" altLang="pt-BR"/>
              <a:t>por</a:t>
            </a:r>
          </a:p>
        </p:txBody>
      </p:sp>
      <p:graphicFrame>
        <p:nvGraphicFramePr>
          <p:cNvPr id="24" name="Object 15">
            <a:extLst>
              <a:ext uri="{FF2B5EF4-FFF2-40B4-BE49-F238E27FC236}">
                <a16:creationId xmlns:a16="http://schemas.microsoft.com/office/drawing/2014/main" id="{1C839DB7-32FD-D6A5-CB8A-DDF4511FA4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23556"/>
              </p:ext>
            </p:extLst>
          </p:nvPr>
        </p:nvGraphicFramePr>
        <p:xfrm>
          <a:off x="7505640" y="5990482"/>
          <a:ext cx="7127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5320" imgH="228600" progId="Equation.3">
                  <p:embed/>
                </p:oleObj>
              </mc:Choice>
              <mc:Fallback>
                <p:oleObj name="Equation" r:id="rId14" imgW="355320" imgH="228600" progId="Equation.3">
                  <p:embed/>
                  <p:pic>
                    <p:nvPicPr>
                      <p:cNvPr id="497679" name="Object 15">
                        <a:extLst>
                          <a:ext uri="{FF2B5EF4-FFF2-40B4-BE49-F238E27FC236}">
                            <a16:creationId xmlns:a16="http://schemas.microsoft.com/office/drawing/2014/main" id="{C2C85B6B-F06C-84C5-3496-6F539336D8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5640" y="5990482"/>
                        <a:ext cx="7127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3792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3F702-3223-E81D-7FF9-E4B0C99AA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Quantização Uniforme</a:t>
            </a:r>
            <a:br>
              <a:rPr lang="pt-BR" dirty="0"/>
            </a:br>
            <a:r>
              <a:rPr lang="pt-BR" dirty="0"/>
              <a:t>Região de sobrecarga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85F649B2-19B2-EA6E-8267-30E78DCA5F0A}"/>
              </a:ext>
            </a:extLst>
          </p:cNvPr>
          <p:cNvGrpSpPr>
            <a:grpSpLocks noChangeAspect="1"/>
          </p:cNvGrpSpPr>
          <p:nvPr/>
        </p:nvGrpSpPr>
        <p:grpSpPr bwMode="auto">
          <a:xfrm flipH="1" flipV="1">
            <a:off x="4321576" y="3075932"/>
            <a:ext cx="1928813" cy="1682750"/>
            <a:chOff x="1348" y="1032"/>
            <a:chExt cx="1012" cy="884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5DD0BE8B-4D66-C881-06BA-F922C070317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48" y="1032"/>
              <a:ext cx="1012" cy="8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BF3BD7D4-1550-AF79-1E52-5C0EC842C3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48" y="1281"/>
              <a:ext cx="757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805EDFEB-94C0-ABFB-77D4-B951AEB5BE9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48" y="1539"/>
              <a:ext cx="511" cy="3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33A3F973-D900-CB03-B54D-3A0B5193EE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52" y="1788"/>
              <a:ext cx="248" cy="1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CDDA7D6F-0295-2034-25BA-FB819857D79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48801" y="1390007"/>
            <a:ext cx="1927225" cy="1682750"/>
            <a:chOff x="1348" y="1032"/>
            <a:chExt cx="1012" cy="884"/>
          </a:xfrm>
        </p:grpSpPr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60B866AA-0F20-EE9E-FD58-6AE7665A561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48" y="1032"/>
              <a:ext cx="1012" cy="8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8D749933-B2A4-ED0F-1149-994052C782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48" y="1281"/>
              <a:ext cx="757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2CE6AD71-5572-74C4-30F8-B06B29FA10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48" y="1539"/>
              <a:ext cx="511" cy="3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22C348F6-4494-3DF3-FA6D-43F82E34325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52" y="1788"/>
              <a:ext cx="248" cy="1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3" name="Line 15">
            <a:extLst>
              <a:ext uri="{FF2B5EF4-FFF2-40B4-BE49-F238E27FC236}">
                <a16:creationId xmlns:a16="http://schemas.microsoft.com/office/drawing/2014/main" id="{84DC97FF-7367-C2BA-4475-DB22842EE5C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248801" y="1189982"/>
            <a:ext cx="0" cy="3843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96016765-3B51-68D9-D127-640DA8B0415F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 flipV="1">
            <a:off x="6299601" y="654995"/>
            <a:ext cx="0" cy="4845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D541F3D4-7CAD-FC81-CFC9-1A392BDFAA07}"/>
              </a:ext>
            </a:extLst>
          </p:cNvPr>
          <p:cNvSpPr>
            <a:spLocks noChangeAspect="1"/>
          </p:cNvSpPr>
          <p:nvPr/>
        </p:nvSpPr>
        <p:spPr bwMode="auto">
          <a:xfrm>
            <a:off x="3870726" y="1390007"/>
            <a:ext cx="4868863" cy="3382963"/>
          </a:xfrm>
          <a:custGeom>
            <a:avLst/>
            <a:gdLst>
              <a:gd name="T0" fmla="*/ 0 w 2556"/>
              <a:gd name="T1" fmla="*/ 1776 h 1776"/>
              <a:gd name="T2" fmla="*/ 492 w 2556"/>
              <a:gd name="T3" fmla="*/ 1776 h 1776"/>
              <a:gd name="T4" fmla="*/ 492 w 2556"/>
              <a:gd name="T5" fmla="*/ 1520 h 1776"/>
              <a:gd name="T6" fmla="*/ 740 w 2556"/>
              <a:gd name="T7" fmla="*/ 1520 h 1776"/>
              <a:gd name="T8" fmla="*/ 740 w 2556"/>
              <a:gd name="T9" fmla="*/ 1263 h 1776"/>
              <a:gd name="T10" fmla="*/ 996 w 2556"/>
              <a:gd name="T11" fmla="*/ 1264 h 1776"/>
              <a:gd name="T12" fmla="*/ 996 w 2556"/>
              <a:gd name="T13" fmla="*/ 1016 h 1776"/>
              <a:gd name="T14" fmla="*/ 1252 w 2556"/>
              <a:gd name="T15" fmla="*/ 1016 h 1776"/>
              <a:gd name="T16" fmla="*/ 1252 w 2556"/>
              <a:gd name="T17" fmla="*/ 760 h 1776"/>
              <a:gd name="T18" fmla="*/ 1500 w 2556"/>
              <a:gd name="T19" fmla="*/ 760 h 1776"/>
              <a:gd name="T20" fmla="*/ 1500 w 2556"/>
              <a:gd name="T21" fmla="*/ 504 h 1776"/>
              <a:gd name="T22" fmla="*/ 1756 w 2556"/>
              <a:gd name="T23" fmla="*/ 504 h 1776"/>
              <a:gd name="T24" fmla="*/ 1756 w 2556"/>
              <a:gd name="T25" fmla="*/ 256 h 1776"/>
              <a:gd name="T26" fmla="*/ 2012 w 2556"/>
              <a:gd name="T27" fmla="*/ 256 h 1776"/>
              <a:gd name="T28" fmla="*/ 2012 w 2556"/>
              <a:gd name="T29" fmla="*/ 0 h 1776"/>
              <a:gd name="T30" fmla="*/ 2556 w 2556"/>
              <a:gd name="T31" fmla="*/ 0 h 1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556" h="1776">
                <a:moveTo>
                  <a:pt x="0" y="1776"/>
                </a:moveTo>
                <a:lnTo>
                  <a:pt x="492" y="1776"/>
                </a:lnTo>
                <a:lnTo>
                  <a:pt x="492" y="1520"/>
                </a:lnTo>
                <a:lnTo>
                  <a:pt x="740" y="1520"/>
                </a:lnTo>
                <a:lnTo>
                  <a:pt x="740" y="1263"/>
                </a:lnTo>
                <a:lnTo>
                  <a:pt x="996" y="1264"/>
                </a:lnTo>
                <a:lnTo>
                  <a:pt x="996" y="1016"/>
                </a:lnTo>
                <a:lnTo>
                  <a:pt x="1252" y="1016"/>
                </a:lnTo>
                <a:lnTo>
                  <a:pt x="1252" y="760"/>
                </a:lnTo>
                <a:lnTo>
                  <a:pt x="1500" y="760"/>
                </a:lnTo>
                <a:lnTo>
                  <a:pt x="1500" y="504"/>
                </a:lnTo>
                <a:lnTo>
                  <a:pt x="1756" y="504"/>
                </a:lnTo>
                <a:lnTo>
                  <a:pt x="1756" y="256"/>
                </a:lnTo>
                <a:lnTo>
                  <a:pt x="2012" y="256"/>
                </a:lnTo>
                <a:lnTo>
                  <a:pt x="2012" y="0"/>
                </a:lnTo>
                <a:lnTo>
                  <a:pt x="2556" y="0"/>
                </a:ln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16" name="Object 18">
            <a:extLst>
              <a:ext uri="{FF2B5EF4-FFF2-40B4-BE49-F238E27FC236}">
                <a16:creationId xmlns:a16="http://schemas.microsoft.com/office/drawing/2014/main" id="{86567120-5305-FC15-5965-A1F78CD4C5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591423"/>
              </p:ext>
            </p:extLst>
          </p:nvPr>
        </p:nvGraphicFramePr>
        <p:xfrm>
          <a:off x="7006039" y="3091807"/>
          <a:ext cx="3841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164880" progId="Equation.3">
                  <p:embed/>
                </p:oleObj>
              </mc:Choice>
              <mc:Fallback>
                <p:oleObj name="Equation" r:id="rId2" imgW="228600" imgH="164880" progId="Equation.3">
                  <p:embed/>
                  <p:pic>
                    <p:nvPicPr>
                      <p:cNvPr id="471058" name="Object 18">
                        <a:extLst>
                          <a:ext uri="{FF2B5EF4-FFF2-40B4-BE49-F238E27FC236}">
                            <a16:creationId xmlns:a16="http://schemas.microsoft.com/office/drawing/2014/main" id="{13469C84-4309-F3C3-1D23-3071175D94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039" y="3091807"/>
                        <a:ext cx="3841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19">
            <a:extLst>
              <a:ext uri="{FF2B5EF4-FFF2-40B4-BE49-F238E27FC236}">
                <a16:creationId xmlns:a16="http://schemas.microsoft.com/office/drawing/2014/main" id="{440BFD11-FFD4-30C1-C89B-319FC3948FA1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217176" y="2977507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EFF8A11D-5DA2-D969-D38E-C55C461B9998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731401" y="2977507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19" name="Object 21">
            <a:extLst>
              <a:ext uri="{FF2B5EF4-FFF2-40B4-BE49-F238E27FC236}">
                <a16:creationId xmlns:a16="http://schemas.microsoft.com/office/drawing/2014/main" id="{90B4CDF6-DD11-7B42-722F-35C88956D6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075227"/>
              </p:ext>
            </p:extLst>
          </p:nvPr>
        </p:nvGraphicFramePr>
        <p:xfrm>
          <a:off x="7485464" y="3088632"/>
          <a:ext cx="385762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177480" progId="Equation.3">
                  <p:embed/>
                </p:oleObj>
              </mc:Choice>
              <mc:Fallback>
                <p:oleObj name="Equation" r:id="rId4" imgW="228600" imgH="177480" progId="Equation.3">
                  <p:embed/>
                  <p:pic>
                    <p:nvPicPr>
                      <p:cNvPr id="471061" name="Object 21">
                        <a:extLst>
                          <a:ext uri="{FF2B5EF4-FFF2-40B4-BE49-F238E27FC236}">
                            <a16:creationId xmlns:a16="http://schemas.microsoft.com/office/drawing/2014/main" id="{22BA560F-777A-5CE9-E265-057419D89F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5464" y="3088632"/>
                        <a:ext cx="385762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Line 22">
            <a:extLst>
              <a:ext uri="{FF2B5EF4-FFF2-40B4-BE49-F238E27FC236}">
                <a16:creationId xmlns:a16="http://schemas.microsoft.com/office/drawing/2014/main" id="{E3DDE322-AC3D-6DFC-33A3-BE6739E5507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691839" y="2977507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21" name="Object 23">
            <a:extLst>
              <a:ext uri="{FF2B5EF4-FFF2-40B4-BE49-F238E27FC236}">
                <a16:creationId xmlns:a16="http://schemas.microsoft.com/office/drawing/2014/main" id="{4A662947-513E-FF70-2CFF-9DA26306AA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249628"/>
              </p:ext>
            </p:extLst>
          </p:nvPr>
        </p:nvGraphicFramePr>
        <p:xfrm>
          <a:off x="7971239" y="3088632"/>
          <a:ext cx="385762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" imgH="164880" progId="Equation.3">
                  <p:embed/>
                </p:oleObj>
              </mc:Choice>
              <mc:Fallback>
                <p:oleObj name="Equation" r:id="rId6" imgW="228600" imgH="164880" progId="Equation.3">
                  <p:embed/>
                  <p:pic>
                    <p:nvPicPr>
                      <p:cNvPr id="471063" name="Object 23">
                        <a:extLst>
                          <a:ext uri="{FF2B5EF4-FFF2-40B4-BE49-F238E27FC236}">
                            <a16:creationId xmlns:a16="http://schemas.microsoft.com/office/drawing/2014/main" id="{EA2D3E11-DEB6-E330-04AC-228972F11D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1239" y="3088632"/>
                        <a:ext cx="385762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Line 24">
            <a:extLst>
              <a:ext uri="{FF2B5EF4-FFF2-40B4-BE49-F238E27FC236}">
                <a16:creationId xmlns:a16="http://schemas.microsoft.com/office/drawing/2014/main" id="{9A08D5EB-2EFD-AE87-8F01-D7D4FEE7EF7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177614" y="2977507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23" name="Object 25">
            <a:extLst>
              <a:ext uri="{FF2B5EF4-FFF2-40B4-BE49-F238E27FC236}">
                <a16:creationId xmlns:a16="http://schemas.microsoft.com/office/drawing/2014/main" id="{A1645D2E-9DE4-EE0C-6F94-AD1FF6C84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731895"/>
              </p:ext>
            </p:extLst>
          </p:nvPr>
        </p:nvGraphicFramePr>
        <p:xfrm>
          <a:off x="4035826" y="3091807"/>
          <a:ext cx="490538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1960" imgH="190440" progId="Equation.3">
                  <p:embed/>
                </p:oleObj>
              </mc:Choice>
              <mc:Fallback>
                <p:oleObj name="Equation" r:id="rId8" imgW="291960" imgH="190440" progId="Equation.3">
                  <p:embed/>
                  <p:pic>
                    <p:nvPicPr>
                      <p:cNvPr id="471065" name="Object 25">
                        <a:extLst>
                          <a:ext uri="{FF2B5EF4-FFF2-40B4-BE49-F238E27FC236}">
                            <a16:creationId xmlns:a16="http://schemas.microsoft.com/office/drawing/2014/main" id="{45872CD2-5C18-C8D7-2B75-19643F0E37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826" y="3091807"/>
                        <a:ext cx="490538" cy="320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Line 26">
            <a:extLst>
              <a:ext uri="{FF2B5EF4-FFF2-40B4-BE49-F238E27FC236}">
                <a16:creationId xmlns:a16="http://schemas.microsoft.com/office/drawing/2014/main" id="{0B436A8D-E8E8-5EAA-E572-3008C58A4DE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801001" y="2977507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" name="Line 27">
            <a:extLst>
              <a:ext uri="{FF2B5EF4-FFF2-40B4-BE49-F238E27FC236}">
                <a16:creationId xmlns:a16="http://schemas.microsoft.com/office/drawing/2014/main" id="{22BF73E3-69BF-E8AA-9B5C-44D654192E5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315226" y="2977507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" name="Line 28">
            <a:extLst>
              <a:ext uri="{FF2B5EF4-FFF2-40B4-BE49-F238E27FC236}">
                <a16:creationId xmlns:a16="http://schemas.microsoft.com/office/drawing/2014/main" id="{42B2F891-7652-2C18-A047-B9B6871F8EF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274076" y="2977507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7" name="Line 29">
            <a:extLst>
              <a:ext uri="{FF2B5EF4-FFF2-40B4-BE49-F238E27FC236}">
                <a16:creationId xmlns:a16="http://schemas.microsoft.com/office/drawing/2014/main" id="{DBE9C47D-692F-81EC-0C44-75CEEE71FF14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759851" y="2977507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28" name="Object 30">
            <a:extLst>
              <a:ext uri="{FF2B5EF4-FFF2-40B4-BE49-F238E27FC236}">
                <a16:creationId xmlns:a16="http://schemas.microsoft.com/office/drawing/2014/main" id="{2FE6DB38-F745-2304-9927-8BCBBE6C1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891338"/>
              </p:ext>
            </p:extLst>
          </p:nvPr>
        </p:nvGraphicFramePr>
        <p:xfrm>
          <a:off x="4516839" y="3091807"/>
          <a:ext cx="4889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60" imgH="190440" progId="Equation.3">
                  <p:embed/>
                </p:oleObj>
              </mc:Choice>
              <mc:Fallback>
                <p:oleObj name="Equation" r:id="rId10" imgW="291960" imgH="190440" progId="Equation.3">
                  <p:embed/>
                  <p:pic>
                    <p:nvPicPr>
                      <p:cNvPr id="471070" name="Object 30">
                        <a:extLst>
                          <a:ext uri="{FF2B5EF4-FFF2-40B4-BE49-F238E27FC236}">
                            <a16:creationId xmlns:a16="http://schemas.microsoft.com/office/drawing/2014/main" id="{51F48097-FF0B-D572-CE2D-A6D880112D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839" y="3091807"/>
                        <a:ext cx="488950" cy="320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1">
            <a:extLst>
              <a:ext uri="{FF2B5EF4-FFF2-40B4-BE49-F238E27FC236}">
                <a16:creationId xmlns:a16="http://schemas.microsoft.com/office/drawing/2014/main" id="{ADF4F9DA-83D3-5A2A-DDE7-667A83A45E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312172"/>
              </p:ext>
            </p:extLst>
          </p:nvPr>
        </p:nvGraphicFramePr>
        <p:xfrm>
          <a:off x="5013726" y="3091807"/>
          <a:ext cx="4889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1960" imgH="190440" progId="Equation.3">
                  <p:embed/>
                </p:oleObj>
              </mc:Choice>
              <mc:Fallback>
                <p:oleObj name="Equation" r:id="rId12" imgW="291960" imgH="190440" progId="Equation.3">
                  <p:embed/>
                  <p:pic>
                    <p:nvPicPr>
                      <p:cNvPr id="471071" name="Object 31">
                        <a:extLst>
                          <a:ext uri="{FF2B5EF4-FFF2-40B4-BE49-F238E27FC236}">
                            <a16:creationId xmlns:a16="http://schemas.microsoft.com/office/drawing/2014/main" id="{7055BB5C-DBCA-37CF-BC02-823CFFE513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726" y="3091807"/>
                        <a:ext cx="488950" cy="320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2">
            <a:extLst>
              <a:ext uri="{FF2B5EF4-FFF2-40B4-BE49-F238E27FC236}">
                <a16:creationId xmlns:a16="http://schemas.microsoft.com/office/drawing/2014/main" id="{01791698-6685-1727-4CB1-38B4BDAE11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21397"/>
              </p:ext>
            </p:extLst>
          </p:nvPr>
        </p:nvGraphicFramePr>
        <p:xfrm>
          <a:off x="6307539" y="3606157"/>
          <a:ext cx="72548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31640" imgH="215640" progId="Equation.3">
                  <p:embed/>
                </p:oleObj>
              </mc:Choice>
              <mc:Fallback>
                <p:oleObj name="Equation" r:id="rId14" imgW="431640" imgH="215640" progId="Equation.3">
                  <p:embed/>
                  <p:pic>
                    <p:nvPicPr>
                      <p:cNvPr id="471072" name="Object 32">
                        <a:extLst>
                          <a:ext uri="{FF2B5EF4-FFF2-40B4-BE49-F238E27FC236}">
                            <a16:creationId xmlns:a16="http://schemas.microsoft.com/office/drawing/2014/main" id="{F1C2E86E-D4B6-972D-9B5B-6480BB719A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7539" y="3606157"/>
                        <a:ext cx="72548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33">
            <a:extLst>
              <a:ext uri="{FF2B5EF4-FFF2-40B4-BE49-F238E27FC236}">
                <a16:creationId xmlns:a16="http://schemas.microsoft.com/office/drawing/2014/main" id="{2813102F-DE0E-2A1B-D669-9D0D34711366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 flipV="1">
            <a:off x="6211495" y="3745063"/>
            <a:ext cx="0" cy="96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32" name="Object 34">
            <a:extLst>
              <a:ext uri="{FF2B5EF4-FFF2-40B4-BE49-F238E27FC236}">
                <a16:creationId xmlns:a16="http://schemas.microsoft.com/office/drawing/2014/main" id="{4B12E94C-02E3-787C-EAFC-84BFF96D3D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901429"/>
              </p:ext>
            </p:extLst>
          </p:nvPr>
        </p:nvGraphicFramePr>
        <p:xfrm>
          <a:off x="6278964" y="3139432"/>
          <a:ext cx="59531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5320" imgH="215640" progId="Equation.3">
                  <p:embed/>
                </p:oleObj>
              </mc:Choice>
              <mc:Fallback>
                <p:oleObj name="Equation" r:id="rId16" imgW="355320" imgH="215640" progId="Equation.3">
                  <p:embed/>
                  <p:pic>
                    <p:nvPicPr>
                      <p:cNvPr id="471074" name="Object 34">
                        <a:extLst>
                          <a:ext uri="{FF2B5EF4-FFF2-40B4-BE49-F238E27FC236}">
                            <a16:creationId xmlns:a16="http://schemas.microsoft.com/office/drawing/2014/main" id="{8D47A8CD-5974-BA32-B9D2-DA69AB868A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8964" y="3139432"/>
                        <a:ext cx="59531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5">
            <a:extLst>
              <a:ext uri="{FF2B5EF4-FFF2-40B4-BE49-F238E27FC236}">
                <a16:creationId xmlns:a16="http://schemas.microsoft.com/office/drawing/2014/main" id="{67519B49-B5CF-AAEC-A970-AAF27995D6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009558"/>
              </p:ext>
            </p:extLst>
          </p:nvPr>
        </p:nvGraphicFramePr>
        <p:xfrm>
          <a:off x="6301189" y="4098282"/>
          <a:ext cx="72548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31640" imgH="215640" progId="Equation.3">
                  <p:embed/>
                </p:oleObj>
              </mc:Choice>
              <mc:Fallback>
                <p:oleObj name="Equation" r:id="rId18" imgW="431640" imgH="215640" progId="Equation.3">
                  <p:embed/>
                  <p:pic>
                    <p:nvPicPr>
                      <p:cNvPr id="471075" name="Object 35">
                        <a:extLst>
                          <a:ext uri="{FF2B5EF4-FFF2-40B4-BE49-F238E27FC236}">
                            <a16:creationId xmlns:a16="http://schemas.microsoft.com/office/drawing/2014/main" id="{F3545A4D-72FE-57F0-C61F-9C07E320C0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1189" y="4098282"/>
                        <a:ext cx="72548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Line 36">
            <a:extLst>
              <a:ext uri="{FF2B5EF4-FFF2-40B4-BE49-F238E27FC236}">
                <a16:creationId xmlns:a16="http://schemas.microsoft.com/office/drawing/2014/main" id="{87926A27-44FB-6097-3898-48C7FBA536A7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 flipV="1">
            <a:off x="6205145" y="4230838"/>
            <a:ext cx="0" cy="96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35" name="Object 37">
            <a:extLst>
              <a:ext uri="{FF2B5EF4-FFF2-40B4-BE49-F238E27FC236}">
                <a16:creationId xmlns:a16="http://schemas.microsoft.com/office/drawing/2014/main" id="{C7FAF48E-C937-2556-D26F-4BFF3C4887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896642"/>
              </p:ext>
            </p:extLst>
          </p:nvPr>
        </p:nvGraphicFramePr>
        <p:xfrm>
          <a:off x="6301189" y="4574532"/>
          <a:ext cx="72548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31640" imgH="215640" progId="Equation.3">
                  <p:embed/>
                </p:oleObj>
              </mc:Choice>
              <mc:Fallback>
                <p:oleObj name="Equation" r:id="rId20" imgW="431640" imgH="215640" progId="Equation.3">
                  <p:embed/>
                  <p:pic>
                    <p:nvPicPr>
                      <p:cNvPr id="471077" name="Object 37">
                        <a:extLst>
                          <a:ext uri="{FF2B5EF4-FFF2-40B4-BE49-F238E27FC236}">
                            <a16:creationId xmlns:a16="http://schemas.microsoft.com/office/drawing/2014/main" id="{9F7A9553-E15E-9B28-E039-BB02263CDD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1189" y="4574532"/>
                        <a:ext cx="72548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Line 38">
            <a:extLst>
              <a:ext uri="{FF2B5EF4-FFF2-40B4-BE49-F238E27FC236}">
                <a16:creationId xmlns:a16="http://schemas.microsoft.com/office/drawing/2014/main" id="{11BFFEFE-5D45-754B-AF04-F974D2C6CE31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 flipV="1">
            <a:off x="6205145" y="4710263"/>
            <a:ext cx="0" cy="96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37" name="Object 39">
            <a:extLst>
              <a:ext uri="{FF2B5EF4-FFF2-40B4-BE49-F238E27FC236}">
                <a16:creationId xmlns:a16="http://schemas.microsoft.com/office/drawing/2014/main" id="{4CE5D301-0673-F841-44E9-4DC5BD62E0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075812"/>
              </p:ext>
            </p:extLst>
          </p:nvPr>
        </p:nvGraphicFramePr>
        <p:xfrm>
          <a:off x="5575701" y="1209032"/>
          <a:ext cx="5969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55320" imgH="215640" progId="Equation.3">
                  <p:embed/>
                </p:oleObj>
              </mc:Choice>
              <mc:Fallback>
                <p:oleObj name="Equation" r:id="rId22" imgW="355320" imgH="215640" progId="Equation.3">
                  <p:embed/>
                  <p:pic>
                    <p:nvPicPr>
                      <p:cNvPr id="471079" name="Object 39">
                        <a:extLst>
                          <a:ext uri="{FF2B5EF4-FFF2-40B4-BE49-F238E27FC236}">
                            <a16:creationId xmlns:a16="http://schemas.microsoft.com/office/drawing/2014/main" id="{7DE5621F-41F6-2466-D4C7-CE0810301F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701" y="1209032"/>
                        <a:ext cx="5969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Line 40">
            <a:extLst>
              <a:ext uri="{FF2B5EF4-FFF2-40B4-BE49-F238E27FC236}">
                <a16:creationId xmlns:a16="http://schemas.microsoft.com/office/drawing/2014/main" id="{AF4A17A7-D317-82D0-390A-7F82DE68ED3C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 flipV="1">
            <a:off x="6301983" y="1340001"/>
            <a:ext cx="0" cy="96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39" name="Object 41">
            <a:extLst>
              <a:ext uri="{FF2B5EF4-FFF2-40B4-BE49-F238E27FC236}">
                <a16:creationId xmlns:a16="http://schemas.microsoft.com/office/drawing/2014/main" id="{848A3D66-3F8D-A26B-4BDC-23A6986D54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179070"/>
              </p:ext>
            </p:extLst>
          </p:nvPr>
        </p:nvGraphicFramePr>
        <p:xfrm>
          <a:off x="5575701" y="1678932"/>
          <a:ext cx="5969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55320" imgH="215640" progId="Equation.3">
                  <p:embed/>
                </p:oleObj>
              </mc:Choice>
              <mc:Fallback>
                <p:oleObj name="Equation" r:id="rId24" imgW="355320" imgH="215640" progId="Equation.3">
                  <p:embed/>
                  <p:pic>
                    <p:nvPicPr>
                      <p:cNvPr id="471081" name="Object 41">
                        <a:extLst>
                          <a:ext uri="{FF2B5EF4-FFF2-40B4-BE49-F238E27FC236}">
                            <a16:creationId xmlns:a16="http://schemas.microsoft.com/office/drawing/2014/main" id="{D4242201-A700-F22D-4676-9F53846553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701" y="1678932"/>
                        <a:ext cx="5969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Line 42">
            <a:extLst>
              <a:ext uri="{FF2B5EF4-FFF2-40B4-BE49-F238E27FC236}">
                <a16:creationId xmlns:a16="http://schemas.microsoft.com/office/drawing/2014/main" id="{B69A8E84-68AF-0A41-4196-A9C32AC1266A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 flipV="1">
            <a:off x="6301983" y="1813076"/>
            <a:ext cx="0" cy="96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41" name="Object 43">
            <a:extLst>
              <a:ext uri="{FF2B5EF4-FFF2-40B4-BE49-F238E27FC236}">
                <a16:creationId xmlns:a16="http://schemas.microsoft.com/office/drawing/2014/main" id="{66804DE9-AADA-5DD2-0AA8-5B2385A1C8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734902"/>
              </p:ext>
            </p:extLst>
          </p:nvPr>
        </p:nvGraphicFramePr>
        <p:xfrm>
          <a:off x="5575701" y="2171057"/>
          <a:ext cx="5969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55320" imgH="215640" progId="Equation.3">
                  <p:embed/>
                </p:oleObj>
              </mc:Choice>
              <mc:Fallback>
                <p:oleObj name="Equation" r:id="rId26" imgW="355320" imgH="215640" progId="Equation.3">
                  <p:embed/>
                  <p:pic>
                    <p:nvPicPr>
                      <p:cNvPr id="471083" name="Object 43">
                        <a:extLst>
                          <a:ext uri="{FF2B5EF4-FFF2-40B4-BE49-F238E27FC236}">
                            <a16:creationId xmlns:a16="http://schemas.microsoft.com/office/drawing/2014/main" id="{446DA5A5-D5C8-8A60-28EC-01236C6CBE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701" y="2171057"/>
                        <a:ext cx="5969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Line 44">
            <a:extLst>
              <a:ext uri="{FF2B5EF4-FFF2-40B4-BE49-F238E27FC236}">
                <a16:creationId xmlns:a16="http://schemas.microsoft.com/office/drawing/2014/main" id="{6EDA25A2-EE03-CCCA-B12D-C71FD57A8AF9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 flipV="1">
            <a:off x="6301983" y="2305201"/>
            <a:ext cx="0" cy="96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43" name="Object 45">
            <a:extLst>
              <a:ext uri="{FF2B5EF4-FFF2-40B4-BE49-F238E27FC236}">
                <a16:creationId xmlns:a16="http://schemas.microsoft.com/office/drawing/2014/main" id="{26775A9A-20EA-CA63-2591-609EC401C1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240645"/>
              </p:ext>
            </p:extLst>
          </p:nvPr>
        </p:nvGraphicFramePr>
        <p:xfrm>
          <a:off x="5710639" y="2648895"/>
          <a:ext cx="46831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9360" imgH="215640" progId="Equation.3">
                  <p:embed/>
                </p:oleObj>
              </mc:Choice>
              <mc:Fallback>
                <p:oleObj name="Equation" r:id="rId28" imgW="279360" imgH="215640" progId="Equation.3">
                  <p:embed/>
                  <p:pic>
                    <p:nvPicPr>
                      <p:cNvPr id="471085" name="Object 45">
                        <a:extLst>
                          <a:ext uri="{FF2B5EF4-FFF2-40B4-BE49-F238E27FC236}">
                            <a16:creationId xmlns:a16="http://schemas.microsoft.com/office/drawing/2014/main" id="{3BE96542-890E-DB4D-7CB3-BC5DF69882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0639" y="2648895"/>
                        <a:ext cx="46831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Group 46">
            <a:extLst>
              <a:ext uri="{FF2B5EF4-FFF2-40B4-BE49-F238E27FC236}">
                <a16:creationId xmlns:a16="http://schemas.microsoft.com/office/drawing/2014/main" id="{F6B49528-6B5D-D668-DDE5-AB51AC45E01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64914" y="3602982"/>
            <a:ext cx="534987" cy="266700"/>
            <a:chOff x="2366" y="2074"/>
            <a:chExt cx="281" cy="140"/>
          </a:xfrm>
        </p:grpSpPr>
        <p:graphicFrame>
          <p:nvGraphicFramePr>
            <p:cNvPr id="45" name="Object 47">
              <a:extLst>
                <a:ext uri="{FF2B5EF4-FFF2-40B4-BE49-F238E27FC236}">
                  <a16:creationId xmlns:a16="http://schemas.microsoft.com/office/drawing/2014/main" id="{931754A9-9E03-A0F6-2F61-706D4037DE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6" y="2074"/>
            <a:ext cx="141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39680" imgH="139680" progId="Equation.3">
                    <p:embed/>
                  </p:oleObj>
                </mc:Choice>
                <mc:Fallback>
                  <p:oleObj name="Equation" r:id="rId30" imgW="139680" imgH="139680" progId="Equation.3">
                    <p:embed/>
                    <p:pic>
                      <p:nvPicPr>
                        <p:cNvPr id="471087" name="Object 47">
                          <a:extLst>
                            <a:ext uri="{FF2B5EF4-FFF2-40B4-BE49-F238E27FC236}">
                              <a16:creationId xmlns:a16="http://schemas.microsoft.com/office/drawing/2014/main" id="{4EE4488F-6B4A-F064-F24D-39BC430139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6" y="2074"/>
                          <a:ext cx="141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Line 48">
              <a:extLst>
                <a:ext uri="{FF2B5EF4-FFF2-40B4-BE49-F238E27FC236}">
                  <a16:creationId xmlns:a16="http://schemas.microsoft.com/office/drawing/2014/main" id="{417FC7E1-415C-0A5E-2B22-D318E7CF4F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501" y="2144"/>
              <a:ext cx="14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7" name="Group 49">
            <a:extLst>
              <a:ext uri="{FF2B5EF4-FFF2-40B4-BE49-F238E27FC236}">
                <a16:creationId xmlns:a16="http://schemas.microsoft.com/office/drawing/2014/main" id="{DB54B5A1-D1D0-975A-68AF-9E83C8320A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83576" y="1182045"/>
            <a:ext cx="269875" cy="644525"/>
            <a:chOff x="1169" y="545"/>
            <a:chExt cx="141" cy="338"/>
          </a:xfrm>
        </p:grpSpPr>
        <p:graphicFrame>
          <p:nvGraphicFramePr>
            <p:cNvPr id="48" name="Object 50">
              <a:extLst>
                <a:ext uri="{FF2B5EF4-FFF2-40B4-BE49-F238E27FC236}">
                  <a16:creationId xmlns:a16="http://schemas.microsoft.com/office/drawing/2014/main" id="{42B0AD10-D405-3888-A45A-5493C91C19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69" y="692"/>
            <a:ext cx="141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39680" imgH="190440" progId="Equation.DSMT4">
                    <p:embed/>
                  </p:oleObj>
                </mc:Choice>
                <mc:Fallback>
                  <p:oleObj name="Equation" r:id="rId32" imgW="139680" imgH="190440" progId="Equation.DSMT4">
                    <p:embed/>
                    <p:pic>
                      <p:nvPicPr>
                        <p:cNvPr id="471090" name="Object 50">
                          <a:extLst>
                            <a:ext uri="{FF2B5EF4-FFF2-40B4-BE49-F238E27FC236}">
                              <a16:creationId xmlns:a16="http://schemas.microsoft.com/office/drawing/2014/main" id="{4A8C182F-FAC0-EFEA-8F50-E8E08A5811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9" y="692"/>
                          <a:ext cx="141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Line 51">
              <a:extLst>
                <a:ext uri="{FF2B5EF4-FFF2-40B4-BE49-F238E27FC236}">
                  <a16:creationId xmlns:a16="http://schemas.microsoft.com/office/drawing/2014/main" id="{8A2AD5ED-121A-CC30-1396-CD8A6B2E02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400000" flipH="1" flipV="1">
              <a:off x="1171" y="617"/>
              <a:ext cx="14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0" name="Line 63">
            <a:extLst>
              <a:ext uri="{FF2B5EF4-FFF2-40B4-BE49-F238E27FC236}">
                <a16:creationId xmlns:a16="http://schemas.microsoft.com/office/drawing/2014/main" id="{7D508510-EFA6-CDD0-0C3A-9E89400246EA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255151" y="5226995"/>
            <a:ext cx="0" cy="1254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1" name="Line 64">
            <a:extLst>
              <a:ext uri="{FF2B5EF4-FFF2-40B4-BE49-F238E27FC236}">
                <a16:creationId xmlns:a16="http://schemas.microsoft.com/office/drawing/2014/main" id="{8582CDE7-2E4C-D287-D59A-B37A87080A17}"/>
              </a:ext>
            </a:extLst>
          </p:cNvPr>
          <p:cNvSpPr>
            <a:spLocks noChangeAspect="1" noChangeShapeType="1"/>
          </p:cNvSpPr>
          <p:nvPr/>
        </p:nvSpPr>
        <p:spPr bwMode="auto">
          <a:xfrm rot="5400000" flipV="1">
            <a:off x="6299602" y="3763319"/>
            <a:ext cx="0" cy="4848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52" name="Object 66">
            <a:extLst>
              <a:ext uri="{FF2B5EF4-FFF2-40B4-BE49-F238E27FC236}">
                <a16:creationId xmlns:a16="http://schemas.microsoft.com/office/drawing/2014/main" id="{17273065-7C80-4F0A-8095-FBFCE8E4C1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525088"/>
              </p:ext>
            </p:extLst>
          </p:nvPr>
        </p:nvGraphicFramePr>
        <p:xfrm>
          <a:off x="7006039" y="6500170"/>
          <a:ext cx="385762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164880" progId="Equation.3">
                  <p:embed/>
                </p:oleObj>
              </mc:Choice>
              <mc:Fallback>
                <p:oleObj name="Equation" r:id="rId2" imgW="228600" imgH="164880" progId="Equation.3">
                  <p:embed/>
                  <p:pic>
                    <p:nvPicPr>
                      <p:cNvPr id="471106" name="Object 66">
                        <a:extLst>
                          <a:ext uri="{FF2B5EF4-FFF2-40B4-BE49-F238E27FC236}">
                            <a16:creationId xmlns:a16="http://schemas.microsoft.com/office/drawing/2014/main" id="{0AF62A3F-7C39-134C-4E15-6BC2494E2A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039" y="6500170"/>
                        <a:ext cx="385762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Line 67">
            <a:extLst>
              <a:ext uri="{FF2B5EF4-FFF2-40B4-BE49-F238E27FC236}">
                <a16:creationId xmlns:a16="http://schemas.microsoft.com/office/drawing/2014/main" id="{F6E80E79-3265-6749-B634-865394005FE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218764" y="6087420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4" name="Line 68">
            <a:extLst>
              <a:ext uri="{FF2B5EF4-FFF2-40B4-BE49-F238E27FC236}">
                <a16:creationId xmlns:a16="http://schemas.microsoft.com/office/drawing/2014/main" id="{2E610E4F-DDD4-640E-5468-DC29CFD27A8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732989" y="6087420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55" name="Object 69">
            <a:extLst>
              <a:ext uri="{FF2B5EF4-FFF2-40B4-BE49-F238E27FC236}">
                <a16:creationId xmlns:a16="http://schemas.microsoft.com/office/drawing/2014/main" id="{F525D2B7-E54D-154F-10A4-D4D2974CD6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448539"/>
              </p:ext>
            </p:extLst>
          </p:nvPr>
        </p:nvGraphicFramePr>
        <p:xfrm>
          <a:off x="7487051" y="6508107"/>
          <a:ext cx="384175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177480" progId="Equation.3">
                  <p:embed/>
                </p:oleObj>
              </mc:Choice>
              <mc:Fallback>
                <p:oleObj name="Equation" r:id="rId4" imgW="228600" imgH="177480" progId="Equation.3">
                  <p:embed/>
                  <p:pic>
                    <p:nvPicPr>
                      <p:cNvPr id="471109" name="Object 69">
                        <a:extLst>
                          <a:ext uri="{FF2B5EF4-FFF2-40B4-BE49-F238E27FC236}">
                            <a16:creationId xmlns:a16="http://schemas.microsoft.com/office/drawing/2014/main" id="{8BD55946-7921-AB09-8AF5-7FC3EB34AD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7051" y="6508107"/>
                        <a:ext cx="384175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Line 70">
            <a:extLst>
              <a:ext uri="{FF2B5EF4-FFF2-40B4-BE49-F238E27FC236}">
                <a16:creationId xmlns:a16="http://schemas.microsoft.com/office/drawing/2014/main" id="{3ABF9D90-0BB3-3783-99DB-D246F56DE4BE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693426" y="6087420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57" name="Object 71">
            <a:extLst>
              <a:ext uri="{FF2B5EF4-FFF2-40B4-BE49-F238E27FC236}">
                <a16:creationId xmlns:a16="http://schemas.microsoft.com/office/drawing/2014/main" id="{6977143F-71E7-9388-A10F-32D234D774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021729"/>
              </p:ext>
            </p:extLst>
          </p:nvPr>
        </p:nvGraphicFramePr>
        <p:xfrm>
          <a:off x="7972826" y="6500170"/>
          <a:ext cx="38576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" imgH="164880" progId="Equation.3">
                  <p:embed/>
                </p:oleObj>
              </mc:Choice>
              <mc:Fallback>
                <p:oleObj name="Equation" r:id="rId6" imgW="228600" imgH="164880" progId="Equation.3">
                  <p:embed/>
                  <p:pic>
                    <p:nvPicPr>
                      <p:cNvPr id="471111" name="Object 71">
                        <a:extLst>
                          <a:ext uri="{FF2B5EF4-FFF2-40B4-BE49-F238E27FC236}">
                            <a16:creationId xmlns:a16="http://schemas.microsoft.com/office/drawing/2014/main" id="{CDC6232D-2549-D24A-7EC2-F853C9485D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2826" y="6500170"/>
                        <a:ext cx="385763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Line 72">
            <a:extLst>
              <a:ext uri="{FF2B5EF4-FFF2-40B4-BE49-F238E27FC236}">
                <a16:creationId xmlns:a16="http://schemas.microsoft.com/office/drawing/2014/main" id="{929E8F30-D23B-DA86-E7F0-CA9D89161468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179201" y="6087420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59" name="Object 73">
            <a:extLst>
              <a:ext uri="{FF2B5EF4-FFF2-40B4-BE49-F238E27FC236}">
                <a16:creationId xmlns:a16="http://schemas.microsoft.com/office/drawing/2014/main" id="{47E76930-E26D-297F-EF7F-8ED1866345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313124"/>
              </p:ext>
            </p:extLst>
          </p:nvPr>
        </p:nvGraphicFramePr>
        <p:xfrm>
          <a:off x="4035826" y="6503345"/>
          <a:ext cx="4889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1960" imgH="190440" progId="Equation.3">
                  <p:embed/>
                </p:oleObj>
              </mc:Choice>
              <mc:Fallback>
                <p:oleObj name="Equation" r:id="rId8" imgW="291960" imgH="190440" progId="Equation.3">
                  <p:embed/>
                  <p:pic>
                    <p:nvPicPr>
                      <p:cNvPr id="471113" name="Object 73">
                        <a:extLst>
                          <a:ext uri="{FF2B5EF4-FFF2-40B4-BE49-F238E27FC236}">
                            <a16:creationId xmlns:a16="http://schemas.microsoft.com/office/drawing/2014/main" id="{73F5EC47-0AC7-6729-E9CD-21B56BC5F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826" y="6503345"/>
                        <a:ext cx="488950" cy="320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Line 74">
            <a:extLst>
              <a:ext uri="{FF2B5EF4-FFF2-40B4-BE49-F238E27FC236}">
                <a16:creationId xmlns:a16="http://schemas.microsoft.com/office/drawing/2014/main" id="{557B894C-747D-6A91-82EC-5432300C2C8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799414" y="6087420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1" name="Line 75">
            <a:extLst>
              <a:ext uri="{FF2B5EF4-FFF2-40B4-BE49-F238E27FC236}">
                <a16:creationId xmlns:a16="http://schemas.microsoft.com/office/drawing/2014/main" id="{A40611D6-AED7-1F16-A9BF-FCAB68C0F00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318401" y="6087420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2" name="Line 76">
            <a:extLst>
              <a:ext uri="{FF2B5EF4-FFF2-40B4-BE49-F238E27FC236}">
                <a16:creationId xmlns:a16="http://schemas.microsoft.com/office/drawing/2014/main" id="{C06BB21C-E1B4-CBEE-191B-46BF3CF5A923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274076" y="6087420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3" name="Line 77">
            <a:extLst>
              <a:ext uri="{FF2B5EF4-FFF2-40B4-BE49-F238E27FC236}">
                <a16:creationId xmlns:a16="http://schemas.microsoft.com/office/drawing/2014/main" id="{F8A22DD5-8312-CC3A-1C1E-71BC55CC16B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759851" y="6087420"/>
            <a:ext cx="0" cy="98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64" name="Object 78">
            <a:extLst>
              <a:ext uri="{FF2B5EF4-FFF2-40B4-BE49-F238E27FC236}">
                <a16:creationId xmlns:a16="http://schemas.microsoft.com/office/drawing/2014/main" id="{392830FB-CB1D-9FAF-380B-6AA81FA127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667268"/>
              </p:ext>
            </p:extLst>
          </p:nvPr>
        </p:nvGraphicFramePr>
        <p:xfrm>
          <a:off x="4515251" y="6503345"/>
          <a:ext cx="490538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60" imgH="190440" progId="Equation.3">
                  <p:embed/>
                </p:oleObj>
              </mc:Choice>
              <mc:Fallback>
                <p:oleObj name="Equation" r:id="rId10" imgW="291960" imgH="190440" progId="Equation.3">
                  <p:embed/>
                  <p:pic>
                    <p:nvPicPr>
                      <p:cNvPr id="471118" name="Object 78">
                        <a:extLst>
                          <a:ext uri="{FF2B5EF4-FFF2-40B4-BE49-F238E27FC236}">
                            <a16:creationId xmlns:a16="http://schemas.microsoft.com/office/drawing/2014/main" id="{337672D8-D369-B9F0-6F4C-89A1115E4E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5251" y="6503345"/>
                        <a:ext cx="490538" cy="320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79">
            <a:extLst>
              <a:ext uri="{FF2B5EF4-FFF2-40B4-BE49-F238E27FC236}">
                <a16:creationId xmlns:a16="http://schemas.microsoft.com/office/drawing/2014/main" id="{207AE1AE-E3DF-32EE-C529-4038A573A0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408111"/>
              </p:ext>
            </p:extLst>
          </p:nvPr>
        </p:nvGraphicFramePr>
        <p:xfrm>
          <a:off x="5013726" y="6503345"/>
          <a:ext cx="4889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1960" imgH="190440" progId="Equation.3">
                  <p:embed/>
                </p:oleObj>
              </mc:Choice>
              <mc:Fallback>
                <p:oleObj name="Equation" r:id="rId12" imgW="291960" imgH="190440" progId="Equation.3">
                  <p:embed/>
                  <p:pic>
                    <p:nvPicPr>
                      <p:cNvPr id="471119" name="Object 79">
                        <a:extLst>
                          <a:ext uri="{FF2B5EF4-FFF2-40B4-BE49-F238E27FC236}">
                            <a16:creationId xmlns:a16="http://schemas.microsoft.com/office/drawing/2014/main" id="{3E9434C0-5084-06E1-79A2-754654D9C7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726" y="6503345"/>
                        <a:ext cx="488950" cy="320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82">
            <a:extLst>
              <a:ext uri="{FF2B5EF4-FFF2-40B4-BE49-F238E27FC236}">
                <a16:creationId xmlns:a16="http://schemas.microsoft.com/office/drawing/2014/main" id="{C26657C6-7214-9965-D529-C623A0682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861451"/>
              </p:ext>
            </p:extLst>
          </p:nvPr>
        </p:nvGraphicFramePr>
        <p:xfrm>
          <a:off x="3240489" y="6239820"/>
          <a:ext cx="5969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5320" imgH="215640" progId="Equation.3">
                  <p:embed/>
                </p:oleObj>
              </mc:Choice>
              <mc:Fallback>
                <p:oleObj name="Equation" r:id="rId16" imgW="355320" imgH="215640" progId="Equation.3">
                  <p:embed/>
                  <p:pic>
                    <p:nvPicPr>
                      <p:cNvPr id="471122" name="Object 82">
                        <a:extLst>
                          <a:ext uri="{FF2B5EF4-FFF2-40B4-BE49-F238E27FC236}">
                            <a16:creationId xmlns:a16="http://schemas.microsoft.com/office/drawing/2014/main" id="{8E02DE52-4E33-67DD-9B17-334E98DFCC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489" y="6239820"/>
                        <a:ext cx="5969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93">
            <a:extLst>
              <a:ext uri="{FF2B5EF4-FFF2-40B4-BE49-F238E27FC236}">
                <a16:creationId xmlns:a16="http://schemas.microsoft.com/office/drawing/2014/main" id="{1D83D764-C86D-2349-CD23-4B3C457FD0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275409"/>
              </p:ext>
            </p:extLst>
          </p:nvPr>
        </p:nvGraphicFramePr>
        <p:xfrm>
          <a:off x="3369076" y="5734995"/>
          <a:ext cx="4683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9360" imgH="215640" progId="Equation.3">
                  <p:embed/>
                </p:oleObj>
              </mc:Choice>
              <mc:Fallback>
                <p:oleObj name="Equation" r:id="rId28" imgW="279360" imgH="215640" progId="Equation.3">
                  <p:embed/>
                  <p:pic>
                    <p:nvPicPr>
                      <p:cNvPr id="471133" name="Object 93">
                        <a:extLst>
                          <a:ext uri="{FF2B5EF4-FFF2-40B4-BE49-F238E27FC236}">
                            <a16:creationId xmlns:a16="http://schemas.microsoft.com/office/drawing/2014/main" id="{00B9CCCD-0FDB-CBB8-A312-425E1AA4F9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9076" y="5734995"/>
                        <a:ext cx="46831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" name="Group 94">
            <a:extLst>
              <a:ext uri="{FF2B5EF4-FFF2-40B4-BE49-F238E27FC236}">
                <a16:creationId xmlns:a16="http://schemas.microsoft.com/office/drawing/2014/main" id="{0F9AA196-DEC2-C5DC-9B88-7FB3F30A8AF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17301" y="6198545"/>
            <a:ext cx="534988" cy="266700"/>
            <a:chOff x="2366" y="2074"/>
            <a:chExt cx="281" cy="140"/>
          </a:xfrm>
        </p:grpSpPr>
        <p:graphicFrame>
          <p:nvGraphicFramePr>
            <p:cNvPr id="69" name="Object 95">
              <a:extLst>
                <a:ext uri="{FF2B5EF4-FFF2-40B4-BE49-F238E27FC236}">
                  <a16:creationId xmlns:a16="http://schemas.microsoft.com/office/drawing/2014/main" id="{FA94898C-DDC8-3B4C-9952-22CF282317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6" y="2074"/>
            <a:ext cx="141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39680" imgH="139680" progId="Equation.3">
                    <p:embed/>
                  </p:oleObj>
                </mc:Choice>
                <mc:Fallback>
                  <p:oleObj name="Equation" r:id="rId30" imgW="139680" imgH="139680" progId="Equation.3">
                    <p:embed/>
                    <p:pic>
                      <p:nvPicPr>
                        <p:cNvPr id="471135" name="Object 95">
                          <a:extLst>
                            <a:ext uri="{FF2B5EF4-FFF2-40B4-BE49-F238E27FC236}">
                              <a16:creationId xmlns:a16="http://schemas.microsoft.com/office/drawing/2014/main" id="{640CEBC2-1670-11C5-E366-5B6CFEF7C81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6" y="2074"/>
                          <a:ext cx="141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" name="Line 96">
              <a:extLst>
                <a:ext uri="{FF2B5EF4-FFF2-40B4-BE49-F238E27FC236}">
                  <a16:creationId xmlns:a16="http://schemas.microsoft.com/office/drawing/2014/main" id="{972043D0-9774-D58D-9D92-D55B1FE46F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501" y="2144"/>
              <a:ext cx="14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1" name="Group 97">
            <a:extLst>
              <a:ext uri="{FF2B5EF4-FFF2-40B4-BE49-F238E27FC236}">
                <a16:creationId xmlns:a16="http://schemas.microsoft.com/office/drawing/2014/main" id="{B964C101-8D51-6FC0-1425-269976E045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56701" y="5215882"/>
            <a:ext cx="244475" cy="619125"/>
            <a:chOff x="1175" y="545"/>
            <a:chExt cx="128" cy="325"/>
          </a:xfrm>
        </p:grpSpPr>
        <p:graphicFrame>
          <p:nvGraphicFramePr>
            <p:cNvPr id="72" name="Object 98">
              <a:extLst>
                <a:ext uri="{FF2B5EF4-FFF2-40B4-BE49-F238E27FC236}">
                  <a16:creationId xmlns:a16="http://schemas.microsoft.com/office/drawing/2014/main" id="{E856BBE4-9642-4715-CE67-DA91D1172B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75" y="704"/>
            <a:ext cx="128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26720" imgH="164880" progId="Equation.DSMT4">
                    <p:embed/>
                  </p:oleObj>
                </mc:Choice>
                <mc:Fallback>
                  <p:oleObj name="Equation" r:id="rId34" imgW="126720" imgH="164880" progId="Equation.DSMT4">
                    <p:embed/>
                    <p:pic>
                      <p:nvPicPr>
                        <p:cNvPr id="471138" name="Object 98">
                          <a:extLst>
                            <a:ext uri="{FF2B5EF4-FFF2-40B4-BE49-F238E27FC236}">
                              <a16:creationId xmlns:a16="http://schemas.microsoft.com/office/drawing/2014/main" id="{FD56893F-43C5-D4A6-2298-B27CB825C9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5" y="704"/>
                          <a:ext cx="128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Line 99">
              <a:extLst>
                <a:ext uri="{FF2B5EF4-FFF2-40B4-BE49-F238E27FC236}">
                  <a16:creationId xmlns:a16="http://schemas.microsoft.com/office/drawing/2014/main" id="{F09AF8BD-C138-5FDC-255A-E992FB2525D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400000" flipH="1" flipV="1">
              <a:off x="1171" y="617"/>
              <a:ext cx="14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4" name="Freeform 111">
            <a:extLst>
              <a:ext uri="{FF2B5EF4-FFF2-40B4-BE49-F238E27FC236}">
                <a16:creationId xmlns:a16="http://schemas.microsoft.com/office/drawing/2014/main" id="{CD6FC803-270C-C624-27DB-9EE96529D31D}"/>
              </a:ext>
            </a:extLst>
          </p:cNvPr>
          <p:cNvSpPr>
            <a:spLocks/>
          </p:cNvSpPr>
          <p:nvPr/>
        </p:nvSpPr>
        <p:spPr bwMode="blackWhite">
          <a:xfrm>
            <a:off x="3873901" y="5485757"/>
            <a:ext cx="4864100" cy="1530350"/>
          </a:xfrm>
          <a:custGeom>
            <a:avLst/>
            <a:gdLst>
              <a:gd name="T0" fmla="*/ 0 w 3064"/>
              <a:gd name="T1" fmla="*/ 0 h 964"/>
              <a:gd name="T2" fmla="*/ 580 w 3064"/>
              <a:gd name="T3" fmla="*/ 596 h 964"/>
              <a:gd name="T4" fmla="*/ 578 w 3064"/>
              <a:gd name="T5" fmla="*/ 284 h 964"/>
              <a:gd name="T6" fmla="*/ 882 w 3064"/>
              <a:gd name="T7" fmla="*/ 594 h 964"/>
              <a:gd name="T8" fmla="*/ 884 w 3064"/>
              <a:gd name="T9" fmla="*/ 284 h 964"/>
              <a:gd name="T10" fmla="*/ 1188 w 3064"/>
              <a:gd name="T11" fmla="*/ 594 h 964"/>
              <a:gd name="T12" fmla="*/ 1188 w 3064"/>
              <a:gd name="T13" fmla="*/ 284 h 964"/>
              <a:gd name="T14" fmla="*/ 1498 w 3064"/>
              <a:gd name="T15" fmla="*/ 594 h 964"/>
              <a:gd name="T16" fmla="*/ 1498 w 3064"/>
              <a:gd name="T17" fmla="*/ 284 h 964"/>
              <a:gd name="T18" fmla="*/ 1798 w 3064"/>
              <a:gd name="T19" fmla="*/ 594 h 964"/>
              <a:gd name="T20" fmla="*/ 1798 w 3064"/>
              <a:gd name="T21" fmla="*/ 284 h 964"/>
              <a:gd name="T22" fmla="*/ 2102 w 3064"/>
              <a:gd name="T23" fmla="*/ 596 h 964"/>
              <a:gd name="T24" fmla="*/ 2102 w 3064"/>
              <a:gd name="T25" fmla="*/ 284 h 964"/>
              <a:gd name="T26" fmla="*/ 2406 w 3064"/>
              <a:gd name="T27" fmla="*/ 594 h 964"/>
              <a:gd name="T28" fmla="*/ 2406 w 3064"/>
              <a:gd name="T29" fmla="*/ 284 h 964"/>
              <a:gd name="T30" fmla="*/ 3064 w 3064"/>
              <a:gd name="T31" fmla="*/ 964 h 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064" h="964">
                <a:moveTo>
                  <a:pt x="0" y="0"/>
                </a:moveTo>
                <a:lnTo>
                  <a:pt x="580" y="596"/>
                </a:lnTo>
                <a:lnTo>
                  <a:pt x="578" y="284"/>
                </a:lnTo>
                <a:lnTo>
                  <a:pt x="882" y="594"/>
                </a:lnTo>
                <a:lnTo>
                  <a:pt x="884" y="284"/>
                </a:lnTo>
                <a:lnTo>
                  <a:pt x="1188" y="594"/>
                </a:lnTo>
                <a:lnTo>
                  <a:pt x="1188" y="284"/>
                </a:lnTo>
                <a:lnTo>
                  <a:pt x="1498" y="594"/>
                </a:lnTo>
                <a:lnTo>
                  <a:pt x="1498" y="284"/>
                </a:lnTo>
                <a:lnTo>
                  <a:pt x="1798" y="594"/>
                </a:lnTo>
                <a:lnTo>
                  <a:pt x="1798" y="284"/>
                </a:lnTo>
                <a:lnTo>
                  <a:pt x="2102" y="596"/>
                </a:lnTo>
                <a:lnTo>
                  <a:pt x="2102" y="284"/>
                </a:lnTo>
                <a:lnTo>
                  <a:pt x="2406" y="594"/>
                </a:lnTo>
                <a:lnTo>
                  <a:pt x="2406" y="284"/>
                </a:lnTo>
                <a:lnTo>
                  <a:pt x="3064" y="964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>
            <a:spAutoFit/>
          </a:bodyPr>
          <a:lstStyle/>
          <a:p>
            <a:endParaRPr lang="pt-BR"/>
          </a:p>
        </p:txBody>
      </p:sp>
      <p:graphicFrame>
        <p:nvGraphicFramePr>
          <p:cNvPr id="75" name="Object 113">
            <a:extLst>
              <a:ext uri="{FF2B5EF4-FFF2-40B4-BE49-F238E27FC236}">
                <a16:creationId xmlns:a16="http://schemas.microsoft.com/office/drawing/2014/main" id="{CDEFE579-6B76-589E-43A6-E8B442E080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649973"/>
              </p:ext>
            </p:extLst>
          </p:nvPr>
        </p:nvGraphicFramePr>
        <p:xfrm>
          <a:off x="5501089" y="6504932"/>
          <a:ext cx="384175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28600" imgH="190440" progId="Equation.DSMT4">
                  <p:embed/>
                </p:oleObj>
              </mc:Choice>
              <mc:Fallback>
                <p:oleObj name="Equation" r:id="rId36" imgW="228600" imgH="190440" progId="Equation.DSMT4">
                  <p:embed/>
                  <p:pic>
                    <p:nvPicPr>
                      <p:cNvPr id="471153" name="Object 113">
                        <a:extLst>
                          <a:ext uri="{FF2B5EF4-FFF2-40B4-BE49-F238E27FC236}">
                            <a16:creationId xmlns:a16="http://schemas.microsoft.com/office/drawing/2014/main" id="{ABB38B2A-F162-38C0-60C0-B667DCD8F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1089" y="6504932"/>
                        <a:ext cx="384175" cy="319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114">
            <a:extLst>
              <a:ext uri="{FF2B5EF4-FFF2-40B4-BE49-F238E27FC236}">
                <a16:creationId xmlns:a16="http://schemas.microsoft.com/office/drawing/2014/main" id="{7A56C4F2-A596-6D25-ED2D-96F750BE6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238261"/>
              </p:ext>
            </p:extLst>
          </p:nvPr>
        </p:nvGraphicFramePr>
        <p:xfrm>
          <a:off x="6609164" y="6500170"/>
          <a:ext cx="2571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52280" imgH="164880" progId="Equation.DSMT4">
                  <p:embed/>
                </p:oleObj>
              </mc:Choice>
              <mc:Fallback>
                <p:oleObj name="Equation" r:id="rId38" imgW="152280" imgH="164880" progId="Equation.DSMT4">
                  <p:embed/>
                  <p:pic>
                    <p:nvPicPr>
                      <p:cNvPr id="471154" name="Object 114">
                        <a:extLst>
                          <a:ext uri="{FF2B5EF4-FFF2-40B4-BE49-F238E27FC236}">
                            <a16:creationId xmlns:a16="http://schemas.microsoft.com/office/drawing/2014/main" id="{E4D6B5BC-7025-0571-716E-4748DF256F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9164" y="6500170"/>
                        <a:ext cx="25717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Line 115">
            <a:extLst>
              <a:ext uri="{FF2B5EF4-FFF2-40B4-BE49-F238E27FC236}">
                <a16:creationId xmlns:a16="http://schemas.microsoft.com/office/drawing/2014/main" id="{2C1B82CA-88D7-7DAD-CE0B-5D8636242E54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3873901" y="5935020"/>
            <a:ext cx="48704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>
            <a:spAutoFit/>
          </a:bodyPr>
          <a:lstStyle/>
          <a:p>
            <a:endParaRPr lang="pt-BR"/>
          </a:p>
        </p:txBody>
      </p:sp>
      <p:sp>
        <p:nvSpPr>
          <p:cNvPr id="78" name="Line 116">
            <a:extLst>
              <a:ext uri="{FF2B5EF4-FFF2-40B4-BE49-F238E27FC236}">
                <a16:creationId xmlns:a16="http://schemas.microsoft.com/office/drawing/2014/main" id="{8BF10092-02BF-7C28-BDF0-6488839EB3F2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3864376" y="6427145"/>
            <a:ext cx="48704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>
            <a:spAutoFit/>
          </a:bodyPr>
          <a:lstStyle/>
          <a:p>
            <a:endParaRPr lang="pt-BR"/>
          </a:p>
        </p:txBody>
      </p:sp>
      <p:graphicFrame>
        <p:nvGraphicFramePr>
          <p:cNvPr id="79" name="Object 117">
            <a:extLst>
              <a:ext uri="{FF2B5EF4-FFF2-40B4-BE49-F238E27FC236}">
                <a16:creationId xmlns:a16="http://schemas.microsoft.com/office/drawing/2014/main" id="{365340EE-8DDE-4A46-78C0-682FA2E100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4262181"/>
              </p:ext>
            </p:extLst>
          </p:nvPr>
        </p:nvGraphicFramePr>
        <p:xfrm>
          <a:off x="6150376" y="6496995"/>
          <a:ext cx="214313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26720" imgH="177480" progId="Equation.DSMT4">
                  <p:embed/>
                </p:oleObj>
              </mc:Choice>
              <mc:Fallback>
                <p:oleObj name="Equation" r:id="rId40" imgW="126720" imgH="177480" progId="Equation.DSMT4">
                  <p:embed/>
                  <p:pic>
                    <p:nvPicPr>
                      <p:cNvPr id="471157" name="Object 117">
                        <a:extLst>
                          <a:ext uri="{FF2B5EF4-FFF2-40B4-BE49-F238E27FC236}">
                            <a16:creationId xmlns:a16="http://schemas.microsoft.com/office/drawing/2014/main" id="{174A3840-2758-548A-C0D0-4E78A8EFBC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0376" y="6496995"/>
                        <a:ext cx="214313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118">
            <a:extLst>
              <a:ext uri="{FF2B5EF4-FFF2-40B4-BE49-F238E27FC236}">
                <a16:creationId xmlns:a16="http://schemas.microsoft.com/office/drawing/2014/main" id="{4477181F-F19D-B25B-6E06-9208B475D1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705067"/>
              </p:ext>
            </p:extLst>
          </p:nvPr>
        </p:nvGraphicFramePr>
        <p:xfrm>
          <a:off x="4031064" y="2580632"/>
          <a:ext cx="55245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330120" imgH="228600" progId="Equation.DSMT4">
                  <p:embed/>
                </p:oleObj>
              </mc:Choice>
              <mc:Fallback>
                <p:oleObj name="Equation" r:id="rId42" imgW="330120" imgH="228600" progId="Equation.DSMT4">
                  <p:embed/>
                  <p:pic>
                    <p:nvPicPr>
                      <p:cNvPr id="471158" name="Object 118">
                        <a:extLst>
                          <a:ext uri="{FF2B5EF4-FFF2-40B4-BE49-F238E27FC236}">
                            <a16:creationId xmlns:a16="http://schemas.microsoft.com/office/drawing/2014/main" id="{E5339307-D27A-7310-4936-DD7E7CFFA0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064" y="2580632"/>
                        <a:ext cx="55245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119">
            <a:extLst>
              <a:ext uri="{FF2B5EF4-FFF2-40B4-BE49-F238E27FC236}">
                <a16:creationId xmlns:a16="http://schemas.microsoft.com/office/drawing/2014/main" id="{11BB241B-06A4-A7BC-3A80-9A3784B607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429997"/>
              </p:ext>
            </p:extLst>
          </p:nvPr>
        </p:nvGraphicFramePr>
        <p:xfrm>
          <a:off x="7864876" y="2561582"/>
          <a:ext cx="5953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355320" imgH="228600" progId="Equation.DSMT4">
                  <p:embed/>
                </p:oleObj>
              </mc:Choice>
              <mc:Fallback>
                <p:oleObj name="Equation" r:id="rId44" imgW="355320" imgH="228600" progId="Equation.DSMT4">
                  <p:embed/>
                  <p:pic>
                    <p:nvPicPr>
                      <p:cNvPr id="471159" name="Object 119">
                        <a:extLst>
                          <a:ext uri="{FF2B5EF4-FFF2-40B4-BE49-F238E27FC236}">
                            <a16:creationId xmlns:a16="http://schemas.microsoft.com/office/drawing/2014/main" id="{5F4C0F02-F517-5868-04CE-D363D370E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4876" y="2561582"/>
                        <a:ext cx="595313" cy="3841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Text Box 121">
            <a:extLst>
              <a:ext uri="{FF2B5EF4-FFF2-40B4-BE49-F238E27FC236}">
                <a16:creationId xmlns:a16="http://schemas.microsoft.com/office/drawing/2014/main" id="{3D487D07-F301-355B-C8A3-2BB1E13D3B87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073801" y="4169720"/>
            <a:ext cx="1257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r>
              <a:rPr lang="pt-BR" altLang="pt-BR" sz="2000">
                <a:solidFill>
                  <a:srgbClr val="000099"/>
                </a:solidFill>
              </a:rPr>
              <a:t>Sobrecarga</a:t>
            </a:r>
          </a:p>
        </p:txBody>
      </p:sp>
      <p:sp>
        <p:nvSpPr>
          <p:cNvPr id="83" name="Line 122">
            <a:extLst>
              <a:ext uri="{FF2B5EF4-FFF2-40B4-BE49-F238E27FC236}">
                <a16:creationId xmlns:a16="http://schemas.microsoft.com/office/drawing/2014/main" id="{850B881D-1A12-748C-ABDB-CF5283BB40D0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3873901" y="4579295"/>
            <a:ext cx="452438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>
            <a:spAutoFit/>
          </a:bodyPr>
          <a:lstStyle/>
          <a:p>
            <a:endParaRPr lang="pt-BR"/>
          </a:p>
        </p:txBody>
      </p:sp>
      <p:sp>
        <p:nvSpPr>
          <p:cNvPr id="84" name="Line 123">
            <a:extLst>
              <a:ext uri="{FF2B5EF4-FFF2-40B4-BE49-F238E27FC236}">
                <a16:creationId xmlns:a16="http://schemas.microsoft.com/office/drawing/2014/main" id="{A5AF4819-C298-B457-5086-DF1E47843C9D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4321576" y="4507857"/>
            <a:ext cx="0" cy="13335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rIns="54000">
            <a:spAutoFit/>
          </a:bodyPr>
          <a:lstStyle/>
          <a:p>
            <a:endParaRPr lang="pt-BR"/>
          </a:p>
        </p:txBody>
      </p:sp>
      <p:sp>
        <p:nvSpPr>
          <p:cNvPr id="85" name="Line 124">
            <a:extLst>
              <a:ext uri="{FF2B5EF4-FFF2-40B4-BE49-F238E27FC236}">
                <a16:creationId xmlns:a16="http://schemas.microsoft.com/office/drawing/2014/main" id="{8CFAB98B-0F76-D384-8BD7-30F3D495A077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4321576" y="4798370"/>
            <a:ext cx="0" cy="1614487"/>
          </a:xfrm>
          <a:prstGeom prst="line">
            <a:avLst/>
          </a:prstGeom>
          <a:noFill/>
          <a:ln w="6350">
            <a:solidFill>
              <a:srgbClr val="0000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endParaRPr lang="pt-BR"/>
          </a:p>
        </p:txBody>
      </p:sp>
      <p:sp>
        <p:nvSpPr>
          <p:cNvPr id="86" name="Text Box 129">
            <a:extLst>
              <a:ext uri="{FF2B5EF4-FFF2-40B4-BE49-F238E27FC236}">
                <a16:creationId xmlns:a16="http://schemas.microsoft.com/office/drawing/2014/main" id="{A3F1AD11-B682-AA1A-D8A4-06F6427AF696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8166501" y="1566220"/>
            <a:ext cx="1257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r>
              <a:rPr lang="pt-BR" altLang="pt-BR" sz="2000">
                <a:solidFill>
                  <a:srgbClr val="000099"/>
                </a:solidFill>
              </a:rPr>
              <a:t>Sobrecarga</a:t>
            </a:r>
          </a:p>
        </p:txBody>
      </p:sp>
      <p:grpSp>
        <p:nvGrpSpPr>
          <p:cNvPr id="87" name="Group 133">
            <a:extLst>
              <a:ext uri="{FF2B5EF4-FFF2-40B4-BE49-F238E27FC236}">
                <a16:creationId xmlns:a16="http://schemas.microsoft.com/office/drawing/2014/main" id="{C797A65C-B01A-7796-C4EC-C074512F491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71264" y="1518595"/>
            <a:ext cx="452437" cy="133350"/>
            <a:chOff x="5182" y="2596"/>
            <a:chExt cx="285" cy="84"/>
          </a:xfrm>
        </p:grpSpPr>
        <p:sp>
          <p:nvSpPr>
            <p:cNvPr id="88" name="Line 130">
              <a:extLst>
                <a:ext uri="{FF2B5EF4-FFF2-40B4-BE49-F238E27FC236}">
                  <a16:creationId xmlns:a16="http://schemas.microsoft.com/office/drawing/2014/main" id="{BAE16BCE-0B12-F71D-9B80-02DE90E876E8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5182" y="2641"/>
              <a:ext cx="285" cy="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 rIns="54000">
              <a:spAutoFit/>
            </a:bodyPr>
            <a:lstStyle/>
            <a:p>
              <a:endParaRPr lang="pt-BR"/>
            </a:p>
          </p:txBody>
        </p:sp>
        <p:sp>
          <p:nvSpPr>
            <p:cNvPr id="89" name="Line 131">
              <a:extLst>
                <a:ext uri="{FF2B5EF4-FFF2-40B4-BE49-F238E27FC236}">
                  <a16:creationId xmlns:a16="http://schemas.microsoft.com/office/drawing/2014/main" id="{B01714DF-61B9-5651-9B6C-30D12093DA5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5464" y="2596"/>
              <a:ext cx="0" cy="84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 rIns="54000">
              <a:spAutoFit/>
            </a:bodyPr>
            <a:lstStyle/>
            <a:p>
              <a:endParaRPr lang="pt-BR"/>
            </a:p>
          </p:txBody>
        </p:sp>
      </p:grpSp>
      <p:sp>
        <p:nvSpPr>
          <p:cNvPr id="90" name="Line 132">
            <a:extLst>
              <a:ext uri="{FF2B5EF4-FFF2-40B4-BE49-F238E27FC236}">
                <a16:creationId xmlns:a16="http://schemas.microsoft.com/office/drawing/2014/main" id="{31872E7D-F272-8D57-797D-89EDCEA22AD1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8182376" y="3383907"/>
            <a:ext cx="0" cy="3048000"/>
          </a:xfrm>
          <a:prstGeom prst="line">
            <a:avLst/>
          </a:prstGeom>
          <a:noFill/>
          <a:ln w="6350">
            <a:solidFill>
              <a:srgbClr val="0000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81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5DF78-8B40-D3F0-82F3-5CA6BF20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Razão Sinal-Ruído de Quantização</a:t>
            </a:r>
            <a:br>
              <a:rPr lang="pt-BR" dirty="0"/>
            </a:br>
            <a:r>
              <a:rPr lang="pt-BR" dirty="0"/>
              <a:t>Situação com Sobrecarga</a:t>
            </a:r>
          </a:p>
        </p:txBody>
      </p:sp>
      <p:graphicFrame>
        <p:nvGraphicFramePr>
          <p:cNvPr id="3" name="Object 21">
            <a:extLst>
              <a:ext uri="{FF2B5EF4-FFF2-40B4-BE49-F238E27FC236}">
                <a16:creationId xmlns:a16="http://schemas.microsoft.com/office/drawing/2014/main" id="{4409C836-22A9-6D12-9139-CFDCDF5400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619817"/>
              </p:ext>
            </p:extLst>
          </p:nvPr>
        </p:nvGraphicFramePr>
        <p:xfrm>
          <a:off x="1019638" y="1014413"/>
          <a:ext cx="5421312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20680" imgH="583920" progId="Equation.3">
                  <p:embed/>
                </p:oleObj>
              </mc:Choice>
              <mc:Fallback>
                <p:oleObj name="Equation" r:id="rId2" imgW="2920680" imgH="583920" progId="Equation.3">
                  <p:embed/>
                  <p:pic>
                    <p:nvPicPr>
                      <p:cNvPr id="304149" name="Object 21">
                        <a:extLst>
                          <a:ext uri="{FF2B5EF4-FFF2-40B4-BE49-F238E27FC236}">
                            <a16:creationId xmlns:a16="http://schemas.microsoft.com/office/drawing/2014/main" id="{55395087-0A98-EEDD-58C4-5FFEDFA0BF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019638" y="1014413"/>
                        <a:ext cx="5421312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22">
            <a:extLst>
              <a:ext uri="{FF2B5EF4-FFF2-40B4-BE49-F238E27FC236}">
                <a16:creationId xmlns:a16="http://schemas.microsoft.com/office/drawing/2014/main" id="{2556B69A-971A-51D5-207F-0EC6AA657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6675" y="5745163"/>
            <a:ext cx="34671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23">
            <a:extLst>
              <a:ext uri="{FF2B5EF4-FFF2-40B4-BE49-F238E27FC236}">
                <a16:creationId xmlns:a16="http://schemas.microsoft.com/office/drawing/2014/main" id="{0B43F810-8A9B-2B41-D6A4-D446592290A3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2248362" y="4006851"/>
            <a:ext cx="3451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381BCFE1-D2F3-AA3E-DEE8-688C2B947F99}"/>
              </a:ext>
            </a:extLst>
          </p:cNvPr>
          <p:cNvGrpSpPr>
            <a:grpSpLocks/>
          </p:cNvGrpSpPr>
          <p:nvPr/>
        </p:nvGrpSpPr>
        <p:grpSpPr bwMode="auto">
          <a:xfrm>
            <a:off x="3973975" y="5630863"/>
            <a:ext cx="3467100" cy="127000"/>
            <a:chOff x="1920" y="3168"/>
            <a:chExt cx="2184" cy="96"/>
          </a:xfrm>
        </p:grpSpPr>
        <p:sp>
          <p:nvSpPr>
            <p:cNvPr id="7" name="Line 24">
              <a:extLst>
                <a:ext uri="{FF2B5EF4-FFF2-40B4-BE49-F238E27FC236}">
                  <a16:creationId xmlns:a16="http://schemas.microsoft.com/office/drawing/2014/main" id="{A477B6FB-E08C-6B96-80E9-53401264F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4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Line 25">
              <a:extLst>
                <a:ext uri="{FF2B5EF4-FFF2-40B4-BE49-F238E27FC236}">
                  <a16:creationId xmlns:a16="http://schemas.microsoft.com/office/drawing/2014/main" id="{6D8C921D-DD90-0797-2159-F4A892184B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0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Line 27">
              <a:extLst>
                <a:ext uri="{FF2B5EF4-FFF2-40B4-BE49-F238E27FC236}">
                  <a16:creationId xmlns:a16="http://schemas.microsoft.com/office/drawing/2014/main" id="{81F1469F-79B2-B79F-9326-2D36A34D9D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6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Line 28">
              <a:extLst>
                <a:ext uri="{FF2B5EF4-FFF2-40B4-BE49-F238E27FC236}">
                  <a16:creationId xmlns:a16="http://schemas.microsoft.com/office/drawing/2014/main" id="{9B993591-581B-8D9E-4814-661ECCD0C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2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Line 29">
              <a:extLst>
                <a:ext uri="{FF2B5EF4-FFF2-40B4-BE49-F238E27FC236}">
                  <a16:creationId xmlns:a16="http://schemas.microsoft.com/office/drawing/2014/main" id="{F6AFA84B-B814-0428-7006-EA9254A00F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Line 30">
              <a:extLst>
                <a:ext uri="{FF2B5EF4-FFF2-40B4-BE49-F238E27FC236}">
                  <a16:creationId xmlns:a16="http://schemas.microsoft.com/office/drawing/2014/main" id="{69131A1C-55DD-6CC2-ECBC-9175857929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4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Line 36">
              <a:extLst>
                <a:ext uri="{FF2B5EF4-FFF2-40B4-BE49-F238E27FC236}">
                  <a16:creationId xmlns:a16="http://schemas.microsoft.com/office/drawing/2014/main" id="{8B3B7580-A7E0-38CC-675B-8D4B29B913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31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14" name="Object 40">
            <a:extLst>
              <a:ext uri="{FF2B5EF4-FFF2-40B4-BE49-F238E27FC236}">
                <a16:creationId xmlns:a16="http://schemas.microsoft.com/office/drawing/2014/main" id="{C7CC96B4-3CEE-F722-540B-B177D5028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338153"/>
              </p:ext>
            </p:extLst>
          </p:nvPr>
        </p:nvGraphicFramePr>
        <p:xfrm>
          <a:off x="3739025" y="5776913"/>
          <a:ext cx="446088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160" imgH="177480" progId="Equation.3">
                  <p:embed/>
                </p:oleObj>
              </mc:Choice>
              <mc:Fallback>
                <p:oleObj name="Equation" r:id="rId4" imgW="317160" imgH="177480" progId="Equation.3">
                  <p:embed/>
                  <p:pic>
                    <p:nvPicPr>
                      <p:cNvPr id="304168" name="Object 40">
                        <a:extLst>
                          <a:ext uri="{FF2B5EF4-FFF2-40B4-BE49-F238E27FC236}">
                            <a16:creationId xmlns:a16="http://schemas.microsoft.com/office/drawing/2014/main" id="{2E9F3DE3-E6B0-EB70-7E81-57F0189A61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9025" y="5776913"/>
                        <a:ext cx="446088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1">
            <a:extLst>
              <a:ext uri="{FF2B5EF4-FFF2-40B4-BE49-F238E27FC236}">
                <a16:creationId xmlns:a16="http://schemas.microsoft.com/office/drawing/2014/main" id="{AE12B6CA-2B48-2805-6546-45BBC16FEF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144299"/>
              </p:ext>
            </p:extLst>
          </p:nvPr>
        </p:nvGraphicFramePr>
        <p:xfrm>
          <a:off x="4264488" y="5776913"/>
          <a:ext cx="446087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160" imgH="177480" progId="Equation.3">
                  <p:embed/>
                </p:oleObj>
              </mc:Choice>
              <mc:Fallback>
                <p:oleObj name="Equation" r:id="rId6" imgW="317160" imgH="177480" progId="Equation.3">
                  <p:embed/>
                  <p:pic>
                    <p:nvPicPr>
                      <p:cNvPr id="304169" name="Object 41">
                        <a:extLst>
                          <a:ext uri="{FF2B5EF4-FFF2-40B4-BE49-F238E27FC236}">
                            <a16:creationId xmlns:a16="http://schemas.microsoft.com/office/drawing/2014/main" id="{63CD418F-0EBB-8108-D6F8-F90A612128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488" y="5776913"/>
                        <a:ext cx="446087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2">
            <a:extLst>
              <a:ext uri="{FF2B5EF4-FFF2-40B4-BE49-F238E27FC236}">
                <a16:creationId xmlns:a16="http://schemas.microsoft.com/office/drawing/2014/main" id="{DCB792B1-F82E-0840-E843-2E4CD7E2C3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121786"/>
              </p:ext>
            </p:extLst>
          </p:nvPr>
        </p:nvGraphicFramePr>
        <p:xfrm>
          <a:off x="4823288" y="5776913"/>
          <a:ext cx="446087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160" imgH="177480" progId="Equation.3">
                  <p:embed/>
                </p:oleObj>
              </mc:Choice>
              <mc:Fallback>
                <p:oleObj name="Equation" r:id="rId8" imgW="317160" imgH="177480" progId="Equation.3">
                  <p:embed/>
                  <p:pic>
                    <p:nvPicPr>
                      <p:cNvPr id="304170" name="Object 42">
                        <a:extLst>
                          <a:ext uri="{FF2B5EF4-FFF2-40B4-BE49-F238E27FC236}">
                            <a16:creationId xmlns:a16="http://schemas.microsoft.com/office/drawing/2014/main" id="{C95ADE9D-1D7D-42C9-9C36-2EAA787394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3288" y="5776913"/>
                        <a:ext cx="446087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3">
            <a:extLst>
              <a:ext uri="{FF2B5EF4-FFF2-40B4-BE49-F238E27FC236}">
                <a16:creationId xmlns:a16="http://schemas.microsoft.com/office/drawing/2014/main" id="{0CC87C0E-E47E-9632-F6D4-0E1FC89CF2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562420"/>
              </p:ext>
            </p:extLst>
          </p:nvPr>
        </p:nvGraphicFramePr>
        <p:xfrm>
          <a:off x="5420188" y="5776913"/>
          <a:ext cx="446087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7160" imgH="177480" progId="Equation.3">
                  <p:embed/>
                </p:oleObj>
              </mc:Choice>
              <mc:Fallback>
                <p:oleObj name="Equation" r:id="rId10" imgW="317160" imgH="177480" progId="Equation.3">
                  <p:embed/>
                  <p:pic>
                    <p:nvPicPr>
                      <p:cNvPr id="304171" name="Object 43">
                        <a:extLst>
                          <a:ext uri="{FF2B5EF4-FFF2-40B4-BE49-F238E27FC236}">
                            <a16:creationId xmlns:a16="http://schemas.microsoft.com/office/drawing/2014/main" id="{8A83340A-3375-DA3E-4E71-14E8CA6AF1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0188" y="5776913"/>
                        <a:ext cx="446087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4">
            <a:extLst>
              <a:ext uri="{FF2B5EF4-FFF2-40B4-BE49-F238E27FC236}">
                <a16:creationId xmlns:a16="http://schemas.microsoft.com/office/drawing/2014/main" id="{E6D596B7-B166-9704-A563-95FFA35311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108197"/>
              </p:ext>
            </p:extLst>
          </p:nvPr>
        </p:nvGraphicFramePr>
        <p:xfrm>
          <a:off x="6004388" y="5776913"/>
          <a:ext cx="446087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7160" imgH="177480" progId="Equation.3">
                  <p:embed/>
                </p:oleObj>
              </mc:Choice>
              <mc:Fallback>
                <p:oleObj name="Equation" r:id="rId12" imgW="317160" imgH="177480" progId="Equation.3">
                  <p:embed/>
                  <p:pic>
                    <p:nvPicPr>
                      <p:cNvPr id="304172" name="Object 44">
                        <a:extLst>
                          <a:ext uri="{FF2B5EF4-FFF2-40B4-BE49-F238E27FC236}">
                            <a16:creationId xmlns:a16="http://schemas.microsoft.com/office/drawing/2014/main" id="{C3EFE07C-DFE2-FB48-D789-0A4680AEB8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388" y="5776913"/>
                        <a:ext cx="446087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5">
            <a:extLst>
              <a:ext uri="{FF2B5EF4-FFF2-40B4-BE49-F238E27FC236}">
                <a16:creationId xmlns:a16="http://schemas.microsoft.com/office/drawing/2014/main" id="{3D25D468-CC63-E636-D3A1-45B1B59A9F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012443"/>
              </p:ext>
            </p:extLst>
          </p:nvPr>
        </p:nvGraphicFramePr>
        <p:xfrm>
          <a:off x="6588588" y="5776913"/>
          <a:ext cx="428625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4560" imgH="177480" progId="Equation.3">
                  <p:embed/>
                </p:oleObj>
              </mc:Choice>
              <mc:Fallback>
                <p:oleObj name="Equation" r:id="rId14" imgW="304560" imgH="177480" progId="Equation.3">
                  <p:embed/>
                  <p:pic>
                    <p:nvPicPr>
                      <p:cNvPr id="304173" name="Object 45">
                        <a:extLst>
                          <a:ext uri="{FF2B5EF4-FFF2-40B4-BE49-F238E27FC236}">
                            <a16:creationId xmlns:a16="http://schemas.microsoft.com/office/drawing/2014/main" id="{594A9D6F-32DD-4BC7-B939-0FEA2CE70F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588" y="5776913"/>
                        <a:ext cx="428625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6">
            <a:extLst>
              <a:ext uri="{FF2B5EF4-FFF2-40B4-BE49-F238E27FC236}">
                <a16:creationId xmlns:a16="http://schemas.microsoft.com/office/drawing/2014/main" id="{3625703E-3A69-0C46-5AB5-D757B1178D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799003"/>
              </p:ext>
            </p:extLst>
          </p:nvPr>
        </p:nvGraphicFramePr>
        <p:xfrm>
          <a:off x="7377575" y="5776913"/>
          <a:ext cx="1778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720" imgH="177480" progId="Equation.3">
                  <p:embed/>
                </p:oleObj>
              </mc:Choice>
              <mc:Fallback>
                <p:oleObj name="Equation" r:id="rId16" imgW="126720" imgH="177480" progId="Equation.3">
                  <p:embed/>
                  <p:pic>
                    <p:nvPicPr>
                      <p:cNvPr id="304174" name="Object 46">
                        <a:extLst>
                          <a:ext uri="{FF2B5EF4-FFF2-40B4-BE49-F238E27FC236}">
                            <a16:creationId xmlns:a16="http://schemas.microsoft.com/office/drawing/2014/main" id="{E7AA7A5B-01E1-BCF4-6398-9CC8F2AAAF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7575" y="5776913"/>
                        <a:ext cx="1778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8">
            <a:extLst>
              <a:ext uri="{FF2B5EF4-FFF2-40B4-BE49-F238E27FC236}">
                <a16:creationId xmlns:a16="http://schemas.microsoft.com/office/drawing/2014/main" id="{4CB0BF62-8E23-B59E-C971-4B928790BA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731734"/>
              </p:ext>
            </p:extLst>
          </p:nvPr>
        </p:nvGraphicFramePr>
        <p:xfrm>
          <a:off x="3770775" y="5605463"/>
          <a:ext cx="1778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3">
                  <p:embed/>
                </p:oleObj>
              </mc:Choice>
              <mc:Fallback>
                <p:oleObj name="Equation" r:id="rId18" imgW="126720" imgH="177480" progId="Equation.3">
                  <p:embed/>
                  <p:pic>
                    <p:nvPicPr>
                      <p:cNvPr id="304176" name="Object 48">
                        <a:extLst>
                          <a:ext uri="{FF2B5EF4-FFF2-40B4-BE49-F238E27FC236}">
                            <a16:creationId xmlns:a16="http://schemas.microsoft.com/office/drawing/2014/main" id="{9519799C-0788-90E0-D984-B6CB203F6A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775" y="5605463"/>
                        <a:ext cx="1778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9">
            <a:extLst>
              <a:ext uri="{FF2B5EF4-FFF2-40B4-BE49-F238E27FC236}">
                <a16:creationId xmlns:a16="http://schemas.microsoft.com/office/drawing/2014/main" id="{45A97FA4-8967-A587-44F1-DDF76F20B6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051694"/>
              </p:ext>
            </p:extLst>
          </p:nvPr>
        </p:nvGraphicFramePr>
        <p:xfrm>
          <a:off x="3681875" y="5033963"/>
          <a:ext cx="2667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0440" imgH="177480" progId="Equation.3">
                  <p:embed/>
                </p:oleObj>
              </mc:Choice>
              <mc:Fallback>
                <p:oleObj name="Equation" r:id="rId19" imgW="190440" imgH="177480" progId="Equation.3">
                  <p:embed/>
                  <p:pic>
                    <p:nvPicPr>
                      <p:cNvPr id="304177" name="Object 49">
                        <a:extLst>
                          <a:ext uri="{FF2B5EF4-FFF2-40B4-BE49-F238E27FC236}">
                            <a16:creationId xmlns:a16="http://schemas.microsoft.com/office/drawing/2014/main" id="{DD733662-4A85-1044-5A80-6FFF9713E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875" y="5033963"/>
                        <a:ext cx="2667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0">
            <a:extLst>
              <a:ext uri="{FF2B5EF4-FFF2-40B4-BE49-F238E27FC236}">
                <a16:creationId xmlns:a16="http://schemas.microsoft.com/office/drawing/2014/main" id="{9B185A24-04BA-CDF6-F19F-05241DA763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843462"/>
              </p:ext>
            </p:extLst>
          </p:nvPr>
        </p:nvGraphicFramePr>
        <p:xfrm>
          <a:off x="3664413" y="4462463"/>
          <a:ext cx="2841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03040" imgH="177480" progId="Equation.3">
                  <p:embed/>
                </p:oleObj>
              </mc:Choice>
              <mc:Fallback>
                <p:oleObj name="Equation" r:id="rId21" imgW="203040" imgH="177480" progId="Equation.3">
                  <p:embed/>
                  <p:pic>
                    <p:nvPicPr>
                      <p:cNvPr id="304178" name="Object 50">
                        <a:extLst>
                          <a:ext uri="{FF2B5EF4-FFF2-40B4-BE49-F238E27FC236}">
                            <a16:creationId xmlns:a16="http://schemas.microsoft.com/office/drawing/2014/main" id="{D602EFA0-F40A-C7ED-F815-B7FF9D7C19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413" y="4462463"/>
                        <a:ext cx="2841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1">
            <a:extLst>
              <a:ext uri="{FF2B5EF4-FFF2-40B4-BE49-F238E27FC236}">
                <a16:creationId xmlns:a16="http://schemas.microsoft.com/office/drawing/2014/main" id="{D5D17522-DDED-C90F-6CA9-62AEA3169E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03039"/>
              </p:ext>
            </p:extLst>
          </p:nvPr>
        </p:nvGraphicFramePr>
        <p:xfrm>
          <a:off x="3664413" y="3890963"/>
          <a:ext cx="2841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3040" imgH="177480" progId="Equation.3">
                  <p:embed/>
                </p:oleObj>
              </mc:Choice>
              <mc:Fallback>
                <p:oleObj name="Equation" r:id="rId23" imgW="203040" imgH="177480" progId="Equation.3">
                  <p:embed/>
                  <p:pic>
                    <p:nvPicPr>
                      <p:cNvPr id="304179" name="Object 51">
                        <a:extLst>
                          <a:ext uri="{FF2B5EF4-FFF2-40B4-BE49-F238E27FC236}">
                            <a16:creationId xmlns:a16="http://schemas.microsoft.com/office/drawing/2014/main" id="{9620FBD8-C036-3F16-CB04-BD2FEAF914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413" y="3890963"/>
                        <a:ext cx="2841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2">
            <a:extLst>
              <a:ext uri="{FF2B5EF4-FFF2-40B4-BE49-F238E27FC236}">
                <a16:creationId xmlns:a16="http://schemas.microsoft.com/office/drawing/2014/main" id="{82B5CF6D-6C20-1035-0937-B544A79A73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40122"/>
              </p:ext>
            </p:extLst>
          </p:nvPr>
        </p:nvGraphicFramePr>
        <p:xfrm>
          <a:off x="3664413" y="3319463"/>
          <a:ext cx="2841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03040" imgH="177480" progId="Equation.3">
                  <p:embed/>
                </p:oleObj>
              </mc:Choice>
              <mc:Fallback>
                <p:oleObj name="Equation" r:id="rId25" imgW="203040" imgH="177480" progId="Equation.3">
                  <p:embed/>
                  <p:pic>
                    <p:nvPicPr>
                      <p:cNvPr id="304180" name="Object 52">
                        <a:extLst>
                          <a:ext uri="{FF2B5EF4-FFF2-40B4-BE49-F238E27FC236}">
                            <a16:creationId xmlns:a16="http://schemas.microsoft.com/office/drawing/2014/main" id="{6A218155-6908-6B35-A2AA-DEB609C014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413" y="3319463"/>
                        <a:ext cx="2841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3">
            <a:extLst>
              <a:ext uri="{FF2B5EF4-FFF2-40B4-BE49-F238E27FC236}">
                <a16:creationId xmlns:a16="http://schemas.microsoft.com/office/drawing/2014/main" id="{82691818-95CC-7FB7-6038-08AC7E339D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678125"/>
              </p:ext>
            </p:extLst>
          </p:nvPr>
        </p:nvGraphicFramePr>
        <p:xfrm>
          <a:off x="3664413" y="2747963"/>
          <a:ext cx="2841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03040" imgH="177480" progId="Equation.3">
                  <p:embed/>
                </p:oleObj>
              </mc:Choice>
              <mc:Fallback>
                <p:oleObj name="Equation" r:id="rId27" imgW="203040" imgH="177480" progId="Equation.3">
                  <p:embed/>
                  <p:pic>
                    <p:nvPicPr>
                      <p:cNvPr id="304181" name="Object 53">
                        <a:extLst>
                          <a:ext uri="{FF2B5EF4-FFF2-40B4-BE49-F238E27FC236}">
                            <a16:creationId xmlns:a16="http://schemas.microsoft.com/office/drawing/2014/main" id="{4E35FB35-02D1-C337-9DF3-154B08A21C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413" y="2747963"/>
                        <a:ext cx="2841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4">
            <a:extLst>
              <a:ext uri="{FF2B5EF4-FFF2-40B4-BE49-F238E27FC236}">
                <a16:creationId xmlns:a16="http://schemas.microsoft.com/office/drawing/2014/main" id="{95D6E535-AF51-D903-E449-19916B6F20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402855"/>
              </p:ext>
            </p:extLst>
          </p:nvPr>
        </p:nvGraphicFramePr>
        <p:xfrm>
          <a:off x="3664413" y="2176463"/>
          <a:ext cx="2841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3040" imgH="177480" progId="Equation.3">
                  <p:embed/>
                </p:oleObj>
              </mc:Choice>
              <mc:Fallback>
                <p:oleObj name="Equation" r:id="rId29" imgW="203040" imgH="177480" progId="Equation.3">
                  <p:embed/>
                  <p:pic>
                    <p:nvPicPr>
                      <p:cNvPr id="304182" name="Object 54">
                        <a:extLst>
                          <a:ext uri="{FF2B5EF4-FFF2-40B4-BE49-F238E27FC236}">
                            <a16:creationId xmlns:a16="http://schemas.microsoft.com/office/drawing/2014/main" id="{6F849942-A8F1-C8E6-FC0C-5A584B2A39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413" y="2176463"/>
                        <a:ext cx="2841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58">
            <a:extLst>
              <a:ext uri="{FF2B5EF4-FFF2-40B4-BE49-F238E27FC236}">
                <a16:creationId xmlns:a16="http://schemas.microsoft.com/office/drawing/2014/main" id="{87A869A6-3853-93D0-02BC-8B48EC6A2531}"/>
              </a:ext>
            </a:extLst>
          </p:cNvPr>
          <p:cNvGrpSpPr>
            <a:grpSpLocks/>
          </p:cNvGrpSpPr>
          <p:nvPr/>
        </p:nvGrpSpPr>
        <p:grpSpPr bwMode="auto">
          <a:xfrm>
            <a:off x="3967625" y="2284413"/>
            <a:ext cx="114300" cy="3460750"/>
            <a:chOff x="1916" y="1076"/>
            <a:chExt cx="72" cy="2180"/>
          </a:xfrm>
        </p:grpSpPr>
        <p:sp>
          <p:nvSpPr>
            <p:cNvPr id="29" name="Line 31">
              <a:extLst>
                <a:ext uri="{FF2B5EF4-FFF2-40B4-BE49-F238E27FC236}">
                  <a16:creationId xmlns:a16="http://schemas.microsoft.com/office/drawing/2014/main" id="{CBC1332E-F458-ACF7-AE1B-E3C535D672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2892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67F7A0C5-84B6-5C3E-B9EC-CBDF882A7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2529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7A160866-CB28-44D3-4A74-1CB955447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2166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60BD3B55-4737-315F-3242-01A2D3CDB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1802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30D9F807-1B07-110D-B00B-A7A921EA3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1439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Line 38">
              <a:extLst>
                <a:ext uri="{FF2B5EF4-FFF2-40B4-BE49-F238E27FC236}">
                  <a16:creationId xmlns:a16="http://schemas.microsoft.com/office/drawing/2014/main" id="{4FCB7EB7-19C4-5F1A-ED06-B75890AB8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3256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Line 57">
              <a:extLst>
                <a:ext uri="{FF2B5EF4-FFF2-40B4-BE49-F238E27FC236}">
                  <a16:creationId xmlns:a16="http://schemas.microsoft.com/office/drawing/2014/main" id="{97D9EF47-C6EE-3E5C-5A0F-D48A7B7B3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1076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6" name="Line 60">
            <a:extLst>
              <a:ext uri="{FF2B5EF4-FFF2-40B4-BE49-F238E27FC236}">
                <a16:creationId xmlns:a16="http://schemas.microsoft.com/office/drawing/2014/main" id="{5AA14893-268F-F4DD-1BC8-259FA0F15E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1488" y="2690813"/>
            <a:ext cx="3065462" cy="305435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7" name="Text Box 61">
            <a:extLst>
              <a:ext uri="{FF2B5EF4-FFF2-40B4-BE49-F238E27FC236}">
                <a16:creationId xmlns:a16="http://schemas.microsoft.com/office/drawing/2014/main" id="{FE729D74-6165-D7B0-C4A7-9724F761ADB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792082" y="3815556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sz="1800" i="1">
                <a:latin typeface="Times New Roman" panose="02020603050405020304" pitchFamily="18" charset="0"/>
              </a:rPr>
              <a:t>RSR</a:t>
            </a:r>
            <a:r>
              <a:rPr lang="pt-BR" altLang="pt-BR" sz="1800" i="1" baseline="-25000">
                <a:latin typeface="Times New Roman" panose="02020603050405020304" pitchFamily="18" charset="0"/>
              </a:rPr>
              <a:t>q</a:t>
            </a:r>
            <a:r>
              <a:rPr lang="pt-BR" altLang="pt-BR" sz="1800" i="1">
                <a:latin typeface="Times New Roman" panose="02020603050405020304" pitchFamily="18" charset="0"/>
              </a:rPr>
              <a:t> </a:t>
            </a:r>
            <a:r>
              <a:rPr lang="pt-BR" altLang="pt-BR" sz="1800"/>
              <a:t>(dB)</a:t>
            </a:r>
            <a:endParaRPr lang="pt-BR" altLang="pt-BR" sz="1800" i="1">
              <a:latin typeface="Times New Roman" panose="02020603050405020304" pitchFamily="18" charset="0"/>
            </a:endParaRPr>
          </a:p>
        </p:txBody>
      </p:sp>
      <p:grpSp>
        <p:nvGrpSpPr>
          <p:cNvPr id="38" name="Group 66">
            <a:extLst>
              <a:ext uri="{FF2B5EF4-FFF2-40B4-BE49-F238E27FC236}">
                <a16:creationId xmlns:a16="http://schemas.microsoft.com/office/drawing/2014/main" id="{D1D1648D-8D82-3A30-29FD-3005D0C8036F}"/>
              </a:ext>
            </a:extLst>
          </p:cNvPr>
          <p:cNvGrpSpPr>
            <a:grpSpLocks/>
          </p:cNvGrpSpPr>
          <p:nvPr/>
        </p:nvGrpSpPr>
        <p:grpSpPr bwMode="auto">
          <a:xfrm>
            <a:off x="5807538" y="3598863"/>
            <a:ext cx="3040062" cy="1185863"/>
            <a:chOff x="3075" y="2000"/>
            <a:chExt cx="1915" cy="747"/>
          </a:xfrm>
        </p:grpSpPr>
        <p:sp>
          <p:nvSpPr>
            <p:cNvPr id="39" name="Freeform 62">
              <a:extLst>
                <a:ext uri="{FF2B5EF4-FFF2-40B4-BE49-F238E27FC236}">
                  <a16:creationId xmlns:a16="http://schemas.microsoft.com/office/drawing/2014/main" id="{7DA11995-D551-8BA8-4AA0-54DB219E6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5" y="2000"/>
              <a:ext cx="982" cy="747"/>
            </a:xfrm>
            <a:custGeom>
              <a:avLst/>
              <a:gdLst>
                <a:gd name="T0" fmla="*/ 0 w 982"/>
                <a:gd name="T1" fmla="*/ 466 h 747"/>
                <a:gd name="T2" fmla="*/ 66 w 982"/>
                <a:gd name="T3" fmla="*/ 403 h 747"/>
                <a:gd name="T4" fmla="*/ 294 w 982"/>
                <a:gd name="T5" fmla="*/ 175 h 747"/>
                <a:gd name="T6" fmla="*/ 514 w 982"/>
                <a:gd name="T7" fmla="*/ 27 h 747"/>
                <a:gd name="T8" fmla="*/ 678 w 982"/>
                <a:gd name="T9" fmla="*/ 59 h 747"/>
                <a:gd name="T10" fmla="*/ 842 w 982"/>
                <a:gd name="T11" fmla="*/ 383 h 747"/>
                <a:gd name="T12" fmla="*/ 982 w 982"/>
                <a:gd name="T13" fmla="*/ 747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2" h="747">
                  <a:moveTo>
                    <a:pt x="0" y="466"/>
                  </a:moveTo>
                  <a:cubicBezTo>
                    <a:pt x="11" y="455"/>
                    <a:pt x="17" y="451"/>
                    <a:pt x="66" y="403"/>
                  </a:cubicBezTo>
                  <a:cubicBezTo>
                    <a:pt x="115" y="355"/>
                    <a:pt x="219" y="238"/>
                    <a:pt x="294" y="175"/>
                  </a:cubicBezTo>
                  <a:cubicBezTo>
                    <a:pt x="369" y="112"/>
                    <a:pt x="450" y="46"/>
                    <a:pt x="514" y="27"/>
                  </a:cubicBezTo>
                  <a:cubicBezTo>
                    <a:pt x="578" y="8"/>
                    <a:pt x="623" y="0"/>
                    <a:pt x="678" y="59"/>
                  </a:cubicBezTo>
                  <a:cubicBezTo>
                    <a:pt x="733" y="118"/>
                    <a:pt x="791" y="268"/>
                    <a:pt x="842" y="383"/>
                  </a:cubicBezTo>
                  <a:cubicBezTo>
                    <a:pt x="893" y="498"/>
                    <a:pt x="937" y="622"/>
                    <a:pt x="982" y="747"/>
                  </a:cubicBezTo>
                </a:path>
              </a:pathLst>
            </a:custGeom>
            <a:noFill/>
            <a:ln w="28575" cap="flat" cmpd="sng">
              <a:solidFill>
                <a:srgbClr val="FF006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 Box 63">
              <a:extLst>
                <a:ext uri="{FF2B5EF4-FFF2-40B4-BE49-F238E27FC236}">
                  <a16:creationId xmlns:a16="http://schemas.microsoft.com/office/drawing/2014/main" id="{E20F4784-8EA3-5607-3012-36712ED752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1" y="2030"/>
              <a:ext cx="869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sz="1800">
                  <a:solidFill>
                    <a:schemeClr val="accent2"/>
                  </a:solidFill>
                </a:rPr>
                <a:t>Efeito da sobrecarga</a:t>
              </a:r>
            </a:p>
          </p:txBody>
        </p:sp>
        <p:sp>
          <p:nvSpPr>
            <p:cNvPr id="41" name="Line 64">
              <a:extLst>
                <a:ext uri="{FF2B5EF4-FFF2-40B4-BE49-F238E27FC236}">
                  <a16:creationId xmlns:a16="http://schemas.microsoft.com/office/drawing/2014/main" id="{EC8FCBD3-FECB-E6E4-7240-3210DE26BF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8" y="2258"/>
              <a:ext cx="182" cy="137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2" name="Object 67">
            <a:extLst>
              <a:ext uri="{FF2B5EF4-FFF2-40B4-BE49-F238E27FC236}">
                <a16:creationId xmlns:a16="http://schemas.microsoft.com/office/drawing/2014/main" id="{BA55E6CB-1BD6-BE96-FB96-070B072541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484168"/>
              </p:ext>
            </p:extLst>
          </p:nvPr>
        </p:nvGraphicFramePr>
        <p:xfrm>
          <a:off x="4634375" y="3121026"/>
          <a:ext cx="14986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079280" imgH="177480" progId="Equation.3">
                  <p:embed/>
                </p:oleObj>
              </mc:Choice>
              <mc:Fallback>
                <p:oleObj name="Equation" r:id="rId31" imgW="1079280" imgH="177480" progId="Equation.3">
                  <p:embed/>
                  <p:pic>
                    <p:nvPicPr>
                      <p:cNvPr id="304195" name="Object 67">
                        <a:extLst>
                          <a:ext uri="{FF2B5EF4-FFF2-40B4-BE49-F238E27FC236}">
                            <a16:creationId xmlns:a16="http://schemas.microsoft.com/office/drawing/2014/main" id="{9777D8D0-C6F4-2194-2A77-AE4070C96E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4375" y="3121026"/>
                        <a:ext cx="149860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AutoShape 6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1EBE37D-AE8C-6460-B909-4E1011F0A796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8831725" y="3738563"/>
            <a:ext cx="304800" cy="361950"/>
          </a:xfrm>
          <a:prstGeom prst="actionButtonForwardNex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44" name="Object 69">
            <a:extLst>
              <a:ext uri="{FF2B5EF4-FFF2-40B4-BE49-F238E27FC236}">
                <a16:creationId xmlns:a16="http://schemas.microsoft.com/office/drawing/2014/main" id="{62302388-D96F-3935-CDA2-203C2BE3CE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568637"/>
              </p:ext>
            </p:extLst>
          </p:nvPr>
        </p:nvGraphicFramePr>
        <p:xfrm>
          <a:off x="4313700" y="5959476"/>
          <a:ext cx="2417763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473120" imgH="380880" progId="Equation.3">
                  <p:embed/>
                </p:oleObj>
              </mc:Choice>
              <mc:Fallback>
                <p:oleObj name="Equation" r:id="rId33" imgW="1473120" imgH="380880" progId="Equation.3">
                  <p:embed/>
                  <p:pic>
                    <p:nvPicPr>
                      <p:cNvPr id="304197" name="Object 69">
                        <a:extLst>
                          <a:ext uri="{FF2B5EF4-FFF2-40B4-BE49-F238E27FC236}">
                            <a16:creationId xmlns:a16="http://schemas.microsoft.com/office/drawing/2014/main" id="{2E2D89E6-040C-36F4-D2C6-302A6D6928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66" t="-7561" r="-1466" b="-7561"/>
                      <a:stretch>
                        <a:fillRect/>
                      </a:stretch>
                    </p:blipFill>
                    <p:spPr bwMode="auto">
                      <a:xfrm>
                        <a:off x="4313700" y="5959476"/>
                        <a:ext cx="2417763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819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F4476-90A3-8772-87F2-D18BB764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Razão sinal-ruído de quantização (uniforme)</a:t>
            </a:r>
            <a:endParaRPr lang="pt-BR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E430121D-4600-3207-B771-2A1DEE98CFED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086458" y="3390720"/>
            <a:ext cx="78359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altLang="pt-BR" sz="2400" dirty="0">
                <a:solidFill>
                  <a:schemeClr val="accent5">
                    <a:lumMod val="75000"/>
                  </a:schemeClr>
                </a:solidFill>
              </a:rPr>
              <a:t>Portanto, se </a:t>
            </a:r>
            <a:r>
              <a:rPr lang="pt-BR" altLang="pt-BR" sz="2400" i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P</a:t>
            </a:r>
            <a:r>
              <a:rPr lang="pt-BR" altLang="pt-BR" sz="2400" i="1" baseline="-250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x</a:t>
            </a:r>
            <a:r>
              <a:rPr lang="pt-BR" altLang="pt-BR" sz="2400" dirty="0">
                <a:solidFill>
                  <a:schemeClr val="accent5">
                    <a:lumMod val="75000"/>
                  </a:schemeClr>
                </a:solidFill>
              </a:rPr>
              <a:t> diminuir (ou aumentar) </a:t>
            </a:r>
            <a:r>
              <a:rPr lang="pt-BR" altLang="pt-BR" sz="2400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K</a:t>
            </a:r>
            <a:r>
              <a:rPr lang="pt-BR" altLang="pt-BR" sz="2400" dirty="0">
                <a:solidFill>
                  <a:schemeClr val="accent5">
                    <a:lumMod val="75000"/>
                  </a:schemeClr>
                </a:solidFill>
              </a:rPr>
              <a:t> dB, a </a:t>
            </a:r>
            <a:r>
              <a:rPr lang="pt-BR" altLang="pt-BR" sz="2400" i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RSR</a:t>
            </a:r>
            <a:r>
              <a:rPr lang="pt-BR" altLang="pt-BR" sz="2400" i="1" baseline="-250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q</a:t>
            </a:r>
            <a:r>
              <a:rPr lang="pt-BR" altLang="pt-BR" sz="2400" baseline="-25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pt-BR" altLang="pt-BR" sz="2400" dirty="0">
                <a:solidFill>
                  <a:schemeClr val="accent5">
                    <a:lumMod val="75000"/>
                  </a:schemeClr>
                </a:solidFill>
              </a:rPr>
              <a:t>também diminuirá (ou aumentará) de </a:t>
            </a:r>
            <a:r>
              <a:rPr lang="pt-BR" altLang="pt-BR" sz="2400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K</a:t>
            </a:r>
            <a:r>
              <a:rPr lang="pt-BR" altLang="pt-BR" sz="2400" dirty="0">
                <a:solidFill>
                  <a:schemeClr val="accent5">
                    <a:lumMod val="75000"/>
                  </a:schemeClr>
                </a:solidFill>
              </a:rPr>
              <a:t> dB, se </a:t>
            </a:r>
            <a:r>
              <a:rPr lang="pt-BR" altLang="pt-BR" sz="2400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pt-BR" altLang="pt-BR" sz="2400" dirty="0">
                <a:solidFill>
                  <a:schemeClr val="accent5">
                    <a:lumMod val="75000"/>
                  </a:schemeClr>
                </a:solidFill>
              </a:rPr>
              <a:t> e </a:t>
            </a:r>
            <a:r>
              <a:rPr lang="pt-BR" altLang="pt-BR" sz="2400" i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X</a:t>
            </a:r>
            <a:r>
              <a:rPr lang="pt-BR" altLang="pt-BR" sz="2400" baseline="-25000" dirty="0" err="1">
                <a:solidFill>
                  <a:schemeClr val="accent5">
                    <a:lumMod val="75000"/>
                  </a:schemeClr>
                </a:solidFill>
              </a:rPr>
              <a:t>max</a:t>
            </a:r>
            <a:r>
              <a:rPr lang="pt-BR" altLang="pt-BR" sz="2400" dirty="0">
                <a:solidFill>
                  <a:schemeClr val="accent5">
                    <a:lumMod val="75000"/>
                  </a:schemeClr>
                </a:solidFill>
              </a:rPr>
              <a:t> não forem alterados. </a:t>
            </a: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FFF1B96F-5409-8FAF-AC6D-FEB5FA99405F}"/>
              </a:ext>
            </a:extLst>
          </p:cNvPr>
          <p:cNvGrpSpPr>
            <a:grpSpLocks/>
          </p:cNvGrpSpPr>
          <p:nvPr/>
        </p:nvGrpSpPr>
        <p:grpSpPr bwMode="auto">
          <a:xfrm>
            <a:off x="2470994" y="1938336"/>
            <a:ext cx="6465888" cy="1222375"/>
            <a:chOff x="698" y="908"/>
            <a:chExt cx="4073" cy="77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Object 6">
                  <a:extLst>
                    <a:ext uri="{FF2B5EF4-FFF2-40B4-BE49-F238E27FC236}">
                      <a16:creationId xmlns:a16="http://schemas.microsoft.com/office/drawing/2014/main" id="{699A57E9-0A63-3E05-50AB-F67E8D6940BA}"/>
                    </a:ext>
                  </a:extLst>
                </p:cNvPr>
                <p:cNvSpPr txBox="1"/>
                <p:nvPr/>
              </p:nvSpPr>
              <p:spPr bwMode="black">
                <a:xfrm>
                  <a:off x="698" y="908"/>
                  <a:ext cx="4073" cy="4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pt-BR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pt-BR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𝑅𝑆</m:t>
                                </m:r>
                                <m:sSub>
                                  <m:sSubPr>
                                    <m:ctrlPr>
                                      <a:rPr lang="pt-BR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pt-BR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sub>
                        </m:sSub>
                        <m:r>
                          <a:rPr lang="pt-BR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  =  6,02</m:t>
                        </m:r>
                        <m:r>
                          <a:rPr lang="pt-BR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pt-BR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  +  4,77  +  </m:t>
                        </m:r>
                        <m:sSub>
                          <m:sSubPr>
                            <m:ctrlPr>
                              <a:rPr lang="pt-BR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pt-BR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pt-BR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pt-BR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b>
                            <m:r>
                              <a:rPr lang="pt-BR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sub>
                        </m:sSub>
                        <m:r>
                          <a:rPr lang="pt-BR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−10</m:t>
                        </m:r>
                        <m:func>
                          <m:funcPr>
                            <m:ctrlPr>
                              <a:rPr lang="pt-BR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pt-BR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pt-BR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pt-BR" i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sub>
                                  <m:sup>
                                    <m:r>
                                      <a:rPr lang="pt-BR" i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oMath>
                    </m:oMathPara>
                  </a14:m>
                  <a:endParaRPr lang="pt-BR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" name="Object 6">
                  <a:extLst>
                    <a:ext uri="{FF2B5EF4-FFF2-40B4-BE49-F238E27FC236}">
                      <a16:creationId xmlns:a16="http://schemas.microsoft.com/office/drawing/2014/main" id="{699A57E9-0A63-3E05-50AB-F67E8D6940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black">
                <a:xfrm>
                  <a:off x="698" y="908"/>
                  <a:ext cx="4073" cy="416"/>
                </a:xfrm>
                <a:prstGeom prst="rect">
                  <a:avLst/>
                </a:prstGeom>
                <a:blipFill>
                  <a:blip r:embed="rId2"/>
                  <a:stretch>
                    <a:fillRect l="-2074" t="-132407" b="-17037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7BAAE748-07DA-EECC-414A-9DA6BD1A3A0A}"/>
                </a:ext>
              </a:extLst>
            </p:cNvPr>
            <p:cNvSpPr>
              <a:spLocks/>
            </p:cNvSpPr>
            <p:nvPr/>
          </p:nvSpPr>
          <p:spPr bwMode="black">
            <a:xfrm rot="-5400000">
              <a:off x="3167" y="1139"/>
              <a:ext cx="86" cy="432"/>
            </a:xfrm>
            <a:prstGeom prst="leftBrace">
              <a:avLst>
                <a:gd name="adj1" fmla="val 41860"/>
                <a:gd name="adj2" fmla="val 50000"/>
              </a:avLst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8" name="Object 8">
                  <a:extLst>
                    <a:ext uri="{FF2B5EF4-FFF2-40B4-BE49-F238E27FC236}">
                      <a16:creationId xmlns:a16="http://schemas.microsoft.com/office/drawing/2014/main" id="{853FA7B0-0764-62C4-0F6C-628098CAE5A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092" y="1378"/>
                <a:ext cx="240" cy="3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3" imgW="203040" imgH="228600" progId="Equation.3">
                        <p:embed/>
                      </p:oleObj>
                    </mc:Choice>
                    <mc:Fallback>
                      <p:oleObj name="Equation" r:id="rId3" imgW="203040" imgH="228600" progId="Equation.3">
                        <p:embed/>
                        <p:pic>
                          <p:nvPicPr>
                            <p:cNvPr id="380936" name="Object 8">
                              <a:extLst>
                                <a:ext uri="{FF2B5EF4-FFF2-40B4-BE49-F238E27FC236}">
                                  <a16:creationId xmlns:a16="http://schemas.microsoft.com/office/drawing/2014/main" id="{7BCFB194-8680-C85C-1AB0-1FDDBD4122B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 l="-1773" t="-7874" r="-1773" b="-7874"/>
                            <a:stretch>
                              <a:fillRect/>
                            </a:stretch>
                          </p:blipFill>
                          <p:spPr bwMode="black">
                            <a:xfrm>
                              <a:off x="3092" y="1378"/>
                              <a:ext cx="240" cy="3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99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81320" dir="3080412" algn="ctr" rotWithShape="0">
                                      <a:srgbClr val="DDDDDD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8" name="Object 8">
                  <a:extLst>
                    <a:ext uri="{FF2B5EF4-FFF2-40B4-BE49-F238E27FC236}">
                      <a16:creationId xmlns:a16="http://schemas.microsoft.com/office/drawing/2014/main" id="{853FA7B0-0764-62C4-0F6C-628098CAE5A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092" y="1378"/>
                <a:ext cx="240" cy="3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3" imgW="203040" imgH="228600" progId="Equation.3">
                        <p:embed/>
                      </p:oleObj>
                    </mc:Choice>
                    <mc:Fallback>
                      <p:oleObj name="Equation" r:id="rId3" imgW="203040" imgH="228600" progId="Equation.3">
                        <p:embed/>
                        <p:pic>
                          <p:nvPicPr>
                            <p:cNvPr id="380936" name="Object 8">
                              <a:extLst>
                                <a:ext uri="{FF2B5EF4-FFF2-40B4-BE49-F238E27FC236}">
                                  <a16:creationId xmlns:a16="http://schemas.microsoft.com/office/drawing/2014/main" id="{7BCFB194-8680-C85C-1AB0-1FDDBD4122B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 l="-1773" t="-7874" r="-1773" b="-7874"/>
                            <a:stretch>
                              <a:fillRect/>
                            </a:stretch>
                          </p:blipFill>
                          <p:spPr bwMode="black">
                            <a:xfrm>
                              <a:off x="3092" y="1378"/>
                              <a:ext cx="240" cy="3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99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81320" dir="3080412" algn="ctr" rotWithShape="0">
                                      <a:srgbClr val="DDDDDD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sp>
        <p:nvSpPr>
          <p:cNvPr id="9" name="Text Box 10">
            <a:extLst>
              <a:ext uri="{FF2B5EF4-FFF2-40B4-BE49-F238E27FC236}">
                <a16:creationId xmlns:a16="http://schemas.microsoft.com/office/drawing/2014/main" id="{3F26660E-E1AA-EE46-D915-FA97E53EE437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086457" y="4821057"/>
            <a:ext cx="805296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altLang="pt-BR" dirty="0">
                <a:solidFill>
                  <a:schemeClr val="accent5">
                    <a:lumMod val="75000"/>
                  </a:schemeClr>
                </a:solidFill>
              </a:rPr>
              <a:t>Contudo, a equação acima só é válida quando </a:t>
            </a:r>
            <a:r>
              <a:rPr lang="pt-BR" altLang="pt-BR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pt-BR" altLang="pt-BR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x</a:t>
            </a:r>
            <a:r>
              <a:rPr lang="pt-BR" altLang="pt-BR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(</a:t>
            </a:r>
            <a:r>
              <a:rPr lang="pt-BR" altLang="pt-BR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pt-BR" altLang="pt-BR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)| </a:t>
            </a:r>
            <a:r>
              <a:rPr lang="pt-BR" altLang="pt-BR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pt-BR" altLang="pt-BR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 i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X</a:t>
            </a:r>
            <a:r>
              <a:rPr lang="pt-BR" altLang="pt-BR" baseline="-25000" dirty="0" err="1">
                <a:solidFill>
                  <a:schemeClr val="accent5">
                    <a:lumMod val="75000"/>
                  </a:schemeClr>
                </a:solidFill>
              </a:rPr>
              <a:t>max</a:t>
            </a:r>
            <a:r>
              <a:rPr lang="pt-BR" altLang="pt-BR" baseline="-25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pt-BR" altLang="pt-BR" dirty="0">
                <a:solidFill>
                  <a:schemeClr val="accent5">
                    <a:lumMod val="75000"/>
                  </a:schemeClr>
                </a:solidFill>
              </a:rPr>
              <a:t>,</a:t>
            </a:r>
            <a:r>
              <a:rPr lang="pt-BR" altLang="pt-BR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pt-BR" altLang="pt-BR" dirty="0">
                <a:solidFill>
                  <a:schemeClr val="accent5">
                    <a:lumMod val="75000"/>
                  </a:schemeClr>
                </a:solidFill>
              </a:rPr>
              <a:t>caso contrário, haverá sobrecarga do </a:t>
            </a:r>
            <a:r>
              <a:rPr lang="pt-BR" altLang="pt-BR" dirty="0" err="1">
                <a:solidFill>
                  <a:schemeClr val="accent5">
                    <a:lumMod val="75000"/>
                  </a:schemeClr>
                </a:solidFill>
              </a:rPr>
              <a:t>quantizador</a:t>
            </a:r>
            <a:r>
              <a:rPr lang="pt-BR" altLang="pt-BR" dirty="0">
                <a:solidFill>
                  <a:schemeClr val="accent5">
                    <a:lumMod val="75000"/>
                  </a:schemeClr>
                </a:solidFill>
              </a:rPr>
              <a:t> e, nessa condição, um aumento em </a:t>
            </a:r>
            <a:r>
              <a:rPr lang="pt-BR" altLang="pt-BR" i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P</a:t>
            </a:r>
            <a:r>
              <a:rPr lang="pt-BR" altLang="pt-BR" i="1" baseline="-250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x</a:t>
            </a:r>
            <a:r>
              <a:rPr lang="pt-BR" altLang="pt-BR" dirty="0">
                <a:solidFill>
                  <a:schemeClr val="accent5">
                    <a:lumMod val="75000"/>
                  </a:schemeClr>
                </a:solidFill>
              </a:rPr>
              <a:t>  também causará diminuição da </a:t>
            </a:r>
            <a:r>
              <a:rPr lang="pt-BR" altLang="pt-BR" i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RSR</a:t>
            </a:r>
            <a:r>
              <a:rPr lang="pt-BR" altLang="pt-BR" i="1" baseline="-250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q</a:t>
            </a:r>
            <a:r>
              <a:rPr lang="pt-BR" altLang="pt-BR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</a:rPr>
              <a:t>, </a:t>
            </a:r>
            <a:r>
              <a:rPr lang="pt-BR" altLang="pt-BR" dirty="0">
                <a:solidFill>
                  <a:schemeClr val="accent5">
                    <a:lumMod val="75000"/>
                  </a:schemeClr>
                </a:solidFill>
              </a:rPr>
              <a:t>uma vez que a sobrecarga aumentará.</a:t>
            </a: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7B504C12-426E-A281-9C4D-9D81134F053B}"/>
              </a:ext>
            </a:extLst>
          </p:cNvPr>
          <p:cNvSpPr>
            <a:spLocks/>
          </p:cNvSpPr>
          <p:nvPr/>
        </p:nvSpPr>
        <p:spPr bwMode="black">
          <a:xfrm rot="16200000">
            <a:off x="6390532" y="2145594"/>
            <a:ext cx="136525" cy="685800"/>
          </a:xfrm>
          <a:prstGeom prst="leftBrace">
            <a:avLst>
              <a:gd name="adj1" fmla="val 41860"/>
              <a:gd name="adj2" fmla="val 50000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F3F9F52-3A07-AA74-2851-CCE1182E0F8D}"/>
              </a:ext>
            </a:extLst>
          </p:cNvPr>
          <p:cNvSpPr txBox="1"/>
          <p:nvPr/>
        </p:nvSpPr>
        <p:spPr>
          <a:xfrm>
            <a:off x="6199875" y="2579685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350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>
            <a:extLst>
              <a:ext uri="{FF2B5EF4-FFF2-40B4-BE49-F238E27FC236}">
                <a16:creationId xmlns:a16="http://schemas.microsoft.com/office/drawing/2014/main" id="{3BE684E1-5077-594D-D5B2-80E280CC7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1" y="404814"/>
            <a:ext cx="5743575" cy="420687"/>
          </a:xfrm>
        </p:spPr>
        <p:txBody>
          <a:bodyPr>
            <a:normAutofit fontScale="90000"/>
          </a:bodyPr>
          <a:lstStyle/>
          <a:p>
            <a:r>
              <a:rPr lang="pt-BR" altLang="pt-BR" i="1"/>
              <a:t>Exemplo: </a:t>
            </a:r>
            <a:r>
              <a:rPr lang="pt-BR" altLang="pt-BR"/>
              <a:t>quantização de sinais de voz</a:t>
            </a:r>
            <a:endParaRPr lang="pt-BR" altLang="pt-BR" i="1"/>
          </a:p>
        </p:txBody>
      </p:sp>
      <p:graphicFrame>
        <p:nvGraphicFramePr>
          <p:cNvPr id="333835" name="Object 11">
            <a:extLst>
              <a:ext uri="{FF2B5EF4-FFF2-40B4-BE49-F238E27FC236}">
                <a16:creationId xmlns:a16="http://schemas.microsoft.com/office/drawing/2014/main" id="{7F41C08C-3EAE-2B79-44A0-F827D67BE3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2413" y="781050"/>
          <a:ext cx="5421313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20680" imgH="583920" progId="Equation.3">
                  <p:embed/>
                </p:oleObj>
              </mc:Choice>
              <mc:Fallback>
                <p:oleObj name="Equation" r:id="rId2" imgW="2920680" imgH="583920" progId="Equation.3">
                  <p:embed/>
                  <p:pic>
                    <p:nvPicPr>
                      <p:cNvPr id="333835" name="Object 11">
                        <a:extLst>
                          <a:ext uri="{FF2B5EF4-FFF2-40B4-BE49-F238E27FC236}">
                            <a16:creationId xmlns:a16="http://schemas.microsoft.com/office/drawing/2014/main" id="{7F41C08C-3EAE-2B79-44A0-F827D67BE3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522413" y="781050"/>
                        <a:ext cx="5421313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76" name="Object 52">
            <a:extLst>
              <a:ext uri="{FF2B5EF4-FFF2-40B4-BE49-F238E27FC236}">
                <a16:creationId xmlns:a16="http://schemas.microsoft.com/office/drawing/2014/main" id="{4769743B-9264-950A-C5F9-5EF9C5A965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0050" y="2346325"/>
          <a:ext cx="437038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25680" imgH="291960" progId="Equation.DSMT4">
                  <p:embed/>
                </p:oleObj>
              </mc:Choice>
              <mc:Fallback>
                <p:oleObj name="Equation" r:id="rId4" imgW="2425680" imgH="291960" progId="Equation.DSMT4">
                  <p:embed/>
                  <p:pic>
                    <p:nvPicPr>
                      <p:cNvPr id="333876" name="Object 52">
                        <a:extLst>
                          <a:ext uri="{FF2B5EF4-FFF2-40B4-BE49-F238E27FC236}">
                            <a16:creationId xmlns:a16="http://schemas.microsoft.com/office/drawing/2014/main" id="{4769743B-9264-950A-C5F9-5EF9C5A965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2346325"/>
                        <a:ext cx="4370388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77" name="Object 53">
            <a:extLst>
              <a:ext uri="{FF2B5EF4-FFF2-40B4-BE49-F238E27FC236}">
                <a16:creationId xmlns:a16="http://schemas.microsoft.com/office/drawing/2014/main" id="{278182D5-466E-EDDE-A7D7-4B1FD046A9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6076" y="2936876"/>
          <a:ext cx="47593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65360" imgH="330120" progId="Equation.DSMT4">
                  <p:embed/>
                </p:oleObj>
              </mc:Choice>
              <mc:Fallback>
                <p:oleObj name="Equation" r:id="rId6" imgW="2565360" imgH="330120" progId="Equation.DSMT4">
                  <p:embed/>
                  <p:pic>
                    <p:nvPicPr>
                      <p:cNvPr id="333877" name="Object 53">
                        <a:extLst>
                          <a:ext uri="{FF2B5EF4-FFF2-40B4-BE49-F238E27FC236}">
                            <a16:creationId xmlns:a16="http://schemas.microsoft.com/office/drawing/2014/main" id="{278182D5-466E-EDDE-A7D7-4B1FD046A9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616076" y="2936876"/>
                        <a:ext cx="475932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78" name="Object 54">
            <a:extLst>
              <a:ext uri="{FF2B5EF4-FFF2-40B4-BE49-F238E27FC236}">
                <a16:creationId xmlns:a16="http://schemas.microsoft.com/office/drawing/2014/main" id="{0E5FF812-ECB1-8A53-007F-285F98AC05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0051" y="5181601"/>
          <a:ext cx="31591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720" imgH="317160" progId="Equation.3">
                  <p:embed/>
                </p:oleObj>
              </mc:Choice>
              <mc:Fallback>
                <p:oleObj name="Equation" r:id="rId8" imgW="1701720" imgH="317160" progId="Equation.3">
                  <p:embed/>
                  <p:pic>
                    <p:nvPicPr>
                      <p:cNvPr id="333878" name="Object 54">
                        <a:extLst>
                          <a:ext uri="{FF2B5EF4-FFF2-40B4-BE49-F238E27FC236}">
                            <a16:creationId xmlns:a16="http://schemas.microsoft.com/office/drawing/2014/main" id="{0E5FF812-ECB1-8A53-007F-285F98AC05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670051" y="5181601"/>
                        <a:ext cx="315912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79" name="Object 55">
            <a:extLst>
              <a:ext uri="{FF2B5EF4-FFF2-40B4-BE49-F238E27FC236}">
                <a16:creationId xmlns:a16="http://schemas.microsoft.com/office/drawing/2014/main" id="{B113F1F6-E5B1-20A8-764F-2A2C9640D7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0050" y="5892801"/>
          <a:ext cx="365125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68480" imgH="317160" progId="Equation.3">
                  <p:embed/>
                </p:oleObj>
              </mc:Choice>
              <mc:Fallback>
                <p:oleObj name="Equation" r:id="rId10" imgW="1968480" imgH="317160" progId="Equation.3">
                  <p:embed/>
                  <p:pic>
                    <p:nvPicPr>
                      <p:cNvPr id="333879" name="Object 55">
                        <a:extLst>
                          <a:ext uri="{FF2B5EF4-FFF2-40B4-BE49-F238E27FC236}">
                            <a16:creationId xmlns:a16="http://schemas.microsoft.com/office/drawing/2014/main" id="{B113F1F6-E5B1-20A8-764F-2A2C9640D7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670050" y="5892801"/>
                        <a:ext cx="365125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3894" name="Group 70">
            <a:extLst>
              <a:ext uri="{FF2B5EF4-FFF2-40B4-BE49-F238E27FC236}">
                <a16:creationId xmlns:a16="http://schemas.microsoft.com/office/drawing/2014/main" id="{189DF76C-5450-452E-A828-458EB6BCCDB1}"/>
              </a:ext>
            </a:extLst>
          </p:cNvPr>
          <p:cNvGrpSpPr>
            <a:grpSpLocks/>
          </p:cNvGrpSpPr>
          <p:nvPr/>
        </p:nvGrpSpPr>
        <p:grpSpPr bwMode="auto">
          <a:xfrm>
            <a:off x="6378576" y="2171701"/>
            <a:ext cx="4289425" cy="4295775"/>
            <a:chOff x="3058" y="1368"/>
            <a:chExt cx="2702" cy="2706"/>
          </a:xfrm>
        </p:grpSpPr>
        <p:sp>
          <p:nvSpPr>
            <p:cNvPr id="333836" name="Line 12">
              <a:extLst>
                <a:ext uri="{FF2B5EF4-FFF2-40B4-BE49-F238E27FC236}">
                  <a16:creationId xmlns:a16="http://schemas.microsoft.com/office/drawing/2014/main" id="{0579C223-DED9-016A-35AE-5D8679CE0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" y="3616"/>
              <a:ext cx="218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3837" name="Line 13">
              <a:extLst>
                <a:ext uri="{FF2B5EF4-FFF2-40B4-BE49-F238E27FC236}">
                  <a16:creationId xmlns:a16="http://schemas.microsoft.com/office/drawing/2014/main" id="{EF5E3FF3-E659-1450-0CE5-653D2B2329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429" y="2521"/>
              <a:ext cx="21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3839" name="Line 15">
              <a:extLst>
                <a:ext uri="{FF2B5EF4-FFF2-40B4-BE49-F238E27FC236}">
                  <a16:creationId xmlns:a16="http://schemas.microsoft.com/office/drawing/2014/main" id="{12450821-8AED-5D2F-68A9-7641549B4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0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3840" name="Line 16">
              <a:extLst>
                <a:ext uri="{FF2B5EF4-FFF2-40B4-BE49-F238E27FC236}">
                  <a16:creationId xmlns:a16="http://schemas.microsoft.com/office/drawing/2014/main" id="{57A4F8C7-1FCA-F80D-2CE9-65C3A428F5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3841" name="Line 17">
              <a:extLst>
                <a:ext uri="{FF2B5EF4-FFF2-40B4-BE49-F238E27FC236}">
                  <a16:creationId xmlns:a16="http://schemas.microsoft.com/office/drawing/2014/main" id="{56F73CF5-BD98-85D2-DCD6-4F6C2FEB28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2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3842" name="Line 18">
              <a:extLst>
                <a:ext uri="{FF2B5EF4-FFF2-40B4-BE49-F238E27FC236}">
                  <a16:creationId xmlns:a16="http://schemas.microsoft.com/office/drawing/2014/main" id="{42B58034-2927-81E5-5E39-61EC4F6340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3843" name="Line 19">
              <a:extLst>
                <a:ext uri="{FF2B5EF4-FFF2-40B4-BE49-F238E27FC236}">
                  <a16:creationId xmlns:a16="http://schemas.microsoft.com/office/drawing/2014/main" id="{C6F668EC-ACC6-D85C-43E4-36BC2C2C34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4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3844" name="Line 20">
              <a:extLst>
                <a:ext uri="{FF2B5EF4-FFF2-40B4-BE49-F238E27FC236}">
                  <a16:creationId xmlns:a16="http://schemas.microsoft.com/office/drawing/2014/main" id="{E7ED0B58-59FB-142B-1B7B-0F749C6EB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00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3845" name="Line 21">
              <a:extLst>
                <a:ext uri="{FF2B5EF4-FFF2-40B4-BE49-F238E27FC236}">
                  <a16:creationId xmlns:a16="http://schemas.microsoft.com/office/drawing/2014/main" id="{1F49EA9A-CEC2-07C5-5DA1-F47C5CE77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6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333846" name="Object 22">
              <a:extLst>
                <a:ext uri="{FF2B5EF4-FFF2-40B4-BE49-F238E27FC236}">
                  <a16:creationId xmlns:a16="http://schemas.microsoft.com/office/drawing/2014/main" id="{7F1CAA4B-67C4-4B01-1875-7ED5FE81F1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8" y="3636"/>
            <a:ext cx="281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17160" imgH="177480" progId="Equation.3">
                    <p:embed/>
                  </p:oleObj>
                </mc:Choice>
                <mc:Fallback>
                  <p:oleObj name="Equation" r:id="rId12" imgW="317160" imgH="177480" progId="Equation.3">
                    <p:embed/>
                    <p:pic>
                      <p:nvPicPr>
                        <p:cNvPr id="333846" name="Object 22">
                          <a:extLst>
                            <a:ext uri="{FF2B5EF4-FFF2-40B4-BE49-F238E27FC236}">
                              <a16:creationId xmlns:a16="http://schemas.microsoft.com/office/drawing/2014/main" id="{7F1CAA4B-67C4-4B01-1875-7ED5FE81F1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8" y="3636"/>
                          <a:ext cx="281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47" name="Object 23">
              <a:extLst>
                <a:ext uri="{FF2B5EF4-FFF2-40B4-BE49-F238E27FC236}">
                  <a16:creationId xmlns:a16="http://schemas.microsoft.com/office/drawing/2014/main" id="{A67C41B2-43A8-BFE0-9AB8-AB7D12008F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9" y="3636"/>
            <a:ext cx="281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17160" imgH="177480" progId="Equation.3">
                    <p:embed/>
                  </p:oleObj>
                </mc:Choice>
                <mc:Fallback>
                  <p:oleObj name="Equation" r:id="rId14" imgW="317160" imgH="177480" progId="Equation.3">
                    <p:embed/>
                    <p:pic>
                      <p:nvPicPr>
                        <p:cNvPr id="333847" name="Object 23">
                          <a:extLst>
                            <a:ext uri="{FF2B5EF4-FFF2-40B4-BE49-F238E27FC236}">
                              <a16:creationId xmlns:a16="http://schemas.microsoft.com/office/drawing/2014/main" id="{A67C41B2-43A8-BFE0-9AB8-AB7D12008F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9" y="3636"/>
                          <a:ext cx="281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48" name="Object 24">
              <a:extLst>
                <a:ext uri="{FF2B5EF4-FFF2-40B4-BE49-F238E27FC236}">
                  <a16:creationId xmlns:a16="http://schemas.microsoft.com/office/drawing/2014/main" id="{D316080D-A843-7F8F-5BEC-AF02C27840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1" y="3636"/>
            <a:ext cx="281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17160" imgH="177480" progId="Equation.3">
                    <p:embed/>
                  </p:oleObj>
                </mc:Choice>
                <mc:Fallback>
                  <p:oleObj name="Equation" r:id="rId16" imgW="317160" imgH="177480" progId="Equation.3">
                    <p:embed/>
                    <p:pic>
                      <p:nvPicPr>
                        <p:cNvPr id="333848" name="Object 24">
                          <a:extLst>
                            <a:ext uri="{FF2B5EF4-FFF2-40B4-BE49-F238E27FC236}">
                              <a16:creationId xmlns:a16="http://schemas.microsoft.com/office/drawing/2014/main" id="{D316080D-A843-7F8F-5BEC-AF02C27840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1" y="3636"/>
                          <a:ext cx="281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49" name="Object 25">
              <a:extLst>
                <a:ext uri="{FF2B5EF4-FFF2-40B4-BE49-F238E27FC236}">
                  <a16:creationId xmlns:a16="http://schemas.microsoft.com/office/drawing/2014/main" id="{BE01FBD1-78D2-0607-E8B2-8C4F80E94F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7" y="3636"/>
            <a:ext cx="281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17160" imgH="177480" progId="Equation.3">
                    <p:embed/>
                  </p:oleObj>
                </mc:Choice>
                <mc:Fallback>
                  <p:oleObj name="Equation" r:id="rId18" imgW="317160" imgH="177480" progId="Equation.3">
                    <p:embed/>
                    <p:pic>
                      <p:nvPicPr>
                        <p:cNvPr id="333849" name="Object 25">
                          <a:extLst>
                            <a:ext uri="{FF2B5EF4-FFF2-40B4-BE49-F238E27FC236}">
                              <a16:creationId xmlns:a16="http://schemas.microsoft.com/office/drawing/2014/main" id="{BE01FBD1-78D2-0607-E8B2-8C4F80E94F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7" y="3636"/>
                          <a:ext cx="281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50" name="Object 26">
              <a:extLst>
                <a:ext uri="{FF2B5EF4-FFF2-40B4-BE49-F238E27FC236}">
                  <a16:creationId xmlns:a16="http://schemas.microsoft.com/office/drawing/2014/main" id="{3AA22C96-1D7E-6BA6-7744-FF2411216F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95" y="3636"/>
            <a:ext cx="281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17160" imgH="177480" progId="Equation.3">
                    <p:embed/>
                  </p:oleObj>
                </mc:Choice>
                <mc:Fallback>
                  <p:oleObj name="Equation" r:id="rId20" imgW="317160" imgH="177480" progId="Equation.3">
                    <p:embed/>
                    <p:pic>
                      <p:nvPicPr>
                        <p:cNvPr id="333850" name="Object 26">
                          <a:extLst>
                            <a:ext uri="{FF2B5EF4-FFF2-40B4-BE49-F238E27FC236}">
                              <a16:creationId xmlns:a16="http://schemas.microsoft.com/office/drawing/2014/main" id="{3AA22C96-1D7E-6BA6-7744-FF2411216F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5" y="3636"/>
                          <a:ext cx="281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51" name="Object 27">
              <a:extLst>
                <a:ext uri="{FF2B5EF4-FFF2-40B4-BE49-F238E27FC236}">
                  <a16:creationId xmlns:a16="http://schemas.microsoft.com/office/drawing/2014/main" id="{2B391230-0D24-A6E9-D9C4-285627CE21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63" y="3636"/>
            <a:ext cx="270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04560" imgH="177480" progId="Equation.3">
                    <p:embed/>
                  </p:oleObj>
                </mc:Choice>
                <mc:Fallback>
                  <p:oleObj name="Equation" r:id="rId22" imgW="304560" imgH="177480" progId="Equation.3">
                    <p:embed/>
                    <p:pic>
                      <p:nvPicPr>
                        <p:cNvPr id="333851" name="Object 27">
                          <a:extLst>
                            <a:ext uri="{FF2B5EF4-FFF2-40B4-BE49-F238E27FC236}">
                              <a16:creationId xmlns:a16="http://schemas.microsoft.com/office/drawing/2014/main" id="{2B391230-0D24-A6E9-D9C4-285627CE21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3" y="3636"/>
                          <a:ext cx="270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52" name="Object 28">
              <a:extLst>
                <a:ext uri="{FF2B5EF4-FFF2-40B4-BE49-F238E27FC236}">
                  <a16:creationId xmlns:a16="http://schemas.microsoft.com/office/drawing/2014/main" id="{880F02E6-AB8D-0640-54F0-567A70BA85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48" y="3636"/>
            <a:ext cx="112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26720" imgH="177480" progId="Equation.3">
                    <p:embed/>
                  </p:oleObj>
                </mc:Choice>
                <mc:Fallback>
                  <p:oleObj name="Equation" r:id="rId24" imgW="126720" imgH="177480" progId="Equation.3">
                    <p:embed/>
                    <p:pic>
                      <p:nvPicPr>
                        <p:cNvPr id="333852" name="Object 28">
                          <a:extLst>
                            <a:ext uri="{FF2B5EF4-FFF2-40B4-BE49-F238E27FC236}">
                              <a16:creationId xmlns:a16="http://schemas.microsoft.com/office/drawing/2014/main" id="{880F02E6-AB8D-0640-54F0-567A70BA85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8" y="3636"/>
                          <a:ext cx="112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53" name="Object 29">
              <a:extLst>
                <a:ext uri="{FF2B5EF4-FFF2-40B4-BE49-F238E27FC236}">
                  <a16:creationId xmlns:a16="http://schemas.microsoft.com/office/drawing/2014/main" id="{53404305-912B-14D2-7E0A-D1815D42AB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8" y="3774"/>
            <a:ext cx="112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244520" imgH="291960" progId="Equation.DSMT4">
                    <p:embed/>
                  </p:oleObj>
                </mc:Choice>
                <mc:Fallback>
                  <p:oleObj name="Equation" r:id="rId26" imgW="1244520" imgH="291960" progId="Equation.DSMT4">
                    <p:embed/>
                    <p:pic>
                      <p:nvPicPr>
                        <p:cNvPr id="333853" name="Object 29">
                          <a:extLst>
                            <a:ext uri="{FF2B5EF4-FFF2-40B4-BE49-F238E27FC236}">
                              <a16:creationId xmlns:a16="http://schemas.microsoft.com/office/drawing/2014/main" id="{53404305-912B-14D2-7E0A-D1815D42AB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363" t="-8275" r="-1363" b="-8275"/>
                        <a:stretch>
                          <a:fillRect/>
                        </a:stretch>
                      </p:blipFill>
                      <p:spPr bwMode="auto">
                        <a:xfrm>
                          <a:off x="4178" y="3774"/>
                          <a:ext cx="112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81320" dir="3080412" algn="ctr" rotWithShape="0">
                                  <a:srgbClr val="DDDDDD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54" name="Object 30">
              <a:extLst>
                <a:ext uri="{FF2B5EF4-FFF2-40B4-BE49-F238E27FC236}">
                  <a16:creationId xmlns:a16="http://schemas.microsoft.com/office/drawing/2014/main" id="{F748B498-BC24-F40F-8066-25BB9D1E9E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88" y="3528"/>
            <a:ext cx="112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26720" imgH="177480" progId="Equation.3">
                    <p:embed/>
                  </p:oleObj>
                </mc:Choice>
                <mc:Fallback>
                  <p:oleObj name="Equation" r:id="rId28" imgW="126720" imgH="177480" progId="Equation.3">
                    <p:embed/>
                    <p:pic>
                      <p:nvPicPr>
                        <p:cNvPr id="333854" name="Object 30">
                          <a:extLst>
                            <a:ext uri="{FF2B5EF4-FFF2-40B4-BE49-F238E27FC236}">
                              <a16:creationId xmlns:a16="http://schemas.microsoft.com/office/drawing/2014/main" id="{F748B498-BC24-F40F-8066-25BB9D1E9E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8" y="3528"/>
                          <a:ext cx="112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55" name="Object 31">
              <a:extLst>
                <a:ext uri="{FF2B5EF4-FFF2-40B4-BE49-F238E27FC236}">
                  <a16:creationId xmlns:a16="http://schemas.microsoft.com/office/drawing/2014/main" id="{E263F199-236C-5CAC-01DD-FFF15051E0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32" y="3168"/>
            <a:ext cx="168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90440" imgH="177480" progId="Equation.3">
                    <p:embed/>
                  </p:oleObj>
                </mc:Choice>
                <mc:Fallback>
                  <p:oleObj name="Equation" r:id="rId29" imgW="190440" imgH="177480" progId="Equation.3">
                    <p:embed/>
                    <p:pic>
                      <p:nvPicPr>
                        <p:cNvPr id="333855" name="Object 31">
                          <a:extLst>
                            <a:ext uri="{FF2B5EF4-FFF2-40B4-BE49-F238E27FC236}">
                              <a16:creationId xmlns:a16="http://schemas.microsoft.com/office/drawing/2014/main" id="{E263F199-236C-5CAC-01DD-FFF15051E0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2" y="3168"/>
                          <a:ext cx="168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56" name="Object 32">
              <a:extLst>
                <a:ext uri="{FF2B5EF4-FFF2-40B4-BE49-F238E27FC236}">
                  <a16:creationId xmlns:a16="http://schemas.microsoft.com/office/drawing/2014/main" id="{AD0994A3-E63F-FC6C-EC42-8C8FE9BBE7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1" y="2808"/>
            <a:ext cx="179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203040" imgH="177480" progId="Equation.3">
                    <p:embed/>
                  </p:oleObj>
                </mc:Choice>
                <mc:Fallback>
                  <p:oleObj name="Equation" r:id="rId31" imgW="203040" imgH="177480" progId="Equation.3">
                    <p:embed/>
                    <p:pic>
                      <p:nvPicPr>
                        <p:cNvPr id="333856" name="Object 32">
                          <a:extLst>
                            <a:ext uri="{FF2B5EF4-FFF2-40B4-BE49-F238E27FC236}">
                              <a16:creationId xmlns:a16="http://schemas.microsoft.com/office/drawing/2014/main" id="{AD0994A3-E63F-FC6C-EC42-8C8FE9BBE7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2808"/>
                          <a:ext cx="179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57" name="Object 33">
              <a:extLst>
                <a:ext uri="{FF2B5EF4-FFF2-40B4-BE49-F238E27FC236}">
                  <a16:creationId xmlns:a16="http://schemas.microsoft.com/office/drawing/2014/main" id="{7D881AB9-B5D7-CD1D-8B41-7DCBFC4C10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1" y="2448"/>
            <a:ext cx="179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203040" imgH="177480" progId="Equation.3">
                    <p:embed/>
                  </p:oleObj>
                </mc:Choice>
                <mc:Fallback>
                  <p:oleObj name="Equation" r:id="rId33" imgW="203040" imgH="177480" progId="Equation.3">
                    <p:embed/>
                    <p:pic>
                      <p:nvPicPr>
                        <p:cNvPr id="333857" name="Object 33">
                          <a:extLst>
                            <a:ext uri="{FF2B5EF4-FFF2-40B4-BE49-F238E27FC236}">
                              <a16:creationId xmlns:a16="http://schemas.microsoft.com/office/drawing/2014/main" id="{7D881AB9-B5D7-CD1D-8B41-7DCBFC4C10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2448"/>
                          <a:ext cx="179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58" name="Object 34">
              <a:extLst>
                <a:ext uri="{FF2B5EF4-FFF2-40B4-BE49-F238E27FC236}">
                  <a16:creationId xmlns:a16="http://schemas.microsoft.com/office/drawing/2014/main" id="{BD386132-ABD9-B58B-A6FC-903458150F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1" y="2088"/>
            <a:ext cx="179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203040" imgH="177480" progId="Equation.3">
                    <p:embed/>
                  </p:oleObj>
                </mc:Choice>
                <mc:Fallback>
                  <p:oleObj name="Equation" r:id="rId35" imgW="203040" imgH="177480" progId="Equation.3">
                    <p:embed/>
                    <p:pic>
                      <p:nvPicPr>
                        <p:cNvPr id="333858" name="Object 34">
                          <a:extLst>
                            <a:ext uri="{FF2B5EF4-FFF2-40B4-BE49-F238E27FC236}">
                              <a16:creationId xmlns:a16="http://schemas.microsoft.com/office/drawing/2014/main" id="{BD386132-ABD9-B58B-A6FC-903458150F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2088"/>
                          <a:ext cx="179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59" name="Object 35">
              <a:extLst>
                <a:ext uri="{FF2B5EF4-FFF2-40B4-BE49-F238E27FC236}">
                  <a16:creationId xmlns:a16="http://schemas.microsoft.com/office/drawing/2014/main" id="{70179294-BD55-DD44-5169-DBD4E21F97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1" y="1728"/>
            <a:ext cx="179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203040" imgH="177480" progId="Equation.3">
                    <p:embed/>
                  </p:oleObj>
                </mc:Choice>
                <mc:Fallback>
                  <p:oleObj name="Equation" r:id="rId37" imgW="203040" imgH="177480" progId="Equation.3">
                    <p:embed/>
                    <p:pic>
                      <p:nvPicPr>
                        <p:cNvPr id="333859" name="Object 35">
                          <a:extLst>
                            <a:ext uri="{FF2B5EF4-FFF2-40B4-BE49-F238E27FC236}">
                              <a16:creationId xmlns:a16="http://schemas.microsoft.com/office/drawing/2014/main" id="{70179294-BD55-DD44-5169-DBD4E21F97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1728"/>
                          <a:ext cx="179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60" name="Object 36">
              <a:extLst>
                <a:ext uri="{FF2B5EF4-FFF2-40B4-BE49-F238E27FC236}">
                  <a16:creationId xmlns:a16="http://schemas.microsoft.com/office/drawing/2014/main" id="{E6CD0F1D-F2E7-B930-4B62-8B6CA3234C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1" y="1368"/>
            <a:ext cx="179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203040" imgH="177480" progId="Equation.3">
                    <p:embed/>
                  </p:oleObj>
                </mc:Choice>
                <mc:Fallback>
                  <p:oleObj name="Equation" r:id="rId39" imgW="203040" imgH="177480" progId="Equation.3">
                    <p:embed/>
                    <p:pic>
                      <p:nvPicPr>
                        <p:cNvPr id="333860" name="Object 36">
                          <a:extLst>
                            <a:ext uri="{FF2B5EF4-FFF2-40B4-BE49-F238E27FC236}">
                              <a16:creationId xmlns:a16="http://schemas.microsoft.com/office/drawing/2014/main" id="{E6CD0F1D-F2E7-B930-4B62-8B6CA3234C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1368"/>
                          <a:ext cx="179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3861" name="Group 37">
              <a:extLst>
                <a:ext uri="{FF2B5EF4-FFF2-40B4-BE49-F238E27FC236}">
                  <a16:creationId xmlns:a16="http://schemas.microsoft.com/office/drawing/2014/main" id="{91DB17B1-A096-1789-82C3-E491C22B91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2" y="1436"/>
              <a:ext cx="72" cy="2180"/>
              <a:chOff x="1916" y="1076"/>
              <a:chExt cx="72" cy="2180"/>
            </a:xfrm>
          </p:grpSpPr>
          <p:sp>
            <p:nvSpPr>
              <p:cNvPr id="333862" name="Line 38">
                <a:extLst>
                  <a:ext uri="{FF2B5EF4-FFF2-40B4-BE49-F238E27FC236}">
                    <a16:creationId xmlns:a16="http://schemas.microsoft.com/office/drawing/2014/main" id="{85B8CFCB-06CE-7AB5-DF40-3BD7B5228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2892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3863" name="Line 39">
                <a:extLst>
                  <a:ext uri="{FF2B5EF4-FFF2-40B4-BE49-F238E27FC236}">
                    <a16:creationId xmlns:a16="http://schemas.microsoft.com/office/drawing/2014/main" id="{656C8F91-F072-B046-38B4-5CB31EC0F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2529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3864" name="Line 40">
                <a:extLst>
                  <a:ext uri="{FF2B5EF4-FFF2-40B4-BE49-F238E27FC236}">
                    <a16:creationId xmlns:a16="http://schemas.microsoft.com/office/drawing/2014/main" id="{58FCBB65-3391-3EF0-6ED8-1730C6691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2166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3865" name="Line 41">
                <a:extLst>
                  <a:ext uri="{FF2B5EF4-FFF2-40B4-BE49-F238E27FC236}">
                    <a16:creationId xmlns:a16="http://schemas.microsoft.com/office/drawing/2014/main" id="{83DC5C92-D9B2-402D-5CC9-645FFB30AA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1802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3866" name="Line 42">
                <a:extLst>
                  <a:ext uri="{FF2B5EF4-FFF2-40B4-BE49-F238E27FC236}">
                    <a16:creationId xmlns:a16="http://schemas.microsoft.com/office/drawing/2014/main" id="{18336A11-0B47-4E03-C515-0F0CD068E9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1439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3867" name="Line 43">
                <a:extLst>
                  <a:ext uri="{FF2B5EF4-FFF2-40B4-BE49-F238E27FC236}">
                    <a16:creationId xmlns:a16="http://schemas.microsoft.com/office/drawing/2014/main" id="{AD7E2CA4-3D84-34D1-6ADF-601D2A13F1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3256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3868" name="Line 44">
                <a:extLst>
                  <a:ext uri="{FF2B5EF4-FFF2-40B4-BE49-F238E27FC236}">
                    <a16:creationId xmlns:a16="http://schemas.microsoft.com/office/drawing/2014/main" id="{F934FA8D-ACFF-00F4-61B6-F8DBAE18BD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1076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33869" name="Line 45">
              <a:extLst>
                <a:ext uri="{FF2B5EF4-FFF2-40B4-BE49-F238E27FC236}">
                  <a16:creationId xmlns:a16="http://schemas.microsoft.com/office/drawing/2014/main" id="{8867F38E-72A6-9461-2AD3-75BDE60084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9" y="1692"/>
              <a:ext cx="1931" cy="1924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3870" name="Text Box 46">
              <a:extLst>
                <a:ext uri="{FF2B5EF4-FFF2-40B4-BE49-F238E27FC236}">
                  <a16:creationId xmlns:a16="http://schemas.microsoft.com/office/drawing/2014/main" id="{E64FFA67-9BC6-074F-43EA-DB9A2B3301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814" y="2400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i="1">
                  <a:latin typeface="Times New Roman" panose="02020603050405020304" pitchFamily="18" charset="0"/>
                </a:rPr>
                <a:t>RSR</a:t>
              </a:r>
              <a:r>
                <a:rPr lang="pt-BR" altLang="pt-BR" i="1" baseline="-25000">
                  <a:latin typeface="Times New Roman" panose="02020603050405020304" pitchFamily="18" charset="0"/>
                </a:rPr>
                <a:t>q</a:t>
              </a:r>
              <a:r>
                <a:rPr lang="pt-BR" altLang="pt-BR" i="1">
                  <a:latin typeface="Times New Roman" panose="02020603050405020304" pitchFamily="18" charset="0"/>
                </a:rPr>
                <a:t> </a:t>
              </a:r>
              <a:r>
                <a:rPr lang="pt-BR" altLang="pt-BR"/>
                <a:t>(dB)</a:t>
              </a:r>
              <a:endParaRPr lang="pt-BR" altLang="pt-BR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33875" name="Object 51">
              <a:extLst>
                <a:ext uri="{FF2B5EF4-FFF2-40B4-BE49-F238E27FC236}">
                  <a16:creationId xmlns:a16="http://schemas.microsoft.com/office/drawing/2014/main" id="{C9CC9ED7-26F1-E093-894B-1F55CEFAAE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2" y="1591"/>
            <a:ext cx="944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1079280" imgH="177480" progId="Equation.3">
                    <p:embed/>
                  </p:oleObj>
                </mc:Choice>
                <mc:Fallback>
                  <p:oleObj name="Equation" r:id="rId41" imgW="1079280" imgH="177480" progId="Equation.3">
                    <p:embed/>
                    <p:pic>
                      <p:nvPicPr>
                        <p:cNvPr id="333875" name="Object 51">
                          <a:extLst>
                            <a:ext uri="{FF2B5EF4-FFF2-40B4-BE49-F238E27FC236}">
                              <a16:creationId xmlns:a16="http://schemas.microsoft.com/office/drawing/2014/main" id="{C9CC9ED7-26F1-E093-894B-1F55CEFAAE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2" y="1591"/>
                          <a:ext cx="944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3881" name="Line 57">
              <a:extLst>
                <a:ext uri="{FF2B5EF4-FFF2-40B4-BE49-F238E27FC236}">
                  <a16:creationId xmlns:a16="http://schemas.microsoft.com/office/drawing/2014/main" id="{B1467E26-83BF-C4D0-FA19-1DFA47A5BDE5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516" y="2133"/>
              <a:ext cx="1749" cy="0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3882" name="Line 58">
              <a:extLst>
                <a:ext uri="{FF2B5EF4-FFF2-40B4-BE49-F238E27FC236}">
                  <a16:creationId xmlns:a16="http://schemas.microsoft.com/office/drawing/2014/main" id="{904F88C8-1835-FC11-4897-FEAAFBFF3404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rot="-5400000">
              <a:off x="4511" y="2868"/>
              <a:ext cx="1503" cy="0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333887" name="Object 63">
            <a:extLst>
              <a:ext uri="{FF2B5EF4-FFF2-40B4-BE49-F238E27FC236}">
                <a16:creationId xmlns:a16="http://schemas.microsoft.com/office/drawing/2014/main" id="{C0ABC520-E4DF-9F8C-7C3C-6FCD991386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0051" y="4559301"/>
          <a:ext cx="331946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790640" imgH="253800" progId="Equation.3">
                  <p:embed/>
                </p:oleObj>
              </mc:Choice>
              <mc:Fallback>
                <p:oleObj name="Equation" r:id="rId43" imgW="1790640" imgH="253800" progId="Equation.3">
                  <p:embed/>
                  <p:pic>
                    <p:nvPicPr>
                      <p:cNvPr id="333887" name="Object 63">
                        <a:extLst>
                          <a:ext uri="{FF2B5EF4-FFF2-40B4-BE49-F238E27FC236}">
                            <a16:creationId xmlns:a16="http://schemas.microsoft.com/office/drawing/2014/main" id="{C0ABC520-E4DF-9F8C-7C3C-6FCD991386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670051" y="4559301"/>
                        <a:ext cx="3319463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888" name="Text Box 64">
            <a:extLst>
              <a:ext uri="{FF2B5EF4-FFF2-40B4-BE49-F238E27FC236}">
                <a16:creationId xmlns:a16="http://schemas.microsoft.com/office/drawing/2014/main" id="{D289E2D6-1860-1B96-7E26-FA3E33E6A337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600200" y="1828800"/>
            <a:ext cx="2792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pt-BR" altLang="pt-BR">
                <a:solidFill>
                  <a:srgbClr val="0000CC"/>
                </a:solidFill>
              </a:rPr>
              <a:t>Sinais de voz: fdp laplaciana</a:t>
            </a:r>
          </a:p>
        </p:txBody>
      </p:sp>
      <p:graphicFrame>
        <p:nvGraphicFramePr>
          <p:cNvPr id="333889" name="Object 65">
            <a:extLst>
              <a:ext uri="{FF2B5EF4-FFF2-40B4-BE49-F238E27FC236}">
                <a16:creationId xmlns:a16="http://schemas.microsoft.com/office/drawing/2014/main" id="{6020C553-51BA-EFDE-7C61-BEC5654EDB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7013" y="3519489"/>
          <a:ext cx="461486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2489040" imgH="431640" progId="Equation.DSMT4">
                  <p:embed/>
                </p:oleObj>
              </mc:Choice>
              <mc:Fallback>
                <p:oleObj name="Equation" r:id="rId45" imgW="2489040" imgH="431640" progId="Equation.DSMT4">
                  <p:embed/>
                  <p:pic>
                    <p:nvPicPr>
                      <p:cNvPr id="333889" name="Object 65">
                        <a:extLst>
                          <a:ext uri="{FF2B5EF4-FFF2-40B4-BE49-F238E27FC236}">
                            <a16:creationId xmlns:a16="http://schemas.microsoft.com/office/drawing/2014/main" id="{6020C553-51BA-EFDE-7C61-BEC5654EDB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497013" y="3519489"/>
                        <a:ext cx="461486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91" name="Object 67">
            <a:extLst>
              <a:ext uri="{FF2B5EF4-FFF2-40B4-BE49-F238E27FC236}">
                <a16:creationId xmlns:a16="http://schemas.microsoft.com/office/drawing/2014/main" id="{C5166C22-B05E-1490-67D3-BEBEB02887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94726" y="1082675"/>
          <a:ext cx="19986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333440" imgH="507960" progId="Equation.DSMT4">
                  <p:embed/>
                </p:oleObj>
              </mc:Choice>
              <mc:Fallback>
                <p:oleObj name="Equation" r:id="rId47" imgW="1333440" imgH="507960" progId="Equation.DSMT4">
                  <p:embed/>
                  <p:pic>
                    <p:nvPicPr>
                      <p:cNvPr id="333891" name="Object 67">
                        <a:extLst>
                          <a:ext uri="{FF2B5EF4-FFF2-40B4-BE49-F238E27FC236}">
                            <a16:creationId xmlns:a16="http://schemas.microsoft.com/office/drawing/2014/main" id="{C5166C22-B05E-1490-67D3-BEBEB02887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4726" y="1082675"/>
                        <a:ext cx="199866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893" name="Text Box 69">
            <a:extLst>
              <a:ext uri="{FF2B5EF4-FFF2-40B4-BE49-F238E27FC236}">
                <a16:creationId xmlns:a16="http://schemas.microsoft.com/office/drawing/2014/main" id="{15A9104D-5F1B-8D8D-F9E8-E24D9906ECF1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8769350" y="749300"/>
            <a:ext cx="15508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pt-BR" altLang="pt-BR"/>
              <a:t>fdp laplaciana:</a:t>
            </a:r>
          </a:p>
        </p:txBody>
      </p:sp>
      <p:sp>
        <p:nvSpPr>
          <p:cNvPr id="333895" name="AutoShape 71">
            <a:hlinkClick r:id="rId49" action="ppaction://hlinksldjump" highlightClick="1"/>
            <a:extLst>
              <a:ext uri="{FF2B5EF4-FFF2-40B4-BE49-F238E27FC236}">
                <a16:creationId xmlns:a16="http://schemas.microsoft.com/office/drawing/2014/main" id="{B9CB1145-0F13-4B8E-5972-61277F95E160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10382250" y="1771651"/>
            <a:ext cx="228600" cy="271463"/>
          </a:xfrm>
          <a:prstGeom prst="actionButtonForwardNex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3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3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3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3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3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3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3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3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3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3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88" grpId="0"/>
      <p:bldP spid="33389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>
            <a:extLst>
              <a:ext uri="{FF2B5EF4-FFF2-40B4-BE49-F238E27FC236}">
                <a16:creationId xmlns:a16="http://schemas.microsoft.com/office/drawing/2014/main" id="{1C1D9AF9-00A1-C6F2-8421-26CEE0D964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2575" y="365125"/>
            <a:ext cx="4103688" cy="420688"/>
          </a:xfrm>
        </p:spPr>
        <p:txBody>
          <a:bodyPr>
            <a:normAutofit fontScale="90000"/>
          </a:bodyPr>
          <a:lstStyle/>
          <a:p>
            <a:r>
              <a:rPr lang="pt-BR" altLang="pt-BR"/>
              <a:t>FDP gaussiana e laplaciana</a:t>
            </a:r>
          </a:p>
        </p:txBody>
      </p:sp>
      <p:pic>
        <p:nvPicPr>
          <p:cNvPr id="492547" name="Picture 3">
            <a:extLst>
              <a:ext uri="{FF2B5EF4-FFF2-40B4-BE49-F238E27FC236}">
                <a16:creationId xmlns:a16="http://schemas.microsoft.com/office/drawing/2014/main" id="{1102BF9F-24E1-3848-D841-B11FA2663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025" y="1168400"/>
            <a:ext cx="8942388" cy="475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2548" name="AutoShape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391286D-A368-F97A-2BD9-6ECA68100248}"/>
              </a:ext>
            </a:extLst>
          </p:cNvPr>
          <p:cNvSpPr>
            <a:spLocks noChangeArrowheads="1"/>
          </p:cNvSpPr>
          <p:nvPr/>
        </p:nvSpPr>
        <p:spPr bwMode="blackWhite">
          <a:xfrm rot="16200000">
            <a:off x="1672480" y="6158984"/>
            <a:ext cx="36416" cy="369332"/>
          </a:xfrm>
          <a:prstGeom prst="actionButtonReturn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 anchor="ctr">
            <a:spAutoFit/>
          </a:bodyPr>
          <a:lstStyle/>
          <a:p>
            <a:endParaRPr lang="pt-BR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8" name="Rectangle 4">
            <a:extLst>
              <a:ext uri="{FF2B5EF4-FFF2-40B4-BE49-F238E27FC236}">
                <a16:creationId xmlns:a16="http://schemas.microsoft.com/office/drawing/2014/main" id="{BE4F1334-792C-67AB-CB74-B9E4E921DF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2576" y="365125"/>
            <a:ext cx="1547813" cy="420688"/>
          </a:xfrm>
        </p:spPr>
        <p:txBody>
          <a:bodyPr>
            <a:normAutofit fontScale="90000"/>
          </a:bodyPr>
          <a:lstStyle/>
          <a:p>
            <a:r>
              <a:rPr lang="pt-BR" altLang="pt-BR"/>
              <a:t>Exemplos</a:t>
            </a:r>
          </a:p>
        </p:txBody>
      </p:sp>
      <p:sp>
        <p:nvSpPr>
          <p:cNvPr id="451589" name="Text Box 5">
            <a:extLst>
              <a:ext uri="{FF2B5EF4-FFF2-40B4-BE49-F238E27FC236}">
                <a16:creationId xmlns:a16="http://schemas.microsoft.com/office/drawing/2014/main" id="{A125C610-E449-1654-946C-BC777C7774C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679576" y="933450"/>
            <a:ext cx="8988425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pt-BR" altLang="pt-BR" sz="2200">
                <a:solidFill>
                  <a:srgbClr val="0000CC"/>
                </a:solidFill>
                <a:latin typeface="Arial Narrow" panose="020B0606020202030204" pitchFamily="34" charset="0"/>
              </a:rPr>
              <a:t>Deseja-se gravar em formato PCM um sinal de áudio (música) monofônico com largura de banda de 20 kHz e duração de 3 minutos. A taxa de amostragem usada no processo de conversão A/D é 10,25% maior do que a taxa de Nyquist e o quantizador é uniforme. A razão sinal-ruído (de quantização) deve ser de pelo menos 85 dB. Determine o espaço, em bits, que o sinal digitalizado ocupará. (</a:t>
            </a:r>
            <a:r>
              <a:rPr lang="pt-BR" altLang="pt-BR" sz="2200" i="1" u="sng">
                <a:solidFill>
                  <a:srgbClr val="0000CC"/>
                </a:solidFill>
                <a:latin typeface="Arial Narrow" panose="020B0606020202030204" pitchFamily="34" charset="0"/>
              </a:rPr>
              <a:t>Nota:</a:t>
            </a:r>
            <a:r>
              <a:rPr lang="pt-BR" altLang="pt-BR" sz="2200">
                <a:solidFill>
                  <a:srgbClr val="0000CC"/>
                </a:solidFill>
                <a:latin typeface="Arial Narrow" panose="020B0606020202030204" pitchFamily="34" charset="0"/>
              </a:rPr>
              <a:t> Use a regra prática para sinais de voz, isto é, faça </a:t>
            </a:r>
            <a:r>
              <a:rPr lang="pt-BR" altLang="pt-BR" sz="2200" i="1">
                <a:solidFill>
                  <a:srgbClr val="0000CC"/>
                </a:solidFill>
              </a:rPr>
              <a:t>X</a:t>
            </a:r>
            <a:r>
              <a:rPr lang="pt-BR" altLang="pt-BR" sz="2200" baseline="-25000">
                <a:solidFill>
                  <a:srgbClr val="0000CC"/>
                </a:solidFill>
                <a:latin typeface="Arial Narrow" panose="020B0606020202030204" pitchFamily="34" charset="0"/>
              </a:rPr>
              <a:t>max</a:t>
            </a:r>
            <a:r>
              <a:rPr lang="pt-BR" altLang="pt-BR" sz="2200">
                <a:solidFill>
                  <a:srgbClr val="0000CC"/>
                </a:solidFill>
                <a:latin typeface="Arial Narrow" panose="020B0606020202030204" pitchFamily="34" charset="0"/>
              </a:rPr>
              <a:t> </a:t>
            </a:r>
            <a:r>
              <a:rPr lang="pt-BR" altLang="pt-BR" sz="2200">
                <a:solidFill>
                  <a:srgbClr val="0000CC"/>
                </a:solidFill>
              </a:rPr>
              <a:t>=</a:t>
            </a:r>
            <a:r>
              <a:rPr lang="pt-BR" altLang="pt-BR" sz="2200">
                <a:solidFill>
                  <a:srgbClr val="0000CC"/>
                </a:solidFill>
                <a:latin typeface="Arial Narrow" panose="020B0606020202030204" pitchFamily="34" charset="0"/>
              </a:rPr>
              <a:t> 4</a:t>
            </a:r>
            <a:r>
              <a:rPr lang="pt-BR" altLang="pt-BR" sz="2200" i="1">
                <a:solidFill>
                  <a:srgbClr val="0000CC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</a:t>
            </a:r>
            <a:r>
              <a:rPr lang="pt-BR" altLang="pt-BR" sz="2200" i="1" baseline="-25000">
                <a:solidFill>
                  <a:srgbClr val="0000CC"/>
                </a:solidFill>
              </a:rPr>
              <a:t>x</a:t>
            </a:r>
            <a:r>
              <a:rPr lang="pt-BR" altLang="pt-BR" sz="2200">
                <a:solidFill>
                  <a:srgbClr val="0000CC"/>
                </a:solidFill>
                <a:latin typeface="Arial Narrow" panose="020B0606020202030204" pitchFamily="34" charset="0"/>
              </a:rPr>
              <a:t>, onde </a:t>
            </a:r>
            <a:r>
              <a:rPr lang="pt-BR" altLang="pt-BR" sz="2200" i="1">
                <a:solidFill>
                  <a:srgbClr val="0000CC"/>
                </a:solidFill>
                <a:sym typeface="Symbol" panose="05050102010706020507" pitchFamily="18" charset="2"/>
              </a:rPr>
              <a:t></a:t>
            </a:r>
            <a:r>
              <a:rPr lang="pt-BR" altLang="pt-BR" sz="2200" i="1" baseline="-25000">
                <a:solidFill>
                  <a:srgbClr val="0000CC"/>
                </a:solidFill>
              </a:rPr>
              <a:t>x</a:t>
            </a:r>
            <a:r>
              <a:rPr lang="pt-BR" altLang="pt-BR" sz="2200">
                <a:solidFill>
                  <a:srgbClr val="0000CC"/>
                </a:solidFill>
                <a:latin typeface="Arial Narrow" panose="020B0606020202030204" pitchFamily="34" charset="0"/>
              </a:rPr>
              <a:t> é o desvio padrão do sinal de áudio ou da amplitude das suas amostras). 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pt-BR" altLang="pt-BR">
                <a:solidFill>
                  <a:srgbClr val="0000CC"/>
                </a:solidFill>
                <a:latin typeface="Arial Narrow" panose="020B0606020202030204" pitchFamily="34" charset="0"/>
              </a:rPr>
              <a:t>Deseja-se projetar um sistema PCM para digitalizar um sinal de telemetria que tem uma largura de banda de 500 Hz. O quantizador a ser utilizado é uniforme e o erro de quantização máximo tolerável nas amplitudes das amostras é 0,1% da amplitude de pico do sinal. O sinal deve ser amostrado a uma taxa 15% maior que a taxa de Nyquist. Determine qual será a taxa de bits na saída do codificador desse sistema PCM.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4" name="Rectangle 4">
            <a:extLst>
              <a:ext uri="{FF2B5EF4-FFF2-40B4-BE49-F238E27FC236}">
                <a16:creationId xmlns:a16="http://schemas.microsoft.com/office/drawing/2014/main" id="{4B5F366A-BD1F-A8BB-EDD8-80D0AC73F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8300" y="390526"/>
            <a:ext cx="7285038" cy="695325"/>
          </a:xfrm>
        </p:spPr>
        <p:txBody>
          <a:bodyPr wrap="square"/>
          <a:lstStyle/>
          <a:p>
            <a:r>
              <a:rPr lang="pt-BR" altLang="pt-BR" sz="2200">
                <a:solidFill>
                  <a:srgbClr val="FFFF00"/>
                </a:solidFill>
              </a:rPr>
              <a:t>Variação da faixa dinâmica dos sinais de voz:  motivação para a quantização não-uniforme</a:t>
            </a:r>
            <a:endParaRPr lang="pt-BR" altLang="pt-BR" sz="2200"/>
          </a:p>
        </p:txBody>
      </p:sp>
      <p:pic>
        <p:nvPicPr>
          <p:cNvPr id="389126" name="Picture 6">
            <a:extLst>
              <a:ext uri="{FF2B5EF4-FFF2-40B4-BE49-F238E27FC236}">
                <a16:creationId xmlns:a16="http://schemas.microsoft.com/office/drawing/2014/main" id="{4AA7C8C1-B16B-1490-8E2D-7BC4FA80B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1147764"/>
            <a:ext cx="6591300" cy="470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127" name="Text Box 7">
            <a:extLst>
              <a:ext uri="{FF2B5EF4-FFF2-40B4-BE49-F238E27FC236}">
                <a16:creationId xmlns:a16="http://schemas.microsoft.com/office/drawing/2014/main" id="{F1842EA5-9CA1-6652-7489-3613ACE95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848351"/>
            <a:ext cx="65341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sz="2000">
                <a:solidFill>
                  <a:srgbClr val="FFCC00"/>
                </a:solidFill>
              </a:rPr>
              <a:t>A potência média do sinal de voz na entrada de um codificador PCM da rede telefônica pode variar de 40 dB (10.000).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8257" name="Object 49">
            <a:extLst>
              <a:ext uri="{FF2B5EF4-FFF2-40B4-BE49-F238E27FC236}">
                <a16:creationId xmlns:a16="http://schemas.microsoft.com/office/drawing/2014/main" id="{54A12100-A309-DD3F-3AD5-1CC789395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7413" y="741364"/>
          <a:ext cx="46482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31760" imgH="583920" progId="Equation.DSMT4">
                  <p:embed/>
                </p:oleObj>
              </mc:Choice>
              <mc:Fallback>
                <p:oleObj name="Equation" r:id="rId2" imgW="2831760" imgH="583920" progId="Equation.DSMT4">
                  <p:embed/>
                  <p:pic>
                    <p:nvPicPr>
                      <p:cNvPr id="478257" name="Object 49">
                        <a:extLst>
                          <a:ext uri="{FF2B5EF4-FFF2-40B4-BE49-F238E27FC236}">
                            <a16:creationId xmlns:a16="http://schemas.microsoft.com/office/drawing/2014/main" id="{54A12100-A309-DD3F-3AD5-1CC789395A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9" t="-8015" r="-1479" b="-8015"/>
                      <a:stretch>
                        <a:fillRect/>
                      </a:stretch>
                    </p:blipFill>
                    <p:spPr bwMode="auto">
                      <a:xfrm>
                        <a:off x="5967413" y="741364"/>
                        <a:ext cx="4648200" cy="1082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chemeClr val="accent2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2" name="Rectangle 4">
            <a:extLst>
              <a:ext uri="{FF2B5EF4-FFF2-40B4-BE49-F238E27FC236}">
                <a16:creationId xmlns:a16="http://schemas.microsoft.com/office/drawing/2014/main" id="{7CB4C43E-B157-A829-FC3E-35344E452A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2575" y="365125"/>
            <a:ext cx="8639176" cy="188120"/>
          </a:xfrm>
        </p:spPr>
        <p:txBody>
          <a:bodyPr>
            <a:normAutofit fontScale="90000"/>
          </a:bodyPr>
          <a:lstStyle/>
          <a:p>
            <a:r>
              <a:rPr lang="pt-BR" altLang="pt-BR" dirty="0"/>
              <a:t>Redução da RSR com a redução de </a:t>
            </a:r>
            <a:r>
              <a:rPr lang="pt-BR" altLang="pt-BR" i="1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pt-BR" altLang="pt-BR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endParaRPr lang="pt-BR" altLang="pt-BR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478213" name="Group 5">
            <a:extLst>
              <a:ext uri="{FF2B5EF4-FFF2-40B4-BE49-F238E27FC236}">
                <a16:creationId xmlns:a16="http://schemas.microsoft.com/office/drawing/2014/main" id="{1A3DBB29-34B2-4A04-251A-040B9DD86948}"/>
              </a:ext>
            </a:extLst>
          </p:cNvPr>
          <p:cNvGrpSpPr>
            <a:grpSpLocks/>
          </p:cNvGrpSpPr>
          <p:nvPr/>
        </p:nvGrpSpPr>
        <p:grpSpPr bwMode="auto">
          <a:xfrm>
            <a:off x="5902326" y="1981201"/>
            <a:ext cx="4289425" cy="4295775"/>
            <a:chOff x="3058" y="1368"/>
            <a:chExt cx="2702" cy="2706"/>
          </a:xfrm>
        </p:grpSpPr>
        <p:sp>
          <p:nvSpPr>
            <p:cNvPr id="478214" name="Line 6">
              <a:extLst>
                <a:ext uri="{FF2B5EF4-FFF2-40B4-BE49-F238E27FC236}">
                  <a16:creationId xmlns:a16="http://schemas.microsoft.com/office/drawing/2014/main" id="{1E2DA467-7636-4C6C-5C0F-826F57F56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" y="3616"/>
              <a:ext cx="218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8215" name="Line 7">
              <a:extLst>
                <a:ext uri="{FF2B5EF4-FFF2-40B4-BE49-F238E27FC236}">
                  <a16:creationId xmlns:a16="http://schemas.microsoft.com/office/drawing/2014/main" id="{761E0286-7765-A027-9470-B932B69E92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429" y="2521"/>
              <a:ext cx="21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8216" name="Line 8">
              <a:extLst>
                <a:ext uri="{FF2B5EF4-FFF2-40B4-BE49-F238E27FC236}">
                  <a16:creationId xmlns:a16="http://schemas.microsoft.com/office/drawing/2014/main" id="{0F60AD2F-90BA-C0B2-6413-CCFAE18CC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0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8217" name="Line 9">
              <a:extLst>
                <a:ext uri="{FF2B5EF4-FFF2-40B4-BE49-F238E27FC236}">
                  <a16:creationId xmlns:a16="http://schemas.microsoft.com/office/drawing/2014/main" id="{E87DDDF2-2C63-D5B1-E44E-218B2E763E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8218" name="Line 10">
              <a:extLst>
                <a:ext uri="{FF2B5EF4-FFF2-40B4-BE49-F238E27FC236}">
                  <a16:creationId xmlns:a16="http://schemas.microsoft.com/office/drawing/2014/main" id="{B5459A06-AB8E-49D6-5B66-E693C721E4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2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8219" name="Line 11">
              <a:extLst>
                <a:ext uri="{FF2B5EF4-FFF2-40B4-BE49-F238E27FC236}">
                  <a16:creationId xmlns:a16="http://schemas.microsoft.com/office/drawing/2014/main" id="{9D857154-F9D0-6FEB-4083-3017ACD012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8220" name="Line 12">
              <a:extLst>
                <a:ext uri="{FF2B5EF4-FFF2-40B4-BE49-F238E27FC236}">
                  <a16:creationId xmlns:a16="http://schemas.microsoft.com/office/drawing/2014/main" id="{B4BF95EB-43BB-5D53-2622-35789EA1FD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4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8221" name="Line 13">
              <a:extLst>
                <a:ext uri="{FF2B5EF4-FFF2-40B4-BE49-F238E27FC236}">
                  <a16:creationId xmlns:a16="http://schemas.microsoft.com/office/drawing/2014/main" id="{D88AC84F-BAB5-EB28-3C97-C3A7B8681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00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8222" name="Line 14">
              <a:extLst>
                <a:ext uri="{FF2B5EF4-FFF2-40B4-BE49-F238E27FC236}">
                  <a16:creationId xmlns:a16="http://schemas.microsoft.com/office/drawing/2014/main" id="{E867DED5-DEB3-63C0-5E9A-91ACAC3CA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6" y="3544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478223" name="Object 15">
              <a:extLst>
                <a:ext uri="{FF2B5EF4-FFF2-40B4-BE49-F238E27FC236}">
                  <a16:creationId xmlns:a16="http://schemas.microsoft.com/office/drawing/2014/main" id="{DAC51E78-4E4D-CD36-FFAE-1F10385EDC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8" y="3636"/>
            <a:ext cx="281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17160" imgH="177480" progId="Equation.3">
                    <p:embed/>
                  </p:oleObj>
                </mc:Choice>
                <mc:Fallback>
                  <p:oleObj name="Equation" r:id="rId4" imgW="317160" imgH="177480" progId="Equation.3">
                    <p:embed/>
                    <p:pic>
                      <p:nvPicPr>
                        <p:cNvPr id="478223" name="Object 15">
                          <a:extLst>
                            <a:ext uri="{FF2B5EF4-FFF2-40B4-BE49-F238E27FC236}">
                              <a16:creationId xmlns:a16="http://schemas.microsoft.com/office/drawing/2014/main" id="{DAC51E78-4E4D-CD36-FFAE-1F10385EDC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8" y="3636"/>
                          <a:ext cx="281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24" name="Object 16">
              <a:extLst>
                <a:ext uri="{FF2B5EF4-FFF2-40B4-BE49-F238E27FC236}">
                  <a16:creationId xmlns:a16="http://schemas.microsoft.com/office/drawing/2014/main" id="{578D3AF8-B789-B77F-8CBE-000664AA44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9" y="3636"/>
            <a:ext cx="281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17160" imgH="177480" progId="Equation.3">
                    <p:embed/>
                  </p:oleObj>
                </mc:Choice>
                <mc:Fallback>
                  <p:oleObj name="Equation" r:id="rId6" imgW="317160" imgH="177480" progId="Equation.3">
                    <p:embed/>
                    <p:pic>
                      <p:nvPicPr>
                        <p:cNvPr id="478224" name="Object 16">
                          <a:extLst>
                            <a:ext uri="{FF2B5EF4-FFF2-40B4-BE49-F238E27FC236}">
                              <a16:creationId xmlns:a16="http://schemas.microsoft.com/office/drawing/2014/main" id="{578D3AF8-B789-B77F-8CBE-000664AA44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9" y="3636"/>
                          <a:ext cx="281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25" name="Object 17">
              <a:extLst>
                <a:ext uri="{FF2B5EF4-FFF2-40B4-BE49-F238E27FC236}">
                  <a16:creationId xmlns:a16="http://schemas.microsoft.com/office/drawing/2014/main" id="{5E08FA15-105C-C95E-CD91-6ABAD32AA3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1" y="3636"/>
            <a:ext cx="281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17160" imgH="177480" progId="Equation.3">
                    <p:embed/>
                  </p:oleObj>
                </mc:Choice>
                <mc:Fallback>
                  <p:oleObj name="Equation" r:id="rId8" imgW="317160" imgH="177480" progId="Equation.3">
                    <p:embed/>
                    <p:pic>
                      <p:nvPicPr>
                        <p:cNvPr id="478225" name="Object 17">
                          <a:extLst>
                            <a:ext uri="{FF2B5EF4-FFF2-40B4-BE49-F238E27FC236}">
                              <a16:creationId xmlns:a16="http://schemas.microsoft.com/office/drawing/2014/main" id="{5E08FA15-105C-C95E-CD91-6ABAD32AA3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1" y="3636"/>
                          <a:ext cx="281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26" name="Object 18">
              <a:extLst>
                <a:ext uri="{FF2B5EF4-FFF2-40B4-BE49-F238E27FC236}">
                  <a16:creationId xmlns:a16="http://schemas.microsoft.com/office/drawing/2014/main" id="{E9A7CF9D-1DCA-060C-2CAB-7D52BAED99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7" y="3636"/>
            <a:ext cx="281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17160" imgH="177480" progId="Equation.3">
                    <p:embed/>
                  </p:oleObj>
                </mc:Choice>
                <mc:Fallback>
                  <p:oleObj name="Equation" r:id="rId10" imgW="317160" imgH="177480" progId="Equation.3">
                    <p:embed/>
                    <p:pic>
                      <p:nvPicPr>
                        <p:cNvPr id="478226" name="Object 18">
                          <a:extLst>
                            <a:ext uri="{FF2B5EF4-FFF2-40B4-BE49-F238E27FC236}">
                              <a16:creationId xmlns:a16="http://schemas.microsoft.com/office/drawing/2014/main" id="{E9A7CF9D-1DCA-060C-2CAB-7D52BAED99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7" y="3636"/>
                          <a:ext cx="281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27" name="Object 19">
              <a:extLst>
                <a:ext uri="{FF2B5EF4-FFF2-40B4-BE49-F238E27FC236}">
                  <a16:creationId xmlns:a16="http://schemas.microsoft.com/office/drawing/2014/main" id="{64301512-027C-0151-DAE8-C4D0A6C450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95" y="3636"/>
            <a:ext cx="281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17160" imgH="177480" progId="Equation.3">
                    <p:embed/>
                  </p:oleObj>
                </mc:Choice>
                <mc:Fallback>
                  <p:oleObj name="Equation" r:id="rId12" imgW="317160" imgH="177480" progId="Equation.3">
                    <p:embed/>
                    <p:pic>
                      <p:nvPicPr>
                        <p:cNvPr id="478227" name="Object 19">
                          <a:extLst>
                            <a:ext uri="{FF2B5EF4-FFF2-40B4-BE49-F238E27FC236}">
                              <a16:creationId xmlns:a16="http://schemas.microsoft.com/office/drawing/2014/main" id="{64301512-027C-0151-DAE8-C4D0A6C450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5" y="3636"/>
                          <a:ext cx="281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28" name="Object 20">
              <a:extLst>
                <a:ext uri="{FF2B5EF4-FFF2-40B4-BE49-F238E27FC236}">
                  <a16:creationId xmlns:a16="http://schemas.microsoft.com/office/drawing/2014/main" id="{AFFB90EA-E60D-BB1A-279C-F035DC08E9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63" y="3636"/>
            <a:ext cx="270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04560" imgH="177480" progId="Equation.3">
                    <p:embed/>
                  </p:oleObj>
                </mc:Choice>
                <mc:Fallback>
                  <p:oleObj name="Equation" r:id="rId14" imgW="304560" imgH="177480" progId="Equation.3">
                    <p:embed/>
                    <p:pic>
                      <p:nvPicPr>
                        <p:cNvPr id="478228" name="Object 20">
                          <a:extLst>
                            <a:ext uri="{FF2B5EF4-FFF2-40B4-BE49-F238E27FC236}">
                              <a16:creationId xmlns:a16="http://schemas.microsoft.com/office/drawing/2014/main" id="{AFFB90EA-E60D-BB1A-279C-F035DC08E9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3" y="3636"/>
                          <a:ext cx="270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29" name="Object 21">
              <a:extLst>
                <a:ext uri="{FF2B5EF4-FFF2-40B4-BE49-F238E27FC236}">
                  <a16:creationId xmlns:a16="http://schemas.microsoft.com/office/drawing/2014/main" id="{432D8C38-4FE1-4858-5AFE-B658DEA1EF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48" y="3636"/>
            <a:ext cx="112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6720" imgH="177480" progId="Equation.3">
                    <p:embed/>
                  </p:oleObj>
                </mc:Choice>
                <mc:Fallback>
                  <p:oleObj name="Equation" r:id="rId16" imgW="126720" imgH="177480" progId="Equation.3">
                    <p:embed/>
                    <p:pic>
                      <p:nvPicPr>
                        <p:cNvPr id="478229" name="Object 21">
                          <a:extLst>
                            <a:ext uri="{FF2B5EF4-FFF2-40B4-BE49-F238E27FC236}">
                              <a16:creationId xmlns:a16="http://schemas.microsoft.com/office/drawing/2014/main" id="{432D8C38-4FE1-4858-5AFE-B658DEA1EF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8" y="3636"/>
                          <a:ext cx="112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30" name="Object 22">
              <a:extLst>
                <a:ext uri="{FF2B5EF4-FFF2-40B4-BE49-F238E27FC236}">
                  <a16:creationId xmlns:a16="http://schemas.microsoft.com/office/drawing/2014/main" id="{05978A91-6770-17D0-F00E-7FFD52EFC2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8" y="3774"/>
            <a:ext cx="112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44520" imgH="291960" progId="Equation.DSMT4">
                    <p:embed/>
                  </p:oleObj>
                </mc:Choice>
                <mc:Fallback>
                  <p:oleObj name="Equation" r:id="rId18" imgW="1244520" imgH="291960" progId="Equation.DSMT4">
                    <p:embed/>
                    <p:pic>
                      <p:nvPicPr>
                        <p:cNvPr id="478230" name="Object 22">
                          <a:extLst>
                            <a:ext uri="{FF2B5EF4-FFF2-40B4-BE49-F238E27FC236}">
                              <a16:creationId xmlns:a16="http://schemas.microsoft.com/office/drawing/2014/main" id="{05978A91-6770-17D0-F00E-7FFD52EFC2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363" t="-8275" r="-1363" b="-8275"/>
                        <a:stretch>
                          <a:fillRect/>
                        </a:stretch>
                      </p:blipFill>
                      <p:spPr bwMode="auto">
                        <a:xfrm>
                          <a:off x="4178" y="3774"/>
                          <a:ext cx="112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81320" dir="3080412" algn="ctr" rotWithShape="0">
                                  <a:srgbClr val="DDDDDD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31" name="Object 23">
              <a:extLst>
                <a:ext uri="{FF2B5EF4-FFF2-40B4-BE49-F238E27FC236}">
                  <a16:creationId xmlns:a16="http://schemas.microsoft.com/office/drawing/2014/main" id="{F4CA92A5-4975-D4CC-B205-CE7708E203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88" y="3528"/>
            <a:ext cx="112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26720" imgH="177480" progId="Equation.3">
                    <p:embed/>
                  </p:oleObj>
                </mc:Choice>
                <mc:Fallback>
                  <p:oleObj name="Equation" r:id="rId20" imgW="126720" imgH="177480" progId="Equation.3">
                    <p:embed/>
                    <p:pic>
                      <p:nvPicPr>
                        <p:cNvPr id="478231" name="Object 23">
                          <a:extLst>
                            <a:ext uri="{FF2B5EF4-FFF2-40B4-BE49-F238E27FC236}">
                              <a16:creationId xmlns:a16="http://schemas.microsoft.com/office/drawing/2014/main" id="{F4CA92A5-4975-D4CC-B205-CE7708E203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8" y="3528"/>
                          <a:ext cx="112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32" name="Object 24">
              <a:extLst>
                <a:ext uri="{FF2B5EF4-FFF2-40B4-BE49-F238E27FC236}">
                  <a16:creationId xmlns:a16="http://schemas.microsoft.com/office/drawing/2014/main" id="{C42021FB-71AE-10A2-23B8-147DF03D7B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32" y="3168"/>
            <a:ext cx="168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90440" imgH="177480" progId="Equation.3">
                    <p:embed/>
                  </p:oleObj>
                </mc:Choice>
                <mc:Fallback>
                  <p:oleObj name="Equation" r:id="rId21" imgW="190440" imgH="177480" progId="Equation.3">
                    <p:embed/>
                    <p:pic>
                      <p:nvPicPr>
                        <p:cNvPr id="478232" name="Object 24">
                          <a:extLst>
                            <a:ext uri="{FF2B5EF4-FFF2-40B4-BE49-F238E27FC236}">
                              <a16:creationId xmlns:a16="http://schemas.microsoft.com/office/drawing/2014/main" id="{C42021FB-71AE-10A2-23B8-147DF03D7B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2" y="3168"/>
                          <a:ext cx="168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33" name="Object 25">
              <a:extLst>
                <a:ext uri="{FF2B5EF4-FFF2-40B4-BE49-F238E27FC236}">
                  <a16:creationId xmlns:a16="http://schemas.microsoft.com/office/drawing/2014/main" id="{4D3D8F2A-5431-0326-DF28-E939C0681C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1" y="2808"/>
            <a:ext cx="179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03040" imgH="177480" progId="Equation.3">
                    <p:embed/>
                  </p:oleObj>
                </mc:Choice>
                <mc:Fallback>
                  <p:oleObj name="Equation" r:id="rId23" imgW="203040" imgH="177480" progId="Equation.3">
                    <p:embed/>
                    <p:pic>
                      <p:nvPicPr>
                        <p:cNvPr id="478233" name="Object 25">
                          <a:extLst>
                            <a:ext uri="{FF2B5EF4-FFF2-40B4-BE49-F238E27FC236}">
                              <a16:creationId xmlns:a16="http://schemas.microsoft.com/office/drawing/2014/main" id="{4D3D8F2A-5431-0326-DF28-E939C0681C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2808"/>
                          <a:ext cx="179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34" name="Object 26">
              <a:extLst>
                <a:ext uri="{FF2B5EF4-FFF2-40B4-BE49-F238E27FC236}">
                  <a16:creationId xmlns:a16="http://schemas.microsoft.com/office/drawing/2014/main" id="{39937E99-F1E4-5FDF-C9F9-624CBD22A6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1" y="2448"/>
            <a:ext cx="179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203040" imgH="177480" progId="Equation.3">
                    <p:embed/>
                  </p:oleObj>
                </mc:Choice>
                <mc:Fallback>
                  <p:oleObj name="Equation" r:id="rId25" imgW="203040" imgH="177480" progId="Equation.3">
                    <p:embed/>
                    <p:pic>
                      <p:nvPicPr>
                        <p:cNvPr id="478234" name="Object 26">
                          <a:extLst>
                            <a:ext uri="{FF2B5EF4-FFF2-40B4-BE49-F238E27FC236}">
                              <a16:creationId xmlns:a16="http://schemas.microsoft.com/office/drawing/2014/main" id="{39937E99-F1E4-5FDF-C9F9-624CBD22A6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2448"/>
                          <a:ext cx="179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35" name="Object 27">
              <a:extLst>
                <a:ext uri="{FF2B5EF4-FFF2-40B4-BE49-F238E27FC236}">
                  <a16:creationId xmlns:a16="http://schemas.microsoft.com/office/drawing/2014/main" id="{AC1BF08D-4511-4799-6E98-C821165F0C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1" y="2088"/>
            <a:ext cx="179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03040" imgH="177480" progId="Equation.3">
                    <p:embed/>
                  </p:oleObj>
                </mc:Choice>
                <mc:Fallback>
                  <p:oleObj name="Equation" r:id="rId27" imgW="203040" imgH="177480" progId="Equation.3">
                    <p:embed/>
                    <p:pic>
                      <p:nvPicPr>
                        <p:cNvPr id="478235" name="Object 27">
                          <a:extLst>
                            <a:ext uri="{FF2B5EF4-FFF2-40B4-BE49-F238E27FC236}">
                              <a16:creationId xmlns:a16="http://schemas.microsoft.com/office/drawing/2014/main" id="{AC1BF08D-4511-4799-6E98-C821165F0C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2088"/>
                          <a:ext cx="179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36" name="Object 28">
              <a:extLst>
                <a:ext uri="{FF2B5EF4-FFF2-40B4-BE49-F238E27FC236}">
                  <a16:creationId xmlns:a16="http://schemas.microsoft.com/office/drawing/2014/main" id="{867066E4-27B1-116A-7C59-357630E3EE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1" y="1728"/>
            <a:ext cx="179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203040" imgH="177480" progId="Equation.3">
                    <p:embed/>
                  </p:oleObj>
                </mc:Choice>
                <mc:Fallback>
                  <p:oleObj name="Equation" r:id="rId29" imgW="203040" imgH="177480" progId="Equation.3">
                    <p:embed/>
                    <p:pic>
                      <p:nvPicPr>
                        <p:cNvPr id="478236" name="Object 28">
                          <a:extLst>
                            <a:ext uri="{FF2B5EF4-FFF2-40B4-BE49-F238E27FC236}">
                              <a16:creationId xmlns:a16="http://schemas.microsoft.com/office/drawing/2014/main" id="{867066E4-27B1-116A-7C59-357630E3EE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1728"/>
                          <a:ext cx="179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8237" name="Object 29">
              <a:extLst>
                <a:ext uri="{FF2B5EF4-FFF2-40B4-BE49-F238E27FC236}">
                  <a16:creationId xmlns:a16="http://schemas.microsoft.com/office/drawing/2014/main" id="{A18389E7-883B-30A1-17BC-D22DC5F60E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1" y="1368"/>
            <a:ext cx="179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203040" imgH="177480" progId="Equation.3">
                    <p:embed/>
                  </p:oleObj>
                </mc:Choice>
                <mc:Fallback>
                  <p:oleObj name="Equation" r:id="rId31" imgW="203040" imgH="177480" progId="Equation.3">
                    <p:embed/>
                    <p:pic>
                      <p:nvPicPr>
                        <p:cNvPr id="478237" name="Object 29">
                          <a:extLst>
                            <a:ext uri="{FF2B5EF4-FFF2-40B4-BE49-F238E27FC236}">
                              <a16:creationId xmlns:a16="http://schemas.microsoft.com/office/drawing/2014/main" id="{A18389E7-883B-30A1-17BC-D22DC5F60E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1368"/>
                          <a:ext cx="179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78238" name="Group 30">
              <a:extLst>
                <a:ext uri="{FF2B5EF4-FFF2-40B4-BE49-F238E27FC236}">
                  <a16:creationId xmlns:a16="http://schemas.microsoft.com/office/drawing/2014/main" id="{17999A75-1692-1903-9F75-48E9F5B816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2" y="1436"/>
              <a:ext cx="72" cy="2180"/>
              <a:chOff x="1916" y="1076"/>
              <a:chExt cx="72" cy="2180"/>
            </a:xfrm>
          </p:grpSpPr>
          <p:sp>
            <p:nvSpPr>
              <p:cNvPr id="478239" name="Line 31">
                <a:extLst>
                  <a:ext uri="{FF2B5EF4-FFF2-40B4-BE49-F238E27FC236}">
                    <a16:creationId xmlns:a16="http://schemas.microsoft.com/office/drawing/2014/main" id="{846BECCC-E5E6-F54D-010D-CF28418102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2892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8240" name="Line 32">
                <a:extLst>
                  <a:ext uri="{FF2B5EF4-FFF2-40B4-BE49-F238E27FC236}">
                    <a16:creationId xmlns:a16="http://schemas.microsoft.com/office/drawing/2014/main" id="{ECFB2AE0-2D6E-61E3-B19B-DF45F88AF1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2529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8241" name="Line 33">
                <a:extLst>
                  <a:ext uri="{FF2B5EF4-FFF2-40B4-BE49-F238E27FC236}">
                    <a16:creationId xmlns:a16="http://schemas.microsoft.com/office/drawing/2014/main" id="{498E4394-9AF6-2EC9-7BA7-3C8C7D2BB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2166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8242" name="Line 34">
                <a:extLst>
                  <a:ext uri="{FF2B5EF4-FFF2-40B4-BE49-F238E27FC236}">
                    <a16:creationId xmlns:a16="http://schemas.microsoft.com/office/drawing/2014/main" id="{264737B6-BB99-8AE2-176B-5949B4523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1802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8243" name="Line 35">
                <a:extLst>
                  <a:ext uri="{FF2B5EF4-FFF2-40B4-BE49-F238E27FC236}">
                    <a16:creationId xmlns:a16="http://schemas.microsoft.com/office/drawing/2014/main" id="{748302A7-B58F-F398-A343-791221F172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1439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8244" name="Line 36">
                <a:extLst>
                  <a:ext uri="{FF2B5EF4-FFF2-40B4-BE49-F238E27FC236}">
                    <a16:creationId xmlns:a16="http://schemas.microsoft.com/office/drawing/2014/main" id="{953909B8-F763-67AD-CA6C-D4D499E67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3256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8245" name="Line 37">
                <a:extLst>
                  <a:ext uri="{FF2B5EF4-FFF2-40B4-BE49-F238E27FC236}">
                    <a16:creationId xmlns:a16="http://schemas.microsoft.com/office/drawing/2014/main" id="{C716985A-F345-75AD-740F-A1F754A0AB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" y="1076"/>
                <a:ext cx="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78246" name="Line 38">
              <a:extLst>
                <a:ext uri="{FF2B5EF4-FFF2-40B4-BE49-F238E27FC236}">
                  <a16:creationId xmlns:a16="http://schemas.microsoft.com/office/drawing/2014/main" id="{777BD2A6-BB0E-A2DC-AD5A-41ED349B5C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9" y="1692"/>
              <a:ext cx="1931" cy="1924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8247" name="Text Box 39">
              <a:extLst>
                <a:ext uri="{FF2B5EF4-FFF2-40B4-BE49-F238E27FC236}">
                  <a16:creationId xmlns:a16="http://schemas.microsoft.com/office/drawing/2014/main" id="{66E6B1C6-B61C-08C5-D7C1-62161C8072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814" y="2400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pt-BR" altLang="pt-BR" i="1">
                  <a:latin typeface="Times New Roman" panose="02020603050405020304" pitchFamily="18" charset="0"/>
                </a:rPr>
                <a:t>RSR</a:t>
              </a:r>
              <a:r>
                <a:rPr lang="pt-BR" altLang="pt-BR" i="1" baseline="-25000">
                  <a:latin typeface="Times New Roman" panose="02020603050405020304" pitchFamily="18" charset="0"/>
                </a:rPr>
                <a:t>q</a:t>
              </a:r>
              <a:r>
                <a:rPr lang="pt-BR" altLang="pt-BR" i="1">
                  <a:latin typeface="Times New Roman" panose="02020603050405020304" pitchFamily="18" charset="0"/>
                </a:rPr>
                <a:t> </a:t>
              </a:r>
              <a:r>
                <a:rPr lang="pt-BR" altLang="pt-BR"/>
                <a:t>(dB)</a:t>
              </a:r>
              <a:endParaRPr lang="pt-BR" altLang="pt-BR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78248" name="Object 40">
              <a:extLst>
                <a:ext uri="{FF2B5EF4-FFF2-40B4-BE49-F238E27FC236}">
                  <a16:creationId xmlns:a16="http://schemas.microsoft.com/office/drawing/2014/main" id="{5AE39AD1-A33B-7BAA-F9A3-F86F36C54A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2" y="1591"/>
            <a:ext cx="944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1079280" imgH="177480" progId="Equation.3">
                    <p:embed/>
                  </p:oleObj>
                </mc:Choice>
                <mc:Fallback>
                  <p:oleObj name="Equation" r:id="rId33" imgW="1079280" imgH="177480" progId="Equation.3">
                    <p:embed/>
                    <p:pic>
                      <p:nvPicPr>
                        <p:cNvPr id="478248" name="Object 40">
                          <a:extLst>
                            <a:ext uri="{FF2B5EF4-FFF2-40B4-BE49-F238E27FC236}">
                              <a16:creationId xmlns:a16="http://schemas.microsoft.com/office/drawing/2014/main" id="{5AE39AD1-A33B-7BAA-F9A3-F86F36C54A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2" y="1591"/>
                          <a:ext cx="944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8249" name="Line 41">
              <a:extLst>
                <a:ext uri="{FF2B5EF4-FFF2-40B4-BE49-F238E27FC236}">
                  <a16:creationId xmlns:a16="http://schemas.microsoft.com/office/drawing/2014/main" id="{541AC2DA-9B87-267D-F774-69A1CD150061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3516" y="2133"/>
              <a:ext cx="1749" cy="0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8250" name="Line 42">
              <a:extLst>
                <a:ext uri="{FF2B5EF4-FFF2-40B4-BE49-F238E27FC236}">
                  <a16:creationId xmlns:a16="http://schemas.microsoft.com/office/drawing/2014/main" id="{3EA24B0A-F8F6-237E-A3A0-1A2D4EA630EC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rot="-5400000">
              <a:off x="4511" y="2868"/>
              <a:ext cx="1503" cy="0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78251" name="Object 43">
            <a:extLst>
              <a:ext uri="{FF2B5EF4-FFF2-40B4-BE49-F238E27FC236}">
                <a16:creationId xmlns:a16="http://schemas.microsoft.com/office/drawing/2014/main" id="{C8206C62-3C13-3833-A52C-A7A537C866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3401" y="1911351"/>
          <a:ext cx="331946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790640" imgH="253800" progId="Equation.3">
                  <p:embed/>
                </p:oleObj>
              </mc:Choice>
              <mc:Fallback>
                <p:oleObj name="Equation" r:id="rId35" imgW="1790640" imgH="253800" progId="Equation.3">
                  <p:embed/>
                  <p:pic>
                    <p:nvPicPr>
                      <p:cNvPr id="478251" name="Object 43">
                        <a:extLst>
                          <a:ext uri="{FF2B5EF4-FFF2-40B4-BE49-F238E27FC236}">
                            <a16:creationId xmlns:a16="http://schemas.microsoft.com/office/drawing/2014/main" id="{C8206C62-3C13-3833-A52C-A7A537C866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803401" y="1911351"/>
                        <a:ext cx="3319463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52" name="Object 44">
            <a:extLst>
              <a:ext uri="{FF2B5EF4-FFF2-40B4-BE49-F238E27FC236}">
                <a16:creationId xmlns:a16="http://schemas.microsoft.com/office/drawing/2014/main" id="{B69C1BA8-C9EF-D951-B007-6FF53F44BB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0063" y="903289"/>
          <a:ext cx="3346450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803240" imgH="380880" progId="Equation.DSMT4">
                  <p:embed/>
                </p:oleObj>
              </mc:Choice>
              <mc:Fallback>
                <p:oleObj name="Equation" r:id="rId37" imgW="1803240" imgH="380880" progId="Equation.DSMT4">
                  <p:embed/>
                  <p:pic>
                    <p:nvPicPr>
                      <p:cNvPr id="478252" name="Object 44">
                        <a:extLst>
                          <a:ext uri="{FF2B5EF4-FFF2-40B4-BE49-F238E27FC236}">
                            <a16:creationId xmlns:a16="http://schemas.microsoft.com/office/drawing/2014/main" id="{B69C1BA8-C9EF-D951-B007-6FF53F44BB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770063" y="903289"/>
                        <a:ext cx="3346450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53" name="Object 45">
            <a:extLst>
              <a:ext uri="{FF2B5EF4-FFF2-40B4-BE49-F238E27FC236}">
                <a16:creationId xmlns:a16="http://schemas.microsoft.com/office/drawing/2014/main" id="{23BF2BAE-56D0-106E-9209-AAD7ADC268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654301"/>
          <a:ext cx="219075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180800" imgH="317160" progId="Equation.DSMT4">
                  <p:embed/>
                </p:oleObj>
              </mc:Choice>
              <mc:Fallback>
                <p:oleObj name="Equation" r:id="rId39" imgW="1180800" imgH="317160" progId="Equation.DSMT4">
                  <p:embed/>
                  <p:pic>
                    <p:nvPicPr>
                      <p:cNvPr id="478253" name="Object 45">
                        <a:extLst>
                          <a:ext uri="{FF2B5EF4-FFF2-40B4-BE49-F238E27FC236}">
                            <a16:creationId xmlns:a16="http://schemas.microsoft.com/office/drawing/2014/main" id="{23BF2BAE-56D0-106E-9209-AAD7ADC268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2438400" y="2654301"/>
                        <a:ext cx="219075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54" name="Object 46">
            <a:extLst>
              <a:ext uri="{FF2B5EF4-FFF2-40B4-BE49-F238E27FC236}">
                <a16:creationId xmlns:a16="http://schemas.microsoft.com/office/drawing/2014/main" id="{61820EE3-B385-BA43-99BC-44922D2B92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3239" y="3603625"/>
          <a:ext cx="3582987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930320" imgH="647640" progId="Equation.DSMT4">
                  <p:embed/>
                </p:oleObj>
              </mc:Choice>
              <mc:Fallback>
                <p:oleObj name="Equation" r:id="rId41" imgW="1930320" imgH="647640" progId="Equation.DSMT4">
                  <p:embed/>
                  <p:pic>
                    <p:nvPicPr>
                      <p:cNvPr id="478254" name="Object 46">
                        <a:extLst>
                          <a:ext uri="{FF2B5EF4-FFF2-40B4-BE49-F238E27FC236}">
                            <a16:creationId xmlns:a16="http://schemas.microsoft.com/office/drawing/2014/main" id="{61820EE3-B385-BA43-99BC-44922D2B92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773239" y="3603625"/>
                        <a:ext cx="3582987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55" name="Object 47">
            <a:extLst>
              <a:ext uri="{FF2B5EF4-FFF2-40B4-BE49-F238E27FC236}">
                <a16:creationId xmlns:a16="http://schemas.microsoft.com/office/drawing/2014/main" id="{DED99867-640F-121E-569F-827F4D385C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5314" y="5084764"/>
          <a:ext cx="3436937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854000" imgH="304560" progId="Equation.DSMT4">
                  <p:embed/>
                </p:oleObj>
              </mc:Choice>
              <mc:Fallback>
                <p:oleObj name="Equation" r:id="rId43" imgW="1854000" imgH="304560" progId="Equation.DSMT4">
                  <p:embed/>
                  <p:pic>
                    <p:nvPicPr>
                      <p:cNvPr id="478255" name="Object 47">
                        <a:extLst>
                          <a:ext uri="{FF2B5EF4-FFF2-40B4-BE49-F238E27FC236}">
                            <a16:creationId xmlns:a16="http://schemas.microsoft.com/office/drawing/2014/main" id="{DED99867-640F-121E-569F-827F4D385C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1865314" y="5084764"/>
                        <a:ext cx="3436937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56" name="Object 48">
            <a:extLst>
              <a:ext uri="{FF2B5EF4-FFF2-40B4-BE49-F238E27FC236}">
                <a16:creationId xmlns:a16="http://schemas.microsoft.com/office/drawing/2014/main" id="{7550D3D1-F703-C579-2D24-C30206B3AD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7764" y="5803901"/>
          <a:ext cx="216693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168200" imgH="317160" progId="Equation.DSMT4">
                  <p:embed/>
                </p:oleObj>
              </mc:Choice>
              <mc:Fallback>
                <p:oleObj name="Equation" r:id="rId45" imgW="1168200" imgH="317160" progId="Equation.DSMT4">
                  <p:embed/>
                  <p:pic>
                    <p:nvPicPr>
                      <p:cNvPr id="478256" name="Object 48">
                        <a:extLst>
                          <a:ext uri="{FF2B5EF4-FFF2-40B4-BE49-F238E27FC236}">
                            <a16:creationId xmlns:a16="http://schemas.microsoft.com/office/drawing/2014/main" id="{7550D3D1-F703-C579-2D24-C30206B3AD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477" t="-7874" r="-1477" b="-7874"/>
                      <a:stretch>
                        <a:fillRect/>
                      </a:stretch>
                    </p:blipFill>
                    <p:spPr bwMode="auto">
                      <a:xfrm>
                        <a:off x="2417764" y="5803901"/>
                        <a:ext cx="216693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81320" dir="3080412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58" name="Line 50">
            <a:extLst>
              <a:ext uri="{FF2B5EF4-FFF2-40B4-BE49-F238E27FC236}">
                <a16:creationId xmlns:a16="http://schemas.microsoft.com/office/drawing/2014/main" id="{685AF9F8-CE49-D896-A0FB-0D260FB52423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9029700" y="1828800"/>
            <a:ext cx="723900" cy="990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8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8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8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8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8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8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6" name="Rectangle 4">
            <a:extLst>
              <a:ext uri="{FF2B5EF4-FFF2-40B4-BE49-F238E27FC236}">
                <a16:creationId xmlns:a16="http://schemas.microsoft.com/office/drawing/2014/main" id="{54B84848-5DE4-58D4-D692-4BBB888B2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2576" y="365124"/>
            <a:ext cx="7684008" cy="423743"/>
          </a:xfrm>
        </p:spPr>
        <p:txBody>
          <a:bodyPr>
            <a:normAutofit fontScale="90000"/>
          </a:bodyPr>
          <a:lstStyle/>
          <a:p>
            <a:r>
              <a:rPr lang="pt-BR" altLang="pt-BR" dirty="0"/>
              <a:t>Erro de quantização relativo</a:t>
            </a:r>
          </a:p>
        </p:txBody>
      </p:sp>
      <p:sp>
        <p:nvSpPr>
          <p:cNvPr id="474117" name="Line 5">
            <a:extLst>
              <a:ext uri="{FF2B5EF4-FFF2-40B4-BE49-F238E27FC236}">
                <a16:creationId xmlns:a16="http://schemas.microsoft.com/office/drawing/2014/main" id="{CA97A55E-2404-D374-A7EB-7EE70E57D81C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228850" y="1606550"/>
            <a:ext cx="4819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endParaRPr lang="pt-BR"/>
          </a:p>
        </p:txBody>
      </p:sp>
      <p:sp>
        <p:nvSpPr>
          <p:cNvPr id="474119" name="Text Box 7">
            <a:extLst>
              <a:ext uri="{FF2B5EF4-FFF2-40B4-BE49-F238E27FC236}">
                <a16:creationId xmlns:a16="http://schemas.microsoft.com/office/drawing/2014/main" id="{0E43880C-733A-E709-0693-EC65204E328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440238" y="1323975"/>
            <a:ext cx="344128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r>
              <a:rPr lang="pt-BR" altLang="pt-BR" sz="2000"/>
              <a:t>. . .</a:t>
            </a:r>
          </a:p>
        </p:txBody>
      </p:sp>
      <p:grpSp>
        <p:nvGrpSpPr>
          <p:cNvPr id="474127" name="Group 15">
            <a:extLst>
              <a:ext uri="{FF2B5EF4-FFF2-40B4-BE49-F238E27FC236}">
                <a16:creationId xmlns:a16="http://schemas.microsoft.com/office/drawing/2014/main" id="{7ABB48E6-5E87-C76F-F1E7-A19B3D884AB2}"/>
              </a:ext>
            </a:extLst>
          </p:cNvPr>
          <p:cNvGrpSpPr>
            <a:grpSpLocks/>
          </p:cNvGrpSpPr>
          <p:nvPr/>
        </p:nvGrpSpPr>
        <p:grpSpPr bwMode="auto">
          <a:xfrm>
            <a:off x="5235576" y="1168401"/>
            <a:ext cx="1273175" cy="542925"/>
            <a:chOff x="2338" y="1186"/>
            <a:chExt cx="802" cy="132"/>
          </a:xfrm>
        </p:grpSpPr>
        <p:sp>
          <p:nvSpPr>
            <p:cNvPr id="474122" name="Line 10">
              <a:extLst>
                <a:ext uri="{FF2B5EF4-FFF2-40B4-BE49-F238E27FC236}">
                  <a16:creationId xmlns:a16="http://schemas.microsoft.com/office/drawing/2014/main" id="{1EB7E347-1508-F0A4-4386-ECF915C20AC9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2338" y="1186"/>
              <a:ext cx="0" cy="1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rIns="18000">
              <a:spAutoFit/>
            </a:bodyPr>
            <a:lstStyle/>
            <a:p>
              <a:endParaRPr lang="pt-BR"/>
            </a:p>
          </p:txBody>
        </p:sp>
        <p:sp>
          <p:nvSpPr>
            <p:cNvPr id="474123" name="Line 11">
              <a:extLst>
                <a:ext uri="{FF2B5EF4-FFF2-40B4-BE49-F238E27FC236}">
                  <a16:creationId xmlns:a16="http://schemas.microsoft.com/office/drawing/2014/main" id="{198E74EE-00B9-65AC-C277-6CCCC503CD6E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3140" y="1186"/>
              <a:ext cx="0" cy="1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rIns="18000">
              <a:spAutoFit/>
            </a:bodyPr>
            <a:lstStyle/>
            <a:p>
              <a:endParaRPr lang="pt-BR"/>
            </a:p>
          </p:txBody>
        </p:sp>
      </p:grpSp>
      <p:grpSp>
        <p:nvGrpSpPr>
          <p:cNvPr id="474128" name="Group 16">
            <a:extLst>
              <a:ext uri="{FF2B5EF4-FFF2-40B4-BE49-F238E27FC236}">
                <a16:creationId xmlns:a16="http://schemas.microsoft.com/office/drawing/2014/main" id="{7D40A256-E493-9EA4-6E59-69B7D100253A}"/>
              </a:ext>
            </a:extLst>
          </p:cNvPr>
          <p:cNvGrpSpPr>
            <a:grpSpLocks/>
          </p:cNvGrpSpPr>
          <p:nvPr/>
        </p:nvGrpSpPr>
        <p:grpSpPr bwMode="auto">
          <a:xfrm>
            <a:off x="2733676" y="1168401"/>
            <a:ext cx="1273175" cy="542925"/>
            <a:chOff x="762" y="1186"/>
            <a:chExt cx="802" cy="132"/>
          </a:xfrm>
        </p:grpSpPr>
        <p:sp>
          <p:nvSpPr>
            <p:cNvPr id="474120" name="Line 8">
              <a:extLst>
                <a:ext uri="{FF2B5EF4-FFF2-40B4-BE49-F238E27FC236}">
                  <a16:creationId xmlns:a16="http://schemas.microsoft.com/office/drawing/2014/main" id="{D095EB40-96C1-E7F2-45B4-3CCA41181663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762" y="1186"/>
              <a:ext cx="0" cy="1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rIns="18000">
              <a:spAutoFit/>
            </a:bodyPr>
            <a:lstStyle/>
            <a:p>
              <a:endParaRPr lang="pt-BR"/>
            </a:p>
          </p:txBody>
        </p:sp>
        <p:sp>
          <p:nvSpPr>
            <p:cNvPr id="474121" name="Line 9">
              <a:extLst>
                <a:ext uri="{FF2B5EF4-FFF2-40B4-BE49-F238E27FC236}">
                  <a16:creationId xmlns:a16="http://schemas.microsoft.com/office/drawing/2014/main" id="{B91822EE-7210-30E1-534C-7E1FDB690E47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1564" y="1186"/>
              <a:ext cx="0" cy="1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rIns="18000">
              <a:spAutoFit/>
            </a:bodyPr>
            <a:lstStyle/>
            <a:p>
              <a:endParaRPr lang="pt-BR"/>
            </a:p>
          </p:txBody>
        </p:sp>
      </p:grpSp>
      <p:sp>
        <p:nvSpPr>
          <p:cNvPr id="474124" name="Oval 12">
            <a:extLst>
              <a:ext uri="{FF2B5EF4-FFF2-40B4-BE49-F238E27FC236}">
                <a16:creationId xmlns:a16="http://schemas.microsoft.com/office/drawing/2014/main" id="{2EE35677-70B8-0D2C-80F4-04D5506E2910}"/>
              </a:ext>
            </a:extLst>
          </p:cNvPr>
          <p:cNvSpPr>
            <a:spLocks noChangeAspect="1" noChangeArrowheads="1"/>
          </p:cNvSpPr>
          <p:nvPr/>
        </p:nvSpPr>
        <p:spPr bwMode="blackWhite">
          <a:xfrm>
            <a:off x="3340100" y="1341320"/>
            <a:ext cx="51208" cy="519351"/>
          </a:xfrm>
          <a:prstGeom prst="ellipse">
            <a:avLst/>
          </a:prstGeom>
          <a:solidFill>
            <a:srgbClr val="CC0000"/>
          </a:solidFill>
          <a:ln w="12700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 anchor="ctr">
            <a:spAutoFit/>
          </a:bodyPr>
          <a:lstStyle/>
          <a:p>
            <a:endParaRPr lang="pt-BR"/>
          </a:p>
        </p:txBody>
      </p:sp>
      <p:sp>
        <p:nvSpPr>
          <p:cNvPr id="474126" name="Oval 14">
            <a:extLst>
              <a:ext uri="{FF2B5EF4-FFF2-40B4-BE49-F238E27FC236}">
                <a16:creationId xmlns:a16="http://schemas.microsoft.com/office/drawing/2014/main" id="{D291CE93-DE60-84E9-0CC9-4228AC0E0FF2}"/>
              </a:ext>
            </a:extLst>
          </p:cNvPr>
          <p:cNvSpPr>
            <a:spLocks noChangeAspect="1" noChangeArrowheads="1"/>
          </p:cNvSpPr>
          <p:nvPr/>
        </p:nvSpPr>
        <p:spPr bwMode="blackWhite">
          <a:xfrm>
            <a:off x="5842000" y="1341320"/>
            <a:ext cx="51208" cy="519351"/>
          </a:xfrm>
          <a:prstGeom prst="ellipse">
            <a:avLst/>
          </a:prstGeom>
          <a:solidFill>
            <a:srgbClr val="CC0000"/>
          </a:solidFill>
          <a:ln w="12700" algn="ctr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 anchor="ctr">
            <a:spAutoFit/>
          </a:bodyPr>
          <a:lstStyle/>
          <a:p>
            <a:endParaRPr lang="pt-BR"/>
          </a:p>
        </p:txBody>
      </p:sp>
      <p:graphicFrame>
        <p:nvGraphicFramePr>
          <p:cNvPr id="474129" name="Object 17">
            <a:extLst>
              <a:ext uri="{FF2B5EF4-FFF2-40B4-BE49-F238E27FC236}">
                <a16:creationId xmlns:a16="http://schemas.microsoft.com/office/drawing/2014/main" id="{2A4F7CA9-C37C-C83A-91BD-6641044E19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6751" y="1644650"/>
          <a:ext cx="32702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040" imgH="190440" progId="Equation.DSMT4">
                  <p:embed/>
                </p:oleObj>
              </mc:Choice>
              <mc:Fallback>
                <p:oleObj name="Equation" r:id="rId2" imgW="203040" imgH="190440" progId="Equation.DSMT4">
                  <p:embed/>
                  <p:pic>
                    <p:nvPicPr>
                      <p:cNvPr id="474129" name="Object 17">
                        <a:extLst>
                          <a:ext uri="{FF2B5EF4-FFF2-40B4-BE49-F238E27FC236}">
                            <a16:creationId xmlns:a16="http://schemas.microsoft.com/office/drawing/2014/main" id="{2A4F7CA9-C37C-C83A-91BD-6641044E19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1" y="1644650"/>
                        <a:ext cx="327025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0" name="Object 18">
            <a:extLst>
              <a:ext uri="{FF2B5EF4-FFF2-40B4-BE49-F238E27FC236}">
                <a16:creationId xmlns:a16="http://schemas.microsoft.com/office/drawing/2014/main" id="{B78A6F6A-8DC2-3B55-E4C5-0D283AE82D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6" y="1733550"/>
          <a:ext cx="347663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90440" progId="Equation.DSMT4">
                  <p:embed/>
                </p:oleObj>
              </mc:Choice>
              <mc:Fallback>
                <p:oleObj name="Equation" r:id="rId4" imgW="215640" imgH="190440" progId="Equation.DSMT4">
                  <p:embed/>
                  <p:pic>
                    <p:nvPicPr>
                      <p:cNvPr id="474130" name="Object 18">
                        <a:extLst>
                          <a:ext uri="{FF2B5EF4-FFF2-40B4-BE49-F238E27FC236}">
                            <a16:creationId xmlns:a16="http://schemas.microsoft.com/office/drawing/2014/main" id="{B78A6F6A-8DC2-3B55-E4C5-0D283AE82D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6" y="1733550"/>
                        <a:ext cx="347663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1" name="Object 19">
            <a:extLst>
              <a:ext uri="{FF2B5EF4-FFF2-40B4-BE49-F238E27FC236}">
                <a16:creationId xmlns:a16="http://schemas.microsoft.com/office/drawing/2014/main" id="{CA08B422-F95B-5077-4234-27225D438A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5876" y="1733550"/>
          <a:ext cx="347663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190440" progId="Equation.DSMT4">
                  <p:embed/>
                </p:oleObj>
              </mc:Choice>
              <mc:Fallback>
                <p:oleObj name="Equation" r:id="rId6" imgW="215640" imgH="190440" progId="Equation.DSMT4">
                  <p:embed/>
                  <p:pic>
                    <p:nvPicPr>
                      <p:cNvPr id="474131" name="Object 19">
                        <a:extLst>
                          <a:ext uri="{FF2B5EF4-FFF2-40B4-BE49-F238E27FC236}">
                            <a16:creationId xmlns:a16="http://schemas.microsoft.com/office/drawing/2014/main" id="{CA08B422-F95B-5077-4234-27225D438A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6" y="1733550"/>
                        <a:ext cx="347663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2" name="Object 20">
            <a:extLst>
              <a:ext uri="{FF2B5EF4-FFF2-40B4-BE49-F238E27FC236}">
                <a16:creationId xmlns:a16="http://schemas.microsoft.com/office/drawing/2014/main" id="{B93DC6B2-B8D5-6F1B-313A-91B9D9F06D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5788" y="1644650"/>
          <a:ext cx="430212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400" imgH="190440" progId="Equation.DSMT4">
                  <p:embed/>
                </p:oleObj>
              </mc:Choice>
              <mc:Fallback>
                <p:oleObj name="Equation" r:id="rId8" imgW="266400" imgH="190440" progId="Equation.DSMT4">
                  <p:embed/>
                  <p:pic>
                    <p:nvPicPr>
                      <p:cNvPr id="474132" name="Object 20">
                        <a:extLst>
                          <a:ext uri="{FF2B5EF4-FFF2-40B4-BE49-F238E27FC236}">
                            <a16:creationId xmlns:a16="http://schemas.microsoft.com/office/drawing/2014/main" id="{B93DC6B2-B8D5-6F1B-313A-91B9D9F06D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5788" y="1644650"/>
                        <a:ext cx="430212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3" name="Object 21">
            <a:extLst>
              <a:ext uri="{FF2B5EF4-FFF2-40B4-BE49-F238E27FC236}">
                <a16:creationId xmlns:a16="http://schemas.microsoft.com/office/drawing/2014/main" id="{AF49B50C-B89C-EF7D-0858-7729094762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4913" y="1733550"/>
          <a:ext cx="4508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9360" imgH="190440" progId="Equation.DSMT4">
                  <p:embed/>
                </p:oleObj>
              </mc:Choice>
              <mc:Fallback>
                <p:oleObj name="Equation" r:id="rId10" imgW="279360" imgH="190440" progId="Equation.DSMT4">
                  <p:embed/>
                  <p:pic>
                    <p:nvPicPr>
                      <p:cNvPr id="474133" name="Object 21">
                        <a:extLst>
                          <a:ext uri="{FF2B5EF4-FFF2-40B4-BE49-F238E27FC236}">
                            <a16:creationId xmlns:a16="http://schemas.microsoft.com/office/drawing/2014/main" id="{AF49B50C-B89C-EF7D-0858-7729094762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913" y="1733550"/>
                        <a:ext cx="450850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4" name="Object 22">
            <a:extLst>
              <a:ext uri="{FF2B5EF4-FFF2-40B4-BE49-F238E27FC236}">
                <a16:creationId xmlns:a16="http://schemas.microsoft.com/office/drawing/2014/main" id="{13CE4485-89E8-598F-2A15-AC338892CD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4913" y="1733550"/>
          <a:ext cx="4508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60" imgH="190440" progId="Equation.DSMT4">
                  <p:embed/>
                </p:oleObj>
              </mc:Choice>
              <mc:Fallback>
                <p:oleObj name="Equation" r:id="rId12" imgW="279360" imgH="190440" progId="Equation.DSMT4">
                  <p:embed/>
                  <p:pic>
                    <p:nvPicPr>
                      <p:cNvPr id="474134" name="Object 22">
                        <a:extLst>
                          <a:ext uri="{FF2B5EF4-FFF2-40B4-BE49-F238E27FC236}">
                            <a16:creationId xmlns:a16="http://schemas.microsoft.com/office/drawing/2014/main" id="{13CE4485-89E8-598F-2A15-AC338892CD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4913" y="1733550"/>
                        <a:ext cx="450850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5" name="Object 23">
            <a:extLst>
              <a:ext uri="{FF2B5EF4-FFF2-40B4-BE49-F238E27FC236}">
                <a16:creationId xmlns:a16="http://schemas.microsoft.com/office/drawing/2014/main" id="{3A6B8B78-9DA2-225E-8FFC-D2C5A42B45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1201" y="1495425"/>
          <a:ext cx="225425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139680" progId="Equation.DSMT4">
                  <p:embed/>
                </p:oleObj>
              </mc:Choice>
              <mc:Fallback>
                <p:oleObj name="Equation" r:id="rId14" imgW="139680" imgH="139680" progId="Equation.DSMT4">
                  <p:embed/>
                  <p:pic>
                    <p:nvPicPr>
                      <p:cNvPr id="474135" name="Object 23">
                        <a:extLst>
                          <a:ext uri="{FF2B5EF4-FFF2-40B4-BE49-F238E27FC236}">
                            <a16:creationId xmlns:a16="http://schemas.microsoft.com/office/drawing/2014/main" id="{3A6B8B78-9DA2-225E-8FFC-D2C5A42B45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1" y="1495425"/>
                        <a:ext cx="225425" cy="22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37" name="Line 25">
            <a:extLst>
              <a:ext uri="{FF2B5EF4-FFF2-40B4-BE49-F238E27FC236}">
                <a16:creationId xmlns:a16="http://schemas.microsoft.com/office/drawing/2014/main" id="{B69BCE8D-3200-8706-A2BA-B5430EE65836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746376" y="1257300"/>
            <a:ext cx="1254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endParaRPr lang="pt-BR"/>
          </a:p>
        </p:txBody>
      </p:sp>
      <p:graphicFrame>
        <p:nvGraphicFramePr>
          <p:cNvPr id="474136" name="Object 24">
            <a:extLst>
              <a:ext uri="{FF2B5EF4-FFF2-40B4-BE49-F238E27FC236}">
                <a16:creationId xmlns:a16="http://schemas.microsoft.com/office/drawing/2014/main" id="{F3FD97A0-3C8F-D072-294D-E0B5B1C921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1201" y="1119188"/>
          <a:ext cx="244475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164880" progId="Equation.DSMT4">
                  <p:embed/>
                </p:oleObj>
              </mc:Choice>
              <mc:Fallback>
                <p:oleObj name="Equation" r:id="rId16" imgW="152280" imgH="164880" progId="Equation.DSMT4">
                  <p:embed/>
                  <p:pic>
                    <p:nvPicPr>
                      <p:cNvPr id="474136" name="Object 24">
                        <a:extLst>
                          <a:ext uri="{FF2B5EF4-FFF2-40B4-BE49-F238E27FC236}">
                            <a16:creationId xmlns:a16="http://schemas.microsoft.com/office/drawing/2014/main" id="{F3FD97A0-3C8F-D072-294D-E0B5B1C921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1" y="1119188"/>
                        <a:ext cx="244475" cy="265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38" name="Line 26">
            <a:extLst>
              <a:ext uri="{FF2B5EF4-FFF2-40B4-BE49-F238E27FC236}">
                <a16:creationId xmlns:a16="http://schemas.microsoft.com/office/drawing/2014/main" id="{81400F23-D641-95B1-C8A6-59332954382B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248276" y="1265238"/>
            <a:ext cx="1254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endParaRPr lang="pt-BR"/>
          </a:p>
        </p:txBody>
      </p:sp>
      <p:graphicFrame>
        <p:nvGraphicFramePr>
          <p:cNvPr id="474139" name="Object 27">
            <a:extLst>
              <a:ext uri="{FF2B5EF4-FFF2-40B4-BE49-F238E27FC236}">
                <a16:creationId xmlns:a16="http://schemas.microsoft.com/office/drawing/2014/main" id="{95261756-B77A-433E-D6C3-476A607B82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53101" y="1127126"/>
          <a:ext cx="244475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280" imgH="164880" progId="Equation.DSMT4">
                  <p:embed/>
                </p:oleObj>
              </mc:Choice>
              <mc:Fallback>
                <p:oleObj name="Equation" r:id="rId18" imgW="152280" imgH="164880" progId="Equation.DSMT4">
                  <p:embed/>
                  <p:pic>
                    <p:nvPicPr>
                      <p:cNvPr id="474139" name="Object 27">
                        <a:extLst>
                          <a:ext uri="{FF2B5EF4-FFF2-40B4-BE49-F238E27FC236}">
                            <a16:creationId xmlns:a16="http://schemas.microsoft.com/office/drawing/2014/main" id="{95261756-B77A-433E-D6C3-476A607B82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1" y="1127126"/>
                        <a:ext cx="244475" cy="265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40" name="Object 28">
            <a:extLst>
              <a:ext uri="{FF2B5EF4-FFF2-40B4-BE49-F238E27FC236}">
                <a16:creationId xmlns:a16="http://schemas.microsoft.com/office/drawing/2014/main" id="{A438B39A-4F95-B27F-B80E-FC36074DCB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6301" y="2438400"/>
          <a:ext cx="18780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39600" imgH="431640" progId="Equation.DSMT4">
                  <p:embed/>
                </p:oleObj>
              </mc:Choice>
              <mc:Fallback>
                <p:oleObj name="Equation" r:id="rId19" imgW="939600" imgH="431640" progId="Equation.DSMT4">
                  <p:embed/>
                  <p:pic>
                    <p:nvPicPr>
                      <p:cNvPr id="474140" name="Object 28">
                        <a:extLst>
                          <a:ext uri="{FF2B5EF4-FFF2-40B4-BE49-F238E27FC236}">
                            <a16:creationId xmlns:a16="http://schemas.microsoft.com/office/drawing/2014/main" id="{A438B39A-4F95-B27F-B80E-FC36074DCB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1" y="2438400"/>
                        <a:ext cx="18780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41" name="Object 29">
            <a:extLst>
              <a:ext uri="{FF2B5EF4-FFF2-40B4-BE49-F238E27FC236}">
                <a16:creationId xmlns:a16="http://schemas.microsoft.com/office/drawing/2014/main" id="{1C50908D-8718-136D-A022-2085D643E8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3101" y="2413000"/>
          <a:ext cx="18526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27000" imgH="444240" progId="Equation.DSMT4">
                  <p:embed/>
                </p:oleObj>
              </mc:Choice>
              <mc:Fallback>
                <p:oleObj name="Equation" r:id="rId21" imgW="927000" imgH="444240" progId="Equation.DSMT4">
                  <p:embed/>
                  <p:pic>
                    <p:nvPicPr>
                      <p:cNvPr id="474141" name="Object 29">
                        <a:extLst>
                          <a:ext uri="{FF2B5EF4-FFF2-40B4-BE49-F238E27FC236}">
                            <a16:creationId xmlns:a16="http://schemas.microsoft.com/office/drawing/2014/main" id="{1C50908D-8718-136D-A022-2085D643E8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1" y="2413000"/>
                        <a:ext cx="18526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42" name="Object 30">
            <a:extLst>
              <a:ext uri="{FF2B5EF4-FFF2-40B4-BE49-F238E27FC236}">
                <a16:creationId xmlns:a16="http://schemas.microsoft.com/office/drawing/2014/main" id="{E39A4B32-17DC-5540-AC8C-7A79F7B194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1" y="2374900"/>
          <a:ext cx="21066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54080" imgH="507960" progId="Equation.DSMT4">
                  <p:embed/>
                </p:oleObj>
              </mc:Choice>
              <mc:Fallback>
                <p:oleObj name="Equation" r:id="rId23" imgW="1054080" imgH="507960" progId="Equation.DSMT4">
                  <p:embed/>
                  <p:pic>
                    <p:nvPicPr>
                      <p:cNvPr id="474142" name="Object 30">
                        <a:extLst>
                          <a:ext uri="{FF2B5EF4-FFF2-40B4-BE49-F238E27FC236}">
                            <a16:creationId xmlns:a16="http://schemas.microsoft.com/office/drawing/2014/main" id="{E39A4B32-17DC-5540-AC8C-7A79F7B194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1" y="2374900"/>
                        <a:ext cx="21066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43" name="Object 31">
            <a:extLst>
              <a:ext uri="{FF2B5EF4-FFF2-40B4-BE49-F238E27FC236}">
                <a16:creationId xmlns:a16="http://schemas.microsoft.com/office/drawing/2014/main" id="{686EC304-40DF-E884-043D-73E36067D8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7301" y="3479800"/>
          <a:ext cx="149701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49160" imgH="355320" progId="Equation.DSMT4">
                  <p:embed/>
                </p:oleObj>
              </mc:Choice>
              <mc:Fallback>
                <p:oleObj name="Equation" r:id="rId25" imgW="749160" imgH="355320" progId="Equation.DSMT4">
                  <p:embed/>
                  <p:pic>
                    <p:nvPicPr>
                      <p:cNvPr id="474143" name="Object 31">
                        <a:extLst>
                          <a:ext uri="{FF2B5EF4-FFF2-40B4-BE49-F238E27FC236}">
                            <a16:creationId xmlns:a16="http://schemas.microsoft.com/office/drawing/2014/main" id="{686EC304-40DF-E884-043D-73E36067D8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1" y="3479800"/>
                        <a:ext cx="149701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44" name="Text Box 32">
            <a:extLst>
              <a:ext uri="{FF2B5EF4-FFF2-40B4-BE49-F238E27FC236}">
                <a16:creationId xmlns:a16="http://schemas.microsoft.com/office/drawing/2014/main" id="{8D77A525-F14F-6A55-D277-FFB1F39400B2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216401" y="3578225"/>
            <a:ext cx="32794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l"/>
            <a:r>
              <a:rPr lang="pt-BR" altLang="pt-BR" i="1">
                <a:latin typeface="Times New Roman" panose="02020603050405020304" pitchFamily="18" charset="0"/>
              </a:rPr>
              <a:t>q</a:t>
            </a:r>
            <a:r>
              <a:rPr lang="pt-BR" altLang="pt-BR" baseline="-25000"/>
              <a:t>max</a:t>
            </a:r>
            <a:r>
              <a:rPr lang="pt-BR" altLang="pt-BR">
                <a:latin typeface="Times New Roman" panose="02020603050405020304" pitchFamily="18" charset="0"/>
              </a:rPr>
              <a:t> </a:t>
            </a:r>
            <a:r>
              <a:rPr lang="pt-BR" altLang="pt-BR"/>
              <a:t>independe da magnitude de </a:t>
            </a:r>
            <a:r>
              <a:rPr lang="pt-BR" altLang="pt-BR" i="1">
                <a:latin typeface="Times New Roman" panose="02020603050405020304" pitchFamily="18" charset="0"/>
              </a:rPr>
              <a:t>x</a:t>
            </a:r>
            <a:endParaRPr lang="pt-BR" altLang="pt-BR"/>
          </a:p>
        </p:txBody>
      </p:sp>
      <p:sp>
        <p:nvSpPr>
          <p:cNvPr id="474145" name="Text Box 33">
            <a:extLst>
              <a:ext uri="{FF2B5EF4-FFF2-40B4-BE49-F238E27FC236}">
                <a16:creationId xmlns:a16="http://schemas.microsoft.com/office/drawing/2014/main" id="{475363B9-1DD0-C202-0C8B-F34AAC1C37D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941513" y="4743450"/>
            <a:ext cx="639786" cy="36933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r>
              <a:rPr lang="pt-BR" altLang="pt-BR">
                <a:solidFill>
                  <a:srgbClr val="0000CC"/>
                </a:solidFill>
              </a:rPr>
              <a:t>IDEAL:</a:t>
            </a:r>
          </a:p>
        </p:txBody>
      </p:sp>
      <p:graphicFrame>
        <p:nvGraphicFramePr>
          <p:cNvPr id="474146" name="Object 34">
            <a:extLst>
              <a:ext uri="{FF2B5EF4-FFF2-40B4-BE49-F238E27FC236}">
                <a16:creationId xmlns:a16="http://schemas.microsoft.com/office/drawing/2014/main" id="{BF9CE437-6C78-643A-2021-67BD9E5A34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1363" y="4565650"/>
          <a:ext cx="2690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46040" imgH="457200" progId="Equation.DSMT4">
                  <p:embed/>
                </p:oleObj>
              </mc:Choice>
              <mc:Fallback>
                <p:oleObj name="Equation" r:id="rId27" imgW="1346040" imgH="457200" progId="Equation.DSMT4">
                  <p:embed/>
                  <p:pic>
                    <p:nvPicPr>
                      <p:cNvPr id="474146" name="Object 34">
                        <a:extLst>
                          <a:ext uri="{FF2B5EF4-FFF2-40B4-BE49-F238E27FC236}">
                            <a16:creationId xmlns:a16="http://schemas.microsoft.com/office/drawing/2014/main" id="{BF9CE437-6C78-643A-2021-67BD9E5A34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363" y="4565650"/>
                        <a:ext cx="2690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47" name="Text Box 35">
            <a:extLst>
              <a:ext uri="{FF2B5EF4-FFF2-40B4-BE49-F238E27FC236}">
                <a16:creationId xmlns:a16="http://schemas.microsoft.com/office/drawing/2014/main" id="{9FB2EB16-FF04-67F2-3BA1-73DB39D9988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138864" y="4746626"/>
            <a:ext cx="37099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>
            <a:spAutoFit/>
          </a:bodyPr>
          <a:lstStyle/>
          <a:p>
            <a:pPr algn="l"/>
            <a:r>
              <a:rPr lang="pt-BR" altLang="pt-BR" i="1">
                <a:latin typeface="Times New Roman" panose="02020603050405020304" pitchFamily="18" charset="0"/>
              </a:rPr>
              <a:t>q</a:t>
            </a:r>
            <a:r>
              <a:rPr lang="pt-BR" altLang="pt-BR" baseline="-25000"/>
              <a:t>max</a:t>
            </a:r>
            <a:r>
              <a:rPr lang="pt-BR" altLang="pt-BR">
                <a:latin typeface="Times New Roman" panose="02020603050405020304" pitchFamily="18" charset="0"/>
              </a:rPr>
              <a:t> </a:t>
            </a:r>
            <a:r>
              <a:rPr lang="pt-BR" altLang="pt-BR"/>
              <a:t>relativo (ou percentual) independe da magnitude de </a:t>
            </a:r>
            <a:r>
              <a:rPr lang="pt-BR" altLang="pt-BR" i="1">
                <a:latin typeface="Times New Roman" panose="02020603050405020304" pitchFamily="18" charset="0"/>
              </a:rPr>
              <a:t>x</a:t>
            </a:r>
            <a:endParaRPr lang="pt-BR" altLang="pt-BR"/>
          </a:p>
        </p:txBody>
      </p:sp>
      <p:sp>
        <p:nvSpPr>
          <p:cNvPr id="474148" name="Text Box 36">
            <a:extLst>
              <a:ext uri="{FF2B5EF4-FFF2-40B4-BE49-F238E27FC236}">
                <a16:creationId xmlns:a16="http://schemas.microsoft.com/office/drawing/2014/main" id="{52273BC0-43CD-1139-04F5-2089B0585511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067301" y="5829300"/>
            <a:ext cx="3045509" cy="36933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l">
              <a:spcBef>
                <a:spcPct val="20000"/>
              </a:spcBef>
            </a:pPr>
            <a:r>
              <a:rPr lang="pt-BR" altLang="pt-BR">
                <a:solidFill>
                  <a:srgbClr val="0000CC"/>
                </a:solidFill>
              </a:rPr>
              <a:t>QUANTIZADOR NÃO-UNIFORME</a:t>
            </a:r>
          </a:p>
        </p:txBody>
      </p:sp>
      <p:sp>
        <p:nvSpPr>
          <p:cNvPr id="474149" name="Freeform 37">
            <a:extLst>
              <a:ext uri="{FF2B5EF4-FFF2-40B4-BE49-F238E27FC236}">
                <a16:creationId xmlns:a16="http://schemas.microsoft.com/office/drawing/2014/main" id="{C237D342-C1A7-0CAF-6314-93D07AAAE079}"/>
              </a:ext>
            </a:extLst>
          </p:cNvPr>
          <p:cNvSpPr>
            <a:spLocks/>
          </p:cNvSpPr>
          <p:nvPr/>
        </p:nvSpPr>
        <p:spPr bwMode="blackWhite">
          <a:xfrm>
            <a:off x="4300538" y="5457825"/>
            <a:ext cx="36416" cy="369332"/>
          </a:xfrm>
          <a:custGeom>
            <a:avLst/>
            <a:gdLst>
              <a:gd name="T0" fmla="*/ 0 w 423"/>
              <a:gd name="T1" fmla="*/ 0 h 378"/>
              <a:gd name="T2" fmla="*/ 99 w 423"/>
              <a:gd name="T3" fmla="*/ 276 h 378"/>
              <a:gd name="T4" fmla="*/ 423 w 423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3" h="378">
                <a:moveTo>
                  <a:pt x="0" y="0"/>
                </a:moveTo>
                <a:cubicBezTo>
                  <a:pt x="16" y="46"/>
                  <a:pt x="29" y="213"/>
                  <a:pt x="99" y="276"/>
                </a:cubicBezTo>
                <a:cubicBezTo>
                  <a:pt x="169" y="339"/>
                  <a:pt x="356" y="357"/>
                  <a:pt x="423" y="378"/>
                </a:cubicBezTo>
              </a:path>
            </a:pathLst>
          </a:custGeom>
          <a:noFill/>
          <a:ln w="76200" cap="flat" cmpd="sng">
            <a:solidFill>
              <a:srgbClr val="66CCFF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44" grpId="0"/>
      <p:bldP spid="474145" grpId="0" animBg="1"/>
      <p:bldP spid="474147" grpId="0"/>
      <p:bldP spid="474148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9FE441-B5D8-464E-B272-E5E9701C444C}">
  <ds:schemaRefs>
    <ds:schemaRef ds:uri="http://purl.org/dc/elements/1.1/"/>
    <ds:schemaRef ds:uri="http://schemas.microsoft.com/sharepoint/v3"/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7338d0ee-48d0-42fd-8eee-cce9c16843bc"/>
    <ds:schemaRef ds:uri="95c025fe-a600-4cde-9b8b-77161b10ab73"/>
  </ds:schemaRefs>
</ds:datastoreItem>
</file>

<file path=customXml/itemProps2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56163f3-60ab-41f6-93dc-6e1b6af775b3}" enabled="1" method="Privileged" siteId="{a5a01691-338c-4b57-812c-24d594995cd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18790</TotalTime>
  <Words>728</Words>
  <Application>Microsoft Office PowerPoint</Application>
  <PresentationFormat>Widescreen</PresentationFormat>
  <Paragraphs>92</Paragraphs>
  <Slides>21</Slides>
  <Notes>0</Notes>
  <HiddenSlides>1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21</vt:i4>
      </vt:variant>
    </vt:vector>
  </HeadingPairs>
  <TitlesOfParts>
    <vt:vector size="31" baseType="lpstr">
      <vt:lpstr>Arial</vt:lpstr>
      <vt:lpstr>Calibri</vt:lpstr>
      <vt:lpstr>Calibri Light</vt:lpstr>
      <vt:lpstr>Segoe UI Black</vt:lpstr>
      <vt:lpstr>Symbol</vt:lpstr>
      <vt:lpstr>Times New Roman</vt:lpstr>
      <vt:lpstr>Tema do Office</vt:lpstr>
      <vt:lpstr>Microsoft Equation 3.0</vt:lpstr>
      <vt:lpstr>MathType 6.0 Equation</vt:lpstr>
      <vt:lpstr>Equation</vt:lpstr>
      <vt:lpstr>Quantização</vt:lpstr>
      <vt:lpstr>Digitalização Conversão Analógico-Digital (DAC)</vt:lpstr>
      <vt:lpstr>Quantização</vt:lpstr>
      <vt:lpstr>Função de Quantização (uniforme)</vt:lpstr>
      <vt:lpstr>Quantização Uniforme</vt:lpstr>
      <vt:lpstr>Exemplo de projeto de quantizador uniforme</vt:lpstr>
      <vt:lpstr>Característica de transferência de um quantizador uniforme</vt:lpstr>
      <vt:lpstr>Desempenho: razão sinal-ruído de quantização </vt:lpstr>
      <vt:lpstr>Potência média do ruído de quantização</vt:lpstr>
      <vt:lpstr>Potência média do ruído de quantização</vt:lpstr>
      <vt:lpstr>Razão sinal-ruído de quantização (uniforme)</vt:lpstr>
      <vt:lpstr>Razão sinal-ruído de quantização (uniforme)</vt:lpstr>
      <vt:lpstr>Quantização Uniforme Região de sobrecarga</vt:lpstr>
      <vt:lpstr>Razão Sinal-Ruído de Quantização Situação com Sobrecarga</vt:lpstr>
      <vt:lpstr>Razão sinal-ruído de quantização (uniforme)</vt:lpstr>
      <vt:lpstr>Exemplo: quantização de sinais de voz</vt:lpstr>
      <vt:lpstr>FDP gaussiana e laplaciana</vt:lpstr>
      <vt:lpstr>Exemplos</vt:lpstr>
      <vt:lpstr>Variação da faixa dinâmica dos sinais de voz:  motivação para a quantização não-uniforme</vt:lpstr>
      <vt:lpstr>Redução da RSR com a redução de x</vt:lpstr>
      <vt:lpstr>Erro de quantização relativo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André Barreto | Brazil | Licks Attorneys</cp:lastModifiedBy>
  <cp:revision>32</cp:revision>
  <cp:lastPrinted>2017-06-06T18:46:34Z</cp:lastPrinted>
  <dcterms:created xsi:type="dcterms:W3CDTF">2022-06-23T16:27:38Z</dcterms:created>
  <dcterms:modified xsi:type="dcterms:W3CDTF">2026-10-26T03:34:31Z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