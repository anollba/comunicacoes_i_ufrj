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259" r:id="rId5"/>
    <p:sldId id="366" r:id="rId6"/>
    <p:sldId id="377" r:id="rId7"/>
    <p:sldId id="367" r:id="rId8"/>
    <p:sldId id="368" r:id="rId9"/>
    <p:sldId id="369" r:id="rId10"/>
    <p:sldId id="370" r:id="rId11"/>
    <p:sldId id="371" r:id="rId12"/>
    <p:sldId id="372" r:id="rId13"/>
    <p:sldId id="373" r:id="rId14"/>
    <p:sldId id="374" r:id="rId15"/>
    <p:sldId id="375" r:id="rId16"/>
    <p:sldId id="389" r:id="rId17"/>
    <p:sldId id="376" r:id="rId18"/>
    <p:sldId id="378" r:id="rId19"/>
    <p:sldId id="379" r:id="rId20"/>
    <p:sldId id="380" r:id="rId21"/>
    <p:sldId id="381" r:id="rId22"/>
    <p:sldId id="382" r:id="rId23"/>
    <p:sldId id="383" r:id="rId24"/>
    <p:sldId id="384" r:id="rId25"/>
    <p:sldId id="385" r:id="rId26"/>
    <p:sldId id="386" r:id="rId27"/>
    <p:sldId id="387" r:id="rId28"/>
    <p:sldId id="388" r:id="rId29"/>
  </p:sldIdLst>
  <p:sldSz cx="12192000" cy="6858000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66F45CC5-03A4-427B-927A-123D5694A762}">
          <p14:sldIdLst>
            <p14:sldId id="259"/>
          </p14:sldIdLst>
        </p14:section>
        <p14:section name="Seção sem Título" id="{0AF02E1A-BA6A-4459-AB01-C48EDF29A88E}">
          <p14:sldIdLst>
            <p14:sldId id="366"/>
            <p14:sldId id="377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89"/>
            <p14:sldId id="376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</p14:sldIdLst>
        </p14:section>
      </p14:sectionLst>
    </p:ext>
    <p:ext uri="{EFAFB233-063F-42B5-8137-9DF3F51BA10A}">
      <p15:sldGuideLst xmlns:p15="http://schemas.microsoft.com/office/powerpoint/2012/main">
        <p15:guide id="1" pos="529" userDrawn="1">
          <p15:clr>
            <a:srgbClr val="A4A3A4"/>
          </p15:clr>
        </p15:guide>
        <p15:guide id="2" pos="7151" userDrawn="1">
          <p15:clr>
            <a:srgbClr val="A4A3A4"/>
          </p15:clr>
        </p15:guide>
        <p15:guide id="3" orient="horz" pos="79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nia Ximenes | Brazil | Licks Attorneys" initials="SX|B|LA" lastIdx="5" clrIdx="0">
    <p:extLst>
      <p:ext uri="{19B8F6BF-5375-455C-9EA6-DF929625EA0E}">
        <p15:presenceInfo xmlns:p15="http://schemas.microsoft.com/office/powerpoint/2012/main" userId="S-1-5-21-4064988553-3364987943-4011221069-25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00FF"/>
    <a:srgbClr val="72BF44"/>
    <a:srgbClr val="C9252C"/>
    <a:srgbClr val="DDDDDD"/>
    <a:srgbClr val="221B6F"/>
    <a:srgbClr val="231F20"/>
    <a:srgbClr val="1A203F"/>
    <a:srgbClr val="383B71"/>
    <a:srgbClr val="393C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44"/>
      </p:cViewPr>
      <p:guideLst>
        <p:guide pos="529"/>
        <p:guide pos="7151"/>
        <p:guide orient="horz" pos="7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073928FA-D2C6-41DE-B220-3F2DB2F37ACE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B282AF58-AFB8-48A3-96B5-4550277F4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21278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BA67B741-5C22-4E92-9233-564803058EDF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96" tIns="47398" rIns="94796" bIns="4739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80"/>
          </a:xfrm>
          <a:prstGeom prst="rect">
            <a:avLst/>
          </a:prstGeom>
        </p:spPr>
        <p:txBody>
          <a:bodyPr vert="horz" lIns="94796" tIns="47398" rIns="94796" bIns="47398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943170F2-A307-469F-9C21-48DA32EBBF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885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2760AE9-7072-6665-A798-B16FE36959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61054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062421D-6B9C-2119-9B24-9A8301D37D45}"/>
              </a:ext>
            </a:extLst>
          </p:cNvPr>
          <p:cNvSpPr txBox="1"/>
          <p:nvPr userDrawn="1"/>
        </p:nvSpPr>
        <p:spPr>
          <a:xfrm>
            <a:off x="4211128" y="1747180"/>
            <a:ext cx="7410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>
                <a:solidFill>
                  <a:srgbClr val="0070C0"/>
                </a:solidFill>
              </a:rPr>
              <a:t>Comunicações I</a:t>
            </a:r>
          </a:p>
        </p:txBody>
      </p:sp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92CEFEA-E523-3B80-3BF1-555F84BF36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11128" y="212338"/>
            <a:ext cx="741009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b="1">
                <a:solidFill>
                  <a:srgbClr val="0070C0"/>
                </a:solidFill>
              </a:defRPr>
            </a:lvl1pPr>
          </a:lstStyle>
          <a:p>
            <a:r>
              <a:rPr lang="pt-BR" noProof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991359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ór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6096001" y="1367660"/>
            <a:ext cx="5269356" cy="1579289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400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sp>
        <p:nvSpPr>
          <p:cNvPr id="13" name="CaixaDeTexto 15">
            <a:extLst>
              <a:ext uri="{FF2B5EF4-FFF2-40B4-BE49-F238E27FC236}">
                <a16:creationId xmlns:a16="http://schemas.microsoft.com/office/drawing/2014/main" id="{3034A8DE-CBF7-4126-9C31-A37C294C2BE3}"/>
              </a:ext>
            </a:extLst>
          </p:cNvPr>
          <p:cNvSpPr txBox="1"/>
          <p:nvPr userDrawn="1"/>
        </p:nvSpPr>
        <p:spPr>
          <a:xfrm>
            <a:off x="10664324" y="6528028"/>
            <a:ext cx="4586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55878"/>
            <a:fld id="{62780EB2-574A-44ED-8A24-CBC304E57FAD}" type="slidenum">
              <a:rPr lang="pt-BR" sz="900">
                <a:solidFill>
                  <a:schemeClr val="tx1"/>
                </a:solidFill>
              </a:rPr>
              <a:pPr algn="r" defTabSz="855878"/>
              <a:t>‹nº›</a:t>
            </a:fld>
            <a:endParaRPr lang="pt-BR" sz="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04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som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38200" y="152401"/>
            <a:ext cx="10515600" cy="862012"/>
          </a:xfr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2800" b="1" kern="1200" noProof="0" dirty="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BF8B259D-0248-B69D-71BA-B3EF94543820}"/>
              </a:ext>
            </a:extLst>
          </p:cNvPr>
          <p:cNvCxnSpPr/>
          <p:nvPr userDrawn="1"/>
        </p:nvCxnSpPr>
        <p:spPr>
          <a:xfrm>
            <a:off x="838200" y="1014413"/>
            <a:ext cx="1051560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128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som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38200" y="152401"/>
            <a:ext cx="10515600" cy="862012"/>
          </a:xfr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2800" b="1" kern="1200" noProof="0" dirty="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sp>
        <p:nvSpPr>
          <p:cNvPr id="2" name="Espaço Reservado para Texto 2">
            <a:extLst>
              <a:ext uri="{FF2B5EF4-FFF2-40B4-BE49-F238E27FC236}">
                <a16:creationId xmlns:a16="http://schemas.microsoft.com/office/drawing/2014/main" id="{CD91DA93-1A48-C321-821D-9EA19546B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55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9A349D25-7E18-DCA3-9D79-EDA429B7D62D}"/>
              </a:ext>
            </a:extLst>
          </p:cNvPr>
          <p:cNvCxnSpPr/>
          <p:nvPr userDrawn="1"/>
        </p:nvCxnSpPr>
        <p:spPr>
          <a:xfrm>
            <a:off x="838200" y="1014413"/>
            <a:ext cx="1051560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670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6429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BE6A030-3DD1-D6A5-E876-EB091AB8E4C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" y="0"/>
            <a:ext cx="649089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8AEE830-9E8A-DF74-4039-CE307E4895E4}"/>
              </a:ext>
            </a:extLst>
          </p:cNvPr>
          <p:cNvSpPr txBox="1"/>
          <p:nvPr userDrawn="1"/>
        </p:nvSpPr>
        <p:spPr>
          <a:xfrm>
            <a:off x="838200" y="6383547"/>
            <a:ext cx="2698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2477187-2393-2A22-8770-9F34FADBFE4E}"/>
              </a:ext>
            </a:extLst>
          </p:cNvPr>
          <p:cNvSpPr txBox="1"/>
          <p:nvPr userDrawn="1"/>
        </p:nvSpPr>
        <p:spPr>
          <a:xfrm>
            <a:off x="838199" y="6418053"/>
            <a:ext cx="33456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>
                <a:solidFill>
                  <a:srgbClr val="0070C0"/>
                </a:solidFill>
              </a:rPr>
              <a:t>Comunicações I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A3DE7BE-E395-47CF-16B5-9329C7E53BC8}"/>
              </a:ext>
            </a:extLst>
          </p:cNvPr>
          <p:cNvSpPr txBox="1"/>
          <p:nvPr userDrawn="1"/>
        </p:nvSpPr>
        <p:spPr>
          <a:xfrm>
            <a:off x="9936191" y="6414324"/>
            <a:ext cx="14176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>
                <a:solidFill>
                  <a:srgbClr val="0070C0"/>
                </a:solidFill>
              </a:rPr>
              <a:t>Prof. André Noll</a:t>
            </a:r>
          </a:p>
        </p:txBody>
      </p:sp>
    </p:spTree>
    <p:extLst>
      <p:ext uri="{BB962C8B-B14F-4D97-AF65-F5344CB8AC3E}">
        <p14:creationId xmlns:p14="http://schemas.microsoft.com/office/powerpoint/2010/main" val="2681381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1" r:id="rId3"/>
    <p:sldLayoutId id="2147483662" r:id="rId4"/>
    <p:sldLayoutId id="2147483651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image" Target="../media/image7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8.emf"/><Relationship Id="rId7" Type="http://schemas.openxmlformats.org/officeDocument/2006/relationships/image" Target="../media/image10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9.e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16.bin"/><Relationship Id="rId18" Type="http://schemas.openxmlformats.org/officeDocument/2006/relationships/image" Target="../media/image20.wmf"/><Relationship Id="rId26" Type="http://schemas.openxmlformats.org/officeDocument/2006/relationships/oleObject" Target="../embeddings/oleObject23.bin"/><Relationship Id="rId3" Type="http://schemas.openxmlformats.org/officeDocument/2006/relationships/oleObject" Target="../embeddings/oleObject11.bin"/><Relationship Id="rId21" Type="http://schemas.openxmlformats.org/officeDocument/2006/relationships/oleObject" Target="../embeddings/oleObject20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7.wmf"/><Relationship Id="rId17" Type="http://schemas.openxmlformats.org/officeDocument/2006/relationships/oleObject" Target="../embeddings/oleObject18.bin"/><Relationship Id="rId25" Type="http://schemas.openxmlformats.org/officeDocument/2006/relationships/oleObject" Target="../embeddings/oleObject22.bin"/><Relationship Id="rId2" Type="http://schemas.openxmlformats.org/officeDocument/2006/relationships/image" Target="../media/image12.png"/><Relationship Id="rId16" Type="http://schemas.openxmlformats.org/officeDocument/2006/relationships/image" Target="../media/image19.wmf"/><Relationship Id="rId20" Type="http://schemas.openxmlformats.org/officeDocument/2006/relationships/image" Target="../media/image21.wmf"/><Relationship Id="rId29" Type="http://schemas.openxmlformats.org/officeDocument/2006/relationships/image" Target="../media/image25.w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5.bin"/><Relationship Id="rId24" Type="http://schemas.openxmlformats.org/officeDocument/2006/relationships/image" Target="../media/image23.wmf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23" Type="http://schemas.openxmlformats.org/officeDocument/2006/relationships/oleObject" Target="../embeddings/oleObject21.bin"/><Relationship Id="rId28" Type="http://schemas.openxmlformats.org/officeDocument/2006/relationships/oleObject" Target="../embeddings/oleObject24.bin"/><Relationship Id="rId10" Type="http://schemas.openxmlformats.org/officeDocument/2006/relationships/image" Target="../media/image16.wmf"/><Relationship Id="rId19" Type="http://schemas.openxmlformats.org/officeDocument/2006/relationships/oleObject" Target="../embeddings/oleObject19.bin"/><Relationship Id="rId31" Type="http://schemas.openxmlformats.org/officeDocument/2006/relationships/image" Target="../media/image2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18.wmf"/><Relationship Id="rId22" Type="http://schemas.openxmlformats.org/officeDocument/2006/relationships/image" Target="../media/image22.wmf"/><Relationship Id="rId27" Type="http://schemas.openxmlformats.org/officeDocument/2006/relationships/image" Target="../media/image24.wmf"/><Relationship Id="rId30" Type="http://schemas.openxmlformats.org/officeDocument/2006/relationships/oleObject" Target="../embeddings/oleObject25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image" Target="../media/image32.wmf"/><Relationship Id="rId18" Type="http://schemas.openxmlformats.org/officeDocument/2006/relationships/oleObject" Target="../embeddings/oleObject34.bin"/><Relationship Id="rId3" Type="http://schemas.openxmlformats.org/officeDocument/2006/relationships/image" Target="../media/image27.wmf"/><Relationship Id="rId21" Type="http://schemas.openxmlformats.org/officeDocument/2006/relationships/image" Target="../media/image36.wmf"/><Relationship Id="rId7" Type="http://schemas.openxmlformats.org/officeDocument/2006/relationships/image" Target="../media/image29.wmf"/><Relationship Id="rId12" Type="http://schemas.openxmlformats.org/officeDocument/2006/relationships/oleObject" Target="../embeddings/oleObject31.bin"/><Relationship Id="rId17" Type="http://schemas.openxmlformats.org/officeDocument/2006/relationships/image" Target="../media/image34.wmf"/><Relationship Id="rId2" Type="http://schemas.openxmlformats.org/officeDocument/2006/relationships/oleObject" Target="../embeddings/oleObject26.bin"/><Relationship Id="rId16" Type="http://schemas.openxmlformats.org/officeDocument/2006/relationships/oleObject" Target="../embeddings/oleObject33.bin"/><Relationship Id="rId20" Type="http://schemas.openxmlformats.org/officeDocument/2006/relationships/oleObject" Target="../embeddings/oleObject35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31.wmf"/><Relationship Id="rId5" Type="http://schemas.openxmlformats.org/officeDocument/2006/relationships/image" Target="../media/image28.wmf"/><Relationship Id="rId15" Type="http://schemas.openxmlformats.org/officeDocument/2006/relationships/image" Target="../media/image33.wmf"/><Relationship Id="rId10" Type="http://schemas.openxmlformats.org/officeDocument/2006/relationships/oleObject" Target="../embeddings/oleObject30.bin"/><Relationship Id="rId19" Type="http://schemas.openxmlformats.org/officeDocument/2006/relationships/image" Target="../media/image35.wmf"/><Relationship Id="rId4" Type="http://schemas.openxmlformats.org/officeDocument/2006/relationships/oleObject" Target="../embeddings/oleObject27.bin"/><Relationship Id="rId9" Type="http://schemas.openxmlformats.org/officeDocument/2006/relationships/image" Target="../media/image30.wmf"/><Relationship Id="rId14" Type="http://schemas.openxmlformats.org/officeDocument/2006/relationships/oleObject" Target="../embeddings/oleObject32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2.wmf"/><Relationship Id="rId18" Type="http://schemas.openxmlformats.org/officeDocument/2006/relationships/oleObject" Target="../embeddings/oleObject44.bin"/><Relationship Id="rId26" Type="http://schemas.openxmlformats.org/officeDocument/2006/relationships/oleObject" Target="../embeddings/oleObject48.bin"/><Relationship Id="rId39" Type="http://schemas.openxmlformats.org/officeDocument/2006/relationships/oleObject" Target="../embeddings/oleObject59.bin"/><Relationship Id="rId21" Type="http://schemas.openxmlformats.org/officeDocument/2006/relationships/image" Target="../media/image46.wmf"/><Relationship Id="rId34" Type="http://schemas.openxmlformats.org/officeDocument/2006/relationships/oleObject" Target="../embeddings/oleObject55.bin"/><Relationship Id="rId42" Type="http://schemas.openxmlformats.org/officeDocument/2006/relationships/image" Target="../media/image52.wmf"/><Relationship Id="rId47" Type="http://schemas.openxmlformats.org/officeDocument/2006/relationships/oleObject" Target="../embeddings/oleObject63.bin"/><Relationship Id="rId50" Type="http://schemas.openxmlformats.org/officeDocument/2006/relationships/image" Target="../media/image56.wmf"/><Relationship Id="rId7" Type="http://schemas.openxmlformats.org/officeDocument/2006/relationships/image" Target="../media/image39.wmf"/><Relationship Id="rId2" Type="http://schemas.openxmlformats.org/officeDocument/2006/relationships/oleObject" Target="../embeddings/oleObject36.bin"/><Relationship Id="rId16" Type="http://schemas.openxmlformats.org/officeDocument/2006/relationships/oleObject" Target="../embeddings/oleObject43.bin"/><Relationship Id="rId29" Type="http://schemas.openxmlformats.org/officeDocument/2006/relationships/image" Target="../media/image49.wmf"/><Relationship Id="rId11" Type="http://schemas.openxmlformats.org/officeDocument/2006/relationships/image" Target="../media/image41.wmf"/><Relationship Id="rId24" Type="http://schemas.openxmlformats.org/officeDocument/2006/relationships/oleObject" Target="../embeddings/oleObject47.bin"/><Relationship Id="rId32" Type="http://schemas.openxmlformats.org/officeDocument/2006/relationships/oleObject" Target="../embeddings/oleObject53.bin"/><Relationship Id="rId37" Type="http://schemas.openxmlformats.org/officeDocument/2006/relationships/oleObject" Target="../embeddings/oleObject58.bin"/><Relationship Id="rId40" Type="http://schemas.openxmlformats.org/officeDocument/2006/relationships/image" Target="../media/image51.wmf"/><Relationship Id="rId45" Type="http://schemas.openxmlformats.org/officeDocument/2006/relationships/oleObject" Target="../embeddings/oleObject62.bin"/><Relationship Id="rId53" Type="http://schemas.openxmlformats.org/officeDocument/2006/relationships/oleObject" Target="../embeddings/oleObject66.bin"/><Relationship Id="rId5" Type="http://schemas.openxmlformats.org/officeDocument/2006/relationships/image" Target="../media/image38.wmf"/><Relationship Id="rId10" Type="http://schemas.openxmlformats.org/officeDocument/2006/relationships/oleObject" Target="../embeddings/oleObject40.bin"/><Relationship Id="rId19" Type="http://schemas.openxmlformats.org/officeDocument/2006/relationships/image" Target="../media/image45.wmf"/><Relationship Id="rId31" Type="http://schemas.openxmlformats.org/officeDocument/2006/relationships/oleObject" Target="../embeddings/oleObject52.bin"/><Relationship Id="rId44" Type="http://schemas.openxmlformats.org/officeDocument/2006/relationships/image" Target="../media/image53.wmf"/><Relationship Id="rId52" Type="http://schemas.openxmlformats.org/officeDocument/2006/relationships/image" Target="../media/image57.wmf"/><Relationship Id="rId4" Type="http://schemas.openxmlformats.org/officeDocument/2006/relationships/oleObject" Target="../embeddings/oleObject37.bin"/><Relationship Id="rId9" Type="http://schemas.openxmlformats.org/officeDocument/2006/relationships/image" Target="../media/image40.wmf"/><Relationship Id="rId14" Type="http://schemas.openxmlformats.org/officeDocument/2006/relationships/oleObject" Target="../embeddings/oleObject42.bin"/><Relationship Id="rId22" Type="http://schemas.openxmlformats.org/officeDocument/2006/relationships/oleObject" Target="../embeddings/oleObject46.bin"/><Relationship Id="rId27" Type="http://schemas.openxmlformats.org/officeDocument/2006/relationships/oleObject" Target="../embeddings/oleObject49.bin"/><Relationship Id="rId30" Type="http://schemas.openxmlformats.org/officeDocument/2006/relationships/oleObject" Target="../embeddings/oleObject51.bin"/><Relationship Id="rId35" Type="http://schemas.openxmlformats.org/officeDocument/2006/relationships/oleObject" Target="../embeddings/oleObject56.bin"/><Relationship Id="rId43" Type="http://schemas.openxmlformats.org/officeDocument/2006/relationships/oleObject" Target="../embeddings/oleObject61.bin"/><Relationship Id="rId48" Type="http://schemas.openxmlformats.org/officeDocument/2006/relationships/image" Target="../media/image55.wmf"/><Relationship Id="rId8" Type="http://schemas.openxmlformats.org/officeDocument/2006/relationships/oleObject" Target="../embeddings/oleObject39.bin"/><Relationship Id="rId51" Type="http://schemas.openxmlformats.org/officeDocument/2006/relationships/oleObject" Target="../embeddings/oleObject65.bin"/><Relationship Id="rId3" Type="http://schemas.openxmlformats.org/officeDocument/2006/relationships/image" Target="../media/image37.wmf"/><Relationship Id="rId12" Type="http://schemas.openxmlformats.org/officeDocument/2006/relationships/oleObject" Target="../embeddings/oleObject41.bin"/><Relationship Id="rId17" Type="http://schemas.openxmlformats.org/officeDocument/2006/relationships/image" Target="../media/image44.wmf"/><Relationship Id="rId25" Type="http://schemas.openxmlformats.org/officeDocument/2006/relationships/image" Target="../media/image48.wmf"/><Relationship Id="rId33" Type="http://schemas.openxmlformats.org/officeDocument/2006/relationships/oleObject" Target="../embeddings/oleObject54.bin"/><Relationship Id="rId38" Type="http://schemas.openxmlformats.org/officeDocument/2006/relationships/image" Target="../media/image50.wmf"/><Relationship Id="rId46" Type="http://schemas.openxmlformats.org/officeDocument/2006/relationships/image" Target="../media/image54.wmf"/><Relationship Id="rId20" Type="http://schemas.openxmlformats.org/officeDocument/2006/relationships/oleObject" Target="../embeddings/oleObject45.bin"/><Relationship Id="rId41" Type="http://schemas.openxmlformats.org/officeDocument/2006/relationships/oleObject" Target="../embeddings/oleObject60.bin"/><Relationship Id="rId54" Type="http://schemas.openxmlformats.org/officeDocument/2006/relationships/image" Target="../media/image58.wmf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38.bin"/><Relationship Id="rId15" Type="http://schemas.openxmlformats.org/officeDocument/2006/relationships/image" Target="../media/image43.wmf"/><Relationship Id="rId23" Type="http://schemas.openxmlformats.org/officeDocument/2006/relationships/image" Target="../media/image47.wmf"/><Relationship Id="rId28" Type="http://schemas.openxmlformats.org/officeDocument/2006/relationships/oleObject" Target="../embeddings/oleObject50.bin"/><Relationship Id="rId36" Type="http://schemas.openxmlformats.org/officeDocument/2006/relationships/oleObject" Target="../embeddings/oleObject57.bin"/><Relationship Id="rId49" Type="http://schemas.openxmlformats.org/officeDocument/2006/relationships/oleObject" Target="../embeddings/oleObject64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oleObject" Target="../embeddings/oleObject67.bin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oleObject" Target="../embeddings/oleObject68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1.wmf"/><Relationship Id="rId4" Type="http://schemas.openxmlformats.org/officeDocument/2006/relationships/oleObject" Target="../embeddings/oleObject69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7" Type="http://schemas.openxmlformats.org/officeDocument/2006/relationships/image" Target="../media/image64.wmf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72.bin"/><Relationship Id="rId5" Type="http://schemas.openxmlformats.org/officeDocument/2006/relationships/image" Target="../media/image63.wmf"/><Relationship Id="rId4" Type="http://schemas.openxmlformats.org/officeDocument/2006/relationships/oleObject" Target="../embeddings/oleObject71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oleObject" Target="../embeddings/oleObject73.bin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3" Type="http://schemas.openxmlformats.org/officeDocument/2006/relationships/image" Target="../media/image66.wmf"/><Relationship Id="rId7" Type="http://schemas.openxmlformats.org/officeDocument/2006/relationships/image" Target="../media/image68.wmf"/><Relationship Id="rId2" Type="http://schemas.openxmlformats.org/officeDocument/2006/relationships/oleObject" Target="../embeddings/oleObject74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76.bin"/><Relationship Id="rId5" Type="http://schemas.openxmlformats.org/officeDocument/2006/relationships/image" Target="../media/image67.wmf"/><Relationship Id="rId4" Type="http://schemas.openxmlformats.org/officeDocument/2006/relationships/oleObject" Target="../embeddings/oleObject75.bin"/><Relationship Id="rId9" Type="http://schemas.openxmlformats.org/officeDocument/2006/relationships/image" Target="../media/image69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oleObject" Target="../embeddings/oleObject78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1.wmf"/><Relationship Id="rId4" Type="http://schemas.openxmlformats.org/officeDocument/2006/relationships/oleObject" Target="../embeddings/oleObject79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7" Type="http://schemas.openxmlformats.org/officeDocument/2006/relationships/image" Target="../media/image74.wmf"/><Relationship Id="rId2" Type="http://schemas.openxmlformats.org/officeDocument/2006/relationships/oleObject" Target="../embeddings/oleObject80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82.bin"/><Relationship Id="rId5" Type="http://schemas.openxmlformats.org/officeDocument/2006/relationships/image" Target="../media/image73.wmf"/><Relationship Id="rId4" Type="http://schemas.openxmlformats.org/officeDocument/2006/relationships/oleObject" Target="../embeddings/oleObject81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oleObject" Target="../embeddings/oleObject83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6.wmf"/><Relationship Id="rId4" Type="http://schemas.openxmlformats.org/officeDocument/2006/relationships/oleObject" Target="../embeddings/oleObject84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8.bin"/><Relationship Id="rId3" Type="http://schemas.openxmlformats.org/officeDocument/2006/relationships/image" Target="../media/image77.wmf"/><Relationship Id="rId7" Type="http://schemas.openxmlformats.org/officeDocument/2006/relationships/image" Target="../media/image79.wmf"/><Relationship Id="rId2" Type="http://schemas.openxmlformats.org/officeDocument/2006/relationships/oleObject" Target="../embeddings/oleObject85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87.bin"/><Relationship Id="rId5" Type="http://schemas.openxmlformats.org/officeDocument/2006/relationships/image" Target="../media/image78.wmf"/><Relationship Id="rId4" Type="http://schemas.openxmlformats.org/officeDocument/2006/relationships/oleObject" Target="../embeddings/oleObject86.bin"/><Relationship Id="rId9" Type="http://schemas.openxmlformats.org/officeDocument/2006/relationships/image" Target="../media/image80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7" Type="http://schemas.openxmlformats.org/officeDocument/2006/relationships/image" Target="../media/image83.wmf"/><Relationship Id="rId2" Type="http://schemas.openxmlformats.org/officeDocument/2006/relationships/oleObject" Target="../embeddings/oleObject89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91.bin"/><Relationship Id="rId5" Type="http://schemas.openxmlformats.org/officeDocument/2006/relationships/image" Target="../media/image82.wmf"/><Relationship Id="rId4" Type="http://schemas.openxmlformats.org/officeDocument/2006/relationships/oleObject" Target="../embeddings/oleObject9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3F866E-AD52-F484-BC73-B5DC3F9FC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Amostragem</a:t>
            </a:r>
          </a:p>
        </p:txBody>
      </p:sp>
    </p:spTree>
    <p:extLst>
      <p:ext uri="{BB962C8B-B14F-4D97-AF65-F5344CB8AC3E}">
        <p14:creationId xmlns:p14="http://schemas.microsoft.com/office/powerpoint/2010/main" val="209690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10293-FEBD-0F60-AB4B-5CE67F4E3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Digitalização</a:t>
            </a:r>
            <a:br>
              <a:rPr lang="pt-BR" dirty="0"/>
            </a:br>
            <a:r>
              <a:rPr lang="pt-BR" dirty="0"/>
              <a:t>Conversão Analógico-Digital (DAC)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B1FAFA3-843C-E8CE-CCF3-9855DC229F7E}"/>
              </a:ext>
            </a:extLst>
          </p:cNvPr>
          <p:cNvSpPr txBox="1">
            <a:spLocks noChangeArrowheads="1"/>
          </p:cNvSpPr>
          <p:nvPr/>
        </p:nvSpPr>
        <p:spPr>
          <a:xfrm>
            <a:off x="1909731" y="4079876"/>
            <a:ext cx="8299450" cy="2124409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1800" dirty="0" err="1"/>
              <a:t>conversão</a:t>
            </a:r>
            <a:r>
              <a:rPr lang="en-US" sz="1800" dirty="0"/>
              <a:t> de um valor </a:t>
            </a:r>
            <a:r>
              <a:rPr lang="en-US" sz="1800" dirty="0" err="1"/>
              <a:t>analógico</a:t>
            </a:r>
            <a:r>
              <a:rPr lang="en-US" sz="1800" dirty="0"/>
              <a:t> para um digital é </a:t>
            </a:r>
            <a:r>
              <a:rPr lang="en-US" sz="1800" dirty="0" err="1"/>
              <a:t>chamado</a:t>
            </a:r>
            <a:r>
              <a:rPr lang="en-US" sz="1800" dirty="0"/>
              <a:t> de </a:t>
            </a:r>
            <a:r>
              <a:rPr lang="en-US" sz="1800" dirty="0" err="1">
                <a:solidFill>
                  <a:schemeClr val="hlink"/>
                </a:solidFill>
              </a:rPr>
              <a:t>digitalização</a:t>
            </a:r>
            <a:endParaRPr lang="en-US" sz="1800" dirty="0"/>
          </a:p>
          <a:p>
            <a:pPr lvl="1">
              <a:lnSpc>
                <a:spcPct val="80000"/>
              </a:lnSpc>
            </a:pPr>
            <a:endParaRPr lang="en-US" sz="1800" dirty="0"/>
          </a:p>
          <a:p>
            <a:pPr lvl="1">
              <a:lnSpc>
                <a:spcPct val="80000"/>
              </a:lnSpc>
            </a:pPr>
            <a:r>
              <a:rPr lang="en-US" sz="1800" dirty="0" err="1"/>
              <a:t>Amostragem</a:t>
            </a:r>
            <a:r>
              <a:rPr lang="en-US" sz="1800" dirty="0"/>
              <a:t> (</a:t>
            </a:r>
            <a:r>
              <a:rPr lang="en-US" sz="1800" dirty="0" err="1"/>
              <a:t>eixo</a:t>
            </a:r>
            <a:r>
              <a:rPr lang="en-US" sz="1800" dirty="0"/>
              <a:t> do tempo)</a:t>
            </a:r>
          </a:p>
          <a:p>
            <a:pPr lvl="2">
              <a:lnSpc>
                <a:spcPct val="80000"/>
              </a:lnSpc>
            </a:pPr>
            <a:r>
              <a:rPr lang="en-US" sz="1800" dirty="0"/>
              <a:t>Pode </a:t>
            </a:r>
            <a:r>
              <a:rPr lang="en-US" sz="1800" dirty="0" err="1"/>
              <a:t>ocorrer</a:t>
            </a:r>
            <a:r>
              <a:rPr lang="en-US" sz="1800" dirty="0"/>
              <a:t> com </a:t>
            </a:r>
            <a:r>
              <a:rPr lang="en-US" sz="1800" dirty="0" err="1"/>
              <a:t>perdas</a:t>
            </a:r>
            <a:r>
              <a:rPr lang="en-US" sz="1800" dirty="0"/>
              <a:t> </a:t>
            </a:r>
            <a:r>
              <a:rPr lang="en-US" sz="1800" dirty="0" err="1"/>
              <a:t>ou</a:t>
            </a:r>
            <a:r>
              <a:rPr lang="en-US" sz="1800" dirty="0"/>
              <a:t> </a:t>
            </a:r>
            <a:r>
              <a:rPr lang="en-US" sz="1800" dirty="0" err="1"/>
              <a:t>não</a:t>
            </a:r>
            <a:r>
              <a:rPr lang="en-US" sz="1800" dirty="0"/>
              <a:t> (</a:t>
            </a:r>
            <a:r>
              <a:rPr lang="en-US" sz="1800" dirty="0" err="1"/>
              <a:t>Teorema</a:t>
            </a:r>
            <a:r>
              <a:rPr lang="en-US" sz="1800" dirty="0"/>
              <a:t> da </a:t>
            </a:r>
            <a:r>
              <a:rPr lang="en-US" sz="1800" dirty="0" err="1"/>
              <a:t>Amostragem</a:t>
            </a:r>
            <a:r>
              <a:rPr lang="en-US" sz="1800" dirty="0"/>
              <a:t> de Nyquist)</a:t>
            </a:r>
          </a:p>
          <a:p>
            <a:pPr lvl="1">
              <a:lnSpc>
                <a:spcPct val="80000"/>
              </a:lnSpc>
            </a:pPr>
            <a:endParaRPr lang="en-US" sz="1800" dirty="0"/>
          </a:p>
          <a:p>
            <a:pPr lvl="1">
              <a:lnSpc>
                <a:spcPct val="80000"/>
              </a:lnSpc>
            </a:pPr>
            <a:r>
              <a:rPr lang="en-US" sz="1800" dirty="0" err="1"/>
              <a:t>Quantização</a:t>
            </a:r>
            <a:r>
              <a:rPr lang="en-US" sz="1800" dirty="0"/>
              <a:t> (</a:t>
            </a:r>
            <a:r>
              <a:rPr lang="en-US" sz="1800" dirty="0" err="1"/>
              <a:t>eixo</a:t>
            </a:r>
            <a:r>
              <a:rPr lang="en-US" sz="1800" dirty="0"/>
              <a:t> de </a:t>
            </a:r>
            <a:r>
              <a:rPr lang="en-US" sz="1800" dirty="0" err="1"/>
              <a:t>valores</a:t>
            </a:r>
            <a:r>
              <a:rPr lang="en-US" sz="1800" dirty="0"/>
              <a:t>)</a:t>
            </a:r>
          </a:p>
          <a:p>
            <a:pPr lvl="2">
              <a:lnSpc>
                <a:spcPct val="80000"/>
              </a:lnSpc>
            </a:pPr>
            <a:r>
              <a:rPr lang="en-US" sz="1800" dirty="0" err="1"/>
              <a:t>Acarreta</a:t>
            </a:r>
            <a:r>
              <a:rPr lang="en-US" sz="1800" dirty="0"/>
              <a:t> </a:t>
            </a:r>
            <a:r>
              <a:rPr lang="en-US" sz="1800" dirty="0" err="1"/>
              <a:t>perdas</a:t>
            </a:r>
            <a:r>
              <a:rPr lang="en-US" sz="1800" dirty="0"/>
              <a:t> </a:t>
            </a:r>
            <a:r>
              <a:rPr lang="en-US" sz="1800" dirty="0" err="1"/>
              <a:t>pelo</a:t>
            </a:r>
            <a:r>
              <a:rPr lang="en-US" sz="1800" dirty="0"/>
              <a:t> </a:t>
            </a:r>
            <a:r>
              <a:rPr lang="en-US" sz="1800" dirty="0" err="1"/>
              <a:t>erro</a:t>
            </a:r>
            <a:r>
              <a:rPr lang="en-US" sz="1800" dirty="0"/>
              <a:t> de </a:t>
            </a:r>
            <a:r>
              <a:rPr lang="en-US" sz="1800" dirty="0" err="1"/>
              <a:t>quantização</a:t>
            </a:r>
            <a:r>
              <a:rPr lang="en-US" sz="1800" dirty="0"/>
              <a:t> (</a:t>
            </a:r>
            <a:r>
              <a:rPr lang="en-US" sz="1800" dirty="0" err="1"/>
              <a:t>níveis</a:t>
            </a:r>
            <a:r>
              <a:rPr lang="en-US" sz="1800" dirty="0"/>
              <a:t> </a:t>
            </a:r>
            <a:r>
              <a:rPr lang="en-US" sz="1800" dirty="0" err="1"/>
              <a:t>são</a:t>
            </a:r>
            <a:r>
              <a:rPr lang="en-US" sz="1800" dirty="0"/>
              <a:t> </a:t>
            </a:r>
            <a:r>
              <a:rPr lang="en-US" sz="1800" dirty="0" err="1"/>
              <a:t>finitos</a:t>
            </a:r>
            <a:r>
              <a:rPr lang="en-US" sz="1800" dirty="0"/>
              <a:t>)</a:t>
            </a:r>
          </a:p>
          <a:p>
            <a:pPr lvl="2">
              <a:lnSpc>
                <a:spcPct val="80000"/>
              </a:lnSpc>
            </a:pPr>
            <a:endParaRPr lang="en-US" sz="1800" dirty="0"/>
          </a:p>
          <a:p>
            <a:pPr lvl="1">
              <a:lnSpc>
                <a:spcPct val="80000"/>
              </a:lnSpc>
            </a:pPr>
            <a:r>
              <a:rPr lang="en-US" sz="1800" dirty="0" err="1"/>
              <a:t>Sinal</a:t>
            </a:r>
            <a:r>
              <a:rPr lang="en-US" sz="1800" dirty="0"/>
              <a:t> digital </a:t>
            </a:r>
            <a:r>
              <a:rPr lang="en-US" sz="1800" dirty="0" err="1"/>
              <a:t>pode</a:t>
            </a:r>
            <a:r>
              <a:rPr lang="en-US" sz="1800" dirty="0"/>
              <a:t> ser </a:t>
            </a:r>
            <a:r>
              <a:rPr lang="en-US" sz="1800" dirty="0" err="1"/>
              <a:t>representado</a:t>
            </a:r>
            <a:r>
              <a:rPr lang="en-US" sz="1800" dirty="0"/>
              <a:t> </a:t>
            </a:r>
            <a:r>
              <a:rPr lang="en-US" sz="1800" dirty="0" err="1"/>
              <a:t>como</a:t>
            </a:r>
            <a:r>
              <a:rPr lang="en-US" sz="1800" dirty="0"/>
              <a:t> </a:t>
            </a:r>
            <a:r>
              <a:rPr lang="en-US" sz="1800" dirty="0" err="1"/>
              <a:t>sequência</a:t>
            </a:r>
            <a:r>
              <a:rPr lang="en-US" sz="1800" dirty="0"/>
              <a:t> de bits</a:t>
            </a:r>
          </a:p>
        </p:txBody>
      </p:sp>
      <p:sp>
        <p:nvSpPr>
          <p:cNvPr id="7" name="Text Box 75">
            <a:extLst>
              <a:ext uri="{FF2B5EF4-FFF2-40B4-BE49-F238E27FC236}">
                <a16:creationId xmlns:a16="http://schemas.microsoft.com/office/drawing/2014/main" id="{06824F0D-88FE-395D-381E-5428DD31C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5800" y="1192214"/>
            <a:ext cx="1270028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>
                <a:solidFill>
                  <a:schemeClr val="hlink"/>
                </a:solidFill>
              </a:rPr>
              <a:t>Sinal analógico</a:t>
            </a:r>
          </a:p>
        </p:txBody>
      </p:sp>
      <p:sp>
        <p:nvSpPr>
          <p:cNvPr id="8" name="Text Box 77">
            <a:extLst>
              <a:ext uri="{FF2B5EF4-FFF2-40B4-BE49-F238E27FC236}">
                <a16:creationId xmlns:a16="http://schemas.microsoft.com/office/drawing/2014/main" id="{90868FF3-6940-0976-E745-1AE5F28D9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7289" y="2797176"/>
            <a:ext cx="1020857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 dirty="0" err="1">
                <a:solidFill>
                  <a:srgbClr val="0574EF"/>
                </a:solidFill>
              </a:rPr>
              <a:t>Sinal</a:t>
            </a:r>
            <a:r>
              <a:rPr lang="en-US" sz="1400" dirty="0">
                <a:solidFill>
                  <a:srgbClr val="0574EF"/>
                </a:solidFill>
              </a:rPr>
              <a:t> digital</a:t>
            </a:r>
          </a:p>
        </p:txBody>
      </p:sp>
      <p:sp>
        <p:nvSpPr>
          <p:cNvPr id="9" name="Line 18">
            <a:extLst>
              <a:ext uri="{FF2B5EF4-FFF2-40B4-BE49-F238E27FC236}">
                <a16:creationId xmlns:a16="http://schemas.microsoft.com/office/drawing/2014/main" id="{8E672AB5-E38D-9AF3-7658-26B883A5F4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29025" y="2466976"/>
            <a:ext cx="411480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0" name="Freeform 33">
            <a:extLst>
              <a:ext uri="{FF2B5EF4-FFF2-40B4-BE49-F238E27FC236}">
                <a16:creationId xmlns:a16="http://schemas.microsoft.com/office/drawing/2014/main" id="{418E728C-238B-1585-7812-A99E5578C45E}"/>
              </a:ext>
            </a:extLst>
          </p:cNvPr>
          <p:cNvSpPr>
            <a:spLocks/>
          </p:cNvSpPr>
          <p:nvPr/>
        </p:nvSpPr>
        <p:spPr bwMode="auto">
          <a:xfrm>
            <a:off x="3784601" y="1250950"/>
            <a:ext cx="3459163" cy="2611438"/>
          </a:xfrm>
          <a:custGeom>
            <a:avLst/>
            <a:gdLst/>
            <a:ahLst/>
            <a:cxnLst>
              <a:cxn ang="0">
                <a:pos x="0" y="526"/>
              </a:cxn>
              <a:cxn ang="0">
                <a:pos x="157" y="1081"/>
              </a:cxn>
              <a:cxn ang="0">
                <a:pos x="440" y="1081"/>
              </a:cxn>
              <a:cxn ang="0">
                <a:pos x="676" y="935"/>
              </a:cxn>
              <a:cxn ang="0">
                <a:pos x="859" y="364"/>
              </a:cxn>
              <a:cxn ang="0">
                <a:pos x="1037" y="113"/>
              </a:cxn>
              <a:cxn ang="0">
                <a:pos x="1288" y="1045"/>
              </a:cxn>
              <a:cxn ang="0">
                <a:pos x="1477" y="882"/>
              </a:cxn>
              <a:cxn ang="0">
                <a:pos x="1660" y="1589"/>
              </a:cxn>
              <a:cxn ang="0">
                <a:pos x="1948" y="547"/>
              </a:cxn>
              <a:cxn ang="0">
                <a:pos x="2179" y="1045"/>
              </a:cxn>
            </a:cxnLst>
            <a:rect l="0" t="0" r="r" b="b"/>
            <a:pathLst>
              <a:path w="2179" h="1645">
                <a:moveTo>
                  <a:pt x="0" y="526"/>
                </a:moveTo>
                <a:cubicBezTo>
                  <a:pt x="42" y="757"/>
                  <a:pt x="84" y="988"/>
                  <a:pt x="157" y="1081"/>
                </a:cubicBezTo>
                <a:cubicBezTo>
                  <a:pt x="230" y="1174"/>
                  <a:pt x="353" y="1105"/>
                  <a:pt x="440" y="1081"/>
                </a:cubicBezTo>
                <a:cubicBezTo>
                  <a:pt x="527" y="1057"/>
                  <a:pt x="606" y="1054"/>
                  <a:pt x="676" y="935"/>
                </a:cubicBezTo>
                <a:cubicBezTo>
                  <a:pt x="746" y="816"/>
                  <a:pt x="799" y="501"/>
                  <a:pt x="859" y="364"/>
                </a:cubicBezTo>
                <a:cubicBezTo>
                  <a:pt x="919" y="227"/>
                  <a:pt x="966" y="0"/>
                  <a:pt x="1037" y="113"/>
                </a:cubicBezTo>
                <a:cubicBezTo>
                  <a:pt x="1108" y="226"/>
                  <a:pt x="1215" y="917"/>
                  <a:pt x="1288" y="1045"/>
                </a:cubicBezTo>
                <a:cubicBezTo>
                  <a:pt x="1361" y="1173"/>
                  <a:pt x="1415" y="791"/>
                  <a:pt x="1477" y="882"/>
                </a:cubicBezTo>
                <a:cubicBezTo>
                  <a:pt x="1539" y="973"/>
                  <a:pt x="1582" y="1645"/>
                  <a:pt x="1660" y="1589"/>
                </a:cubicBezTo>
                <a:cubicBezTo>
                  <a:pt x="1738" y="1533"/>
                  <a:pt x="1862" y="638"/>
                  <a:pt x="1948" y="547"/>
                </a:cubicBezTo>
                <a:cubicBezTo>
                  <a:pt x="2034" y="456"/>
                  <a:pt x="2131" y="941"/>
                  <a:pt x="2179" y="1045"/>
                </a:cubicBezTo>
              </a:path>
            </a:pathLst>
          </a:custGeom>
          <a:noFill/>
          <a:ln w="12700" cap="flat" cmpd="sng">
            <a:solidFill>
              <a:srgbClr val="C9252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1" name="Text Box 74">
            <a:extLst>
              <a:ext uri="{FF2B5EF4-FFF2-40B4-BE49-F238E27FC236}">
                <a16:creationId xmlns:a16="http://schemas.microsoft.com/office/drawing/2014/main" id="{F4C73E1E-F8D2-F2E1-71FE-CEEDBDF95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5100" y="2330451"/>
            <a:ext cx="245580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 i="1"/>
              <a:t>t</a:t>
            </a:r>
          </a:p>
        </p:txBody>
      </p:sp>
      <p:sp>
        <p:nvSpPr>
          <p:cNvPr id="12" name="Text Box 75">
            <a:extLst>
              <a:ext uri="{FF2B5EF4-FFF2-40B4-BE49-F238E27FC236}">
                <a16:creationId xmlns:a16="http://schemas.microsoft.com/office/drawing/2014/main" id="{E6ECF890-E4D8-24BD-4D62-9205B60B00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5800" y="1192214"/>
            <a:ext cx="1270028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 dirty="0" err="1">
                <a:solidFill>
                  <a:srgbClr val="C00000"/>
                </a:solidFill>
              </a:rPr>
              <a:t>Sinal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analógico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13" name="Text Box 77">
            <a:extLst>
              <a:ext uri="{FF2B5EF4-FFF2-40B4-BE49-F238E27FC236}">
                <a16:creationId xmlns:a16="http://schemas.microsoft.com/office/drawing/2014/main" id="{626BD12F-D40C-C481-5BA7-C40B85E6F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7289" y="2797176"/>
            <a:ext cx="1020857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 dirty="0" err="1">
                <a:solidFill>
                  <a:srgbClr val="0574EF"/>
                </a:solidFill>
              </a:rPr>
              <a:t>Sinal</a:t>
            </a:r>
            <a:r>
              <a:rPr lang="en-US" sz="1400" dirty="0">
                <a:solidFill>
                  <a:srgbClr val="0574EF"/>
                </a:solidFill>
              </a:rPr>
              <a:t> digital</a:t>
            </a:r>
          </a:p>
        </p:txBody>
      </p:sp>
      <p:cxnSp>
        <p:nvCxnSpPr>
          <p:cNvPr id="14" name="Conector de seta reta 63">
            <a:extLst>
              <a:ext uri="{FF2B5EF4-FFF2-40B4-BE49-F238E27FC236}">
                <a16:creationId xmlns:a16="http://schemas.microsoft.com/office/drawing/2014/main" id="{82F5E7DA-2DA5-239B-1915-80380FF13815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579847" y="1142813"/>
            <a:ext cx="30131" cy="275291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5" name="Conector de seta reta 68">
            <a:extLst>
              <a:ext uri="{FF2B5EF4-FFF2-40B4-BE49-F238E27FC236}">
                <a16:creationId xmlns:a16="http://schemas.microsoft.com/office/drawing/2014/main" id="{A5321895-C9E6-CD49-4711-51558B57418F}"/>
              </a:ext>
            </a:extLst>
          </p:cNvPr>
          <p:cNvCxnSpPr/>
          <p:nvPr/>
        </p:nvCxnSpPr>
        <p:spPr bwMode="auto">
          <a:xfrm rot="5400000">
            <a:off x="3458368" y="2628902"/>
            <a:ext cx="304010" cy="79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oval" w="med" len="med"/>
            <a:tailEnd type="oval"/>
          </a:ln>
          <a:effectLst/>
        </p:spPr>
      </p:cxnSp>
      <p:cxnSp>
        <p:nvCxnSpPr>
          <p:cNvPr id="16" name="Conector de seta reta 70">
            <a:extLst>
              <a:ext uri="{FF2B5EF4-FFF2-40B4-BE49-F238E27FC236}">
                <a16:creationId xmlns:a16="http://schemas.microsoft.com/office/drawing/2014/main" id="{04A3037B-9ACB-57AF-DD72-3CB3EDA5685F}"/>
              </a:ext>
            </a:extLst>
          </p:cNvPr>
          <p:cNvCxnSpPr/>
          <p:nvPr/>
        </p:nvCxnSpPr>
        <p:spPr bwMode="auto">
          <a:xfrm rot="5400000">
            <a:off x="3458368" y="2943227"/>
            <a:ext cx="304010" cy="79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oval" w="med" len="med"/>
            <a:tailEnd type="oval"/>
          </a:ln>
          <a:effectLst/>
        </p:spPr>
      </p:cxnSp>
      <p:cxnSp>
        <p:nvCxnSpPr>
          <p:cNvPr id="17" name="Conector de seta reta 71">
            <a:extLst>
              <a:ext uri="{FF2B5EF4-FFF2-40B4-BE49-F238E27FC236}">
                <a16:creationId xmlns:a16="http://schemas.microsoft.com/office/drawing/2014/main" id="{9841A2B4-F934-08D9-0944-23698A852A48}"/>
              </a:ext>
            </a:extLst>
          </p:cNvPr>
          <p:cNvCxnSpPr/>
          <p:nvPr/>
        </p:nvCxnSpPr>
        <p:spPr bwMode="auto">
          <a:xfrm rot="5400000">
            <a:off x="3458368" y="3257552"/>
            <a:ext cx="304010" cy="79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oval" w="med" len="med"/>
            <a:tailEnd type="oval"/>
          </a:ln>
          <a:effectLst/>
        </p:spPr>
      </p:cxnSp>
      <p:cxnSp>
        <p:nvCxnSpPr>
          <p:cNvPr id="18" name="Conector de seta reta 72">
            <a:extLst>
              <a:ext uri="{FF2B5EF4-FFF2-40B4-BE49-F238E27FC236}">
                <a16:creationId xmlns:a16="http://schemas.microsoft.com/office/drawing/2014/main" id="{CD37E95F-9DB5-BD12-9B07-EF85DE8DA89F}"/>
              </a:ext>
            </a:extLst>
          </p:cNvPr>
          <p:cNvCxnSpPr/>
          <p:nvPr/>
        </p:nvCxnSpPr>
        <p:spPr bwMode="auto">
          <a:xfrm rot="5400000">
            <a:off x="3458368" y="3571877"/>
            <a:ext cx="304010" cy="79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oval" w="med" len="med"/>
            <a:tailEnd type="oval"/>
          </a:ln>
          <a:effectLst/>
        </p:spPr>
      </p:cxnSp>
      <p:cxnSp>
        <p:nvCxnSpPr>
          <p:cNvPr id="19" name="Conector de seta reta 73">
            <a:extLst>
              <a:ext uri="{FF2B5EF4-FFF2-40B4-BE49-F238E27FC236}">
                <a16:creationId xmlns:a16="http://schemas.microsoft.com/office/drawing/2014/main" id="{5F3E4A5C-0472-6259-4983-93A01414908B}"/>
              </a:ext>
            </a:extLst>
          </p:cNvPr>
          <p:cNvCxnSpPr/>
          <p:nvPr/>
        </p:nvCxnSpPr>
        <p:spPr bwMode="auto">
          <a:xfrm rot="5400000">
            <a:off x="3458368" y="1695452"/>
            <a:ext cx="304010" cy="79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oval" w="med" len="med"/>
            <a:tailEnd type="oval"/>
          </a:ln>
          <a:effectLst/>
        </p:spPr>
      </p:cxnSp>
      <p:cxnSp>
        <p:nvCxnSpPr>
          <p:cNvPr id="20" name="Conector de seta reta 74">
            <a:extLst>
              <a:ext uri="{FF2B5EF4-FFF2-40B4-BE49-F238E27FC236}">
                <a16:creationId xmlns:a16="http://schemas.microsoft.com/office/drawing/2014/main" id="{E742F742-335D-CC51-57DF-C52969B61BA9}"/>
              </a:ext>
            </a:extLst>
          </p:cNvPr>
          <p:cNvCxnSpPr/>
          <p:nvPr/>
        </p:nvCxnSpPr>
        <p:spPr bwMode="auto">
          <a:xfrm rot="5400000">
            <a:off x="3458368" y="2009777"/>
            <a:ext cx="304010" cy="79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oval" w="med" len="med"/>
            <a:tailEnd type="oval"/>
          </a:ln>
          <a:effectLst/>
        </p:spPr>
      </p:cxnSp>
      <p:cxnSp>
        <p:nvCxnSpPr>
          <p:cNvPr id="21" name="Conector de seta reta 75">
            <a:extLst>
              <a:ext uri="{FF2B5EF4-FFF2-40B4-BE49-F238E27FC236}">
                <a16:creationId xmlns:a16="http://schemas.microsoft.com/office/drawing/2014/main" id="{86A89738-1EDF-EE2B-4AE4-216D86DACCF1}"/>
              </a:ext>
            </a:extLst>
          </p:cNvPr>
          <p:cNvCxnSpPr/>
          <p:nvPr/>
        </p:nvCxnSpPr>
        <p:spPr bwMode="auto">
          <a:xfrm rot="5400000">
            <a:off x="3458368" y="2324102"/>
            <a:ext cx="304010" cy="79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oval" w="med" len="med"/>
            <a:tailEnd type="oval"/>
          </a:ln>
          <a:effectLst/>
        </p:spPr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77D9AC2E-D219-FE6C-065B-5DE43CD93E51}"/>
              </a:ext>
            </a:extLst>
          </p:cNvPr>
          <p:cNvCxnSpPr/>
          <p:nvPr/>
        </p:nvCxnSpPr>
        <p:spPr bwMode="auto">
          <a:xfrm>
            <a:off x="3609976" y="3733800"/>
            <a:ext cx="408622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B350629A-2028-6312-9326-9B58A5656CC1}"/>
              </a:ext>
            </a:extLst>
          </p:cNvPr>
          <p:cNvCxnSpPr/>
          <p:nvPr/>
        </p:nvCxnSpPr>
        <p:spPr bwMode="auto">
          <a:xfrm>
            <a:off x="3629026" y="3419475"/>
            <a:ext cx="408622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CA957E00-058D-627B-58E3-A577760731C8}"/>
              </a:ext>
            </a:extLst>
          </p:cNvPr>
          <p:cNvCxnSpPr/>
          <p:nvPr/>
        </p:nvCxnSpPr>
        <p:spPr bwMode="auto">
          <a:xfrm>
            <a:off x="3619501" y="3105150"/>
            <a:ext cx="408622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D8CAEFDC-1CCF-E8D4-C444-F7BE7EDE95B3}"/>
              </a:ext>
            </a:extLst>
          </p:cNvPr>
          <p:cNvCxnSpPr/>
          <p:nvPr/>
        </p:nvCxnSpPr>
        <p:spPr bwMode="auto">
          <a:xfrm>
            <a:off x="3629026" y="1552575"/>
            <a:ext cx="408622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4E8B562B-2860-244B-1046-7D7BAE7284D4}"/>
              </a:ext>
            </a:extLst>
          </p:cNvPr>
          <p:cNvCxnSpPr/>
          <p:nvPr/>
        </p:nvCxnSpPr>
        <p:spPr bwMode="auto">
          <a:xfrm>
            <a:off x="3609976" y="1866900"/>
            <a:ext cx="408622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1A57C12D-E974-0404-4507-7445621FB5E3}"/>
              </a:ext>
            </a:extLst>
          </p:cNvPr>
          <p:cNvCxnSpPr/>
          <p:nvPr/>
        </p:nvCxnSpPr>
        <p:spPr bwMode="auto">
          <a:xfrm>
            <a:off x="3619501" y="2171700"/>
            <a:ext cx="408622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8DCA873C-CDBE-4617-BF04-6ADE8DD4D7FE}"/>
              </a:ext>
            </a:extLst>
          </p:cNvPr>
          <p:cNvCxnSpPr/>
          <p:nvPr/>
        </p:nvCxnSpPr>
        <p:spPr bwMode="auto">
          <a:xfrm>
            <a:off x="3619501" y="2790825"/>
            <a:ext cx="408622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Conector de seta reta 84">
            <a:extLst>
              <a:ext uri="{FF2B5EF4-FFF2-40B4-BE49-F238E27FC236}">
                <a16:creationId xmlns:a16="http://schemas.microsoft.com/office/drawing/2014/main" id="{D3E0E99B-702B-60BD-DD11-DEEB5341FF21}"/>
              </a:ext>
            </a:extLst>
          </p:cNvPr>
          <p:cNvCxnSpPr/>
          <p:nvPr/>
        </p:nvCxnSpPr>
        <p:spPr bwMode="auto">
          <a:xfrm rot="5400000" flipH="1" flipV="1">
            <a:off x="3652838" y="2319342"/>
            <a:ext cx="314324" cy="1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0" name="Conector de seta reta 86">
            <a:extLst>
              <a:ext uri="{FF2B5EF4-FFF2-40B4-BE49-F238E27FC236}">
                <a16:creationId xmlns:a16="http://schemas.microsoft.com/office/drawing/2014/main" id="{E109E455-889E-8042-2BA4-2BFBCDEDC71D}"/>
              </a:ext>
            </a:extLst>
          </p:cNvPr>
          <p:cNvCxnSpPr/>
          <p:nvPr/>
        </p:nvCxnSpPr>
        <p:spPr bwMode="auto">
          <a:xfrm rot="16200000" flipH="1">
            <a:off x="3786194" y="2614613"/>
            <a:ext cx="352421" cy="1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1" name="Conector de seta reta 89">
            <a:extLst>
              <a:ext uri="{FF2B5EF4-FFF2-40B4-BE49-F238E27FC236}">
                <a16:creationId xmlns:a16="http://schemas.microsoft.com/office/drawing/2014/main" id="{7B5D6D69-65C2-5A9C-AFB1-CE84D0734ABC}"/>
              </a:ext>
            </a:extLst>
          </p:cNvPr>
          <p:cNvCxnSpPr/>
          <p:nvPr/>
        </p:nvCxnSpPr>
        <p:spPr bwMode="auto">
          <a:xfrm rot="5400000">
            <a:off x="3781428" y="2781303"/>
            <a:ext cx="666752" cy="1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2" name="Conector de seta reta 92">
            <a:extLst>
              <a:ext uri="{FF2B5EF4-FFF2-40B4-BE49-F238E27FC236}">
                <a16:creationId xmlns:a16="http://schemas.microsoft.com/office/drawing/2014/main" id="{64D86CF0-787C-30E9-F2A1-6C7749A3CE9C}"/>
              </a:ext>
            </a:extLst>
          </p:cNvPr>
          <p:cNvCxnSpPr/>
          <p:nvPr/>
        </p:nvCxnSpPr>
        <p:spPr bwMode="auto">
          <a:xfrm rot="5400000">
            <a:off x="3933828" y="2781303"/>
            <a:ext cx="666752" cy="1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3" name="Conector de seta reta 93">
            <a:extLst>
              <a:ext uri="{FF2B5EF4-FFF2-40B4-BE49-F238E27FC236}">
                <a16:creationId xmlns:a16="http://schemas.microsoft.com/office/drawing/2014/main" id="{5864839D-5248-1152-4915-A24BB63B5B6B}"/>
              </a:ext>
            </a:extLst>
          </p:cNvPr>
          <p:cNvCxnSpPr/>
          <p:nvPr/>
        </p:nvCxnSpPr>
        <p:spPr bwMode="auto">
          <a:xfrm rot="5400000">
            <a:off x="4086228" y="2781303"/>
            <a:ext cx="666752" cy="1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4" name="Conector de seta reta 94">
            <a:extLst>
              <a:ext uri="{FF2B5EF4-FFF2-40B4-BE49-F238E27FC236}">
                <a16:creationId xmlns:a16="http://schemas.microsoft.com/office/drawing/2014/main" id="{5491A753-3DDF-B435-2D92-F92A1EDC84D9}"/>
              </a:ext>
            </a:extLst>
          </p:cNvPr>
          <p:cNvCxnSpPr/>
          <p:nvPr/>
        </p:nvCxnSpPr>
        <p:spPr bwMode="auto">
          <a:xfrm rot="5400000">
            <a:off x="4238628" y="2781303"/>
            <a:ext cx="666752" cy="1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5" name="Conector de seta reta 95">
            <a:extLst>
              <a:ext uri="{FF2B5EF4-FFF2-40B4-BE49-F238E27FC236}">
                <a16:creationId xmlns:a16="http://schemas.microsoft.com/office/drawing/2014/main" id="{FF5EC487-A79F-847B-7B5C-FCBE1ED78F3A}"/>
              </a:ext>
            </a:extLst>
          </p:cNvPr>
          <p:cNvCxnSpPr/>
          <p:nvPr/>
        </p:nvCxnSpPr>
        <p:spPr bwMode="auto">
          <a:xfrm rot="5400000">
            <a:off x="4548190" y="2624139"/>
            <a:ext cx="352426" cy="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6" name="Conector de seta reta 97">
            <a:extLst>
              <a:ext uri="{FF2B5EF4-FFF2-40B4-BE49-F238E27FC236}">
                <a16:creationId xmlns:a16="http://schemas.microsoft.com/office/drawing/2014/main" id="{91CE27B8-2E6D-7CD5-94ED-EFC7D5845DA9}"/>
              </a:ext>
            </a:extLst>
          </p:cNvPr>
          <p:cNvCxnSpPr/>
          <p:nvPr/>
        </p:nvCxnSpPr>
        <p:spPr bwMode="auto">
          <a:xfrm rot="5400000">
            <a:off x="4700590" y="2624139"/>
            <a:ext cx="352426" cy="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7" name="Conector de seta reta 98">
            <a:extLst>
              <a:ext uri="{FF2B5EF4-FFF2-40B4-BE49-F238E27FC236}">
                <a16:creationId xmlns:a16="http://schemas.microsoft.com/office/drawing/2014/main" id="{77C0A34C-2173-9D38-0D69-8C79EF3CE687}"/>
              </a:ext>
            </a:extLst>
          </p:cNvPr>
          <p:cNvCxnSpPr/>
          <p:nvPr/>
        </p:nvCxnSpPr>
        <p:spPr bwMode="auto">
          <a:xfrm rot="5400000" flipH="1" flipV="1">
            <a:off x="4881565" y="2300295"/>
            <a:ext cx="304800" cy="9519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8" name="Conector de seta reta 100">
            <a:extLst>
              <a:ext uri="{FF2B5EF4-FFF2-40B4-BE49-F238E27FC236}">
                <a16:creationId xmlns:a16="http://schemas.microsoft.com/office/drawing/2014/main" id="{7B5C4267-79A6-AC59-0B09-705EF8B838AB}"/>
              </a:ext>
            </a:extLst>
          </p:cNvPr>
          <p:cNvCxnSpPr/>
          <p:nvPr/>
        </p:nvCxnSpPr>
        <p:spPr bwMode="auto">
          <a:xfrm rot="5400000" flipH="1" flipV="1">
            <a:off x="4743453" y="2000255"/>
            <a:ext cx="904879" cy="28573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9" name="Conector de seta reta 102">
            <a:extLst>
              <a:ext uri="{FF2B5EF4-FFF2-40B4-BE49-F238E27FC236}">
                <a16:creationId xmlns:a16="http://schemas.microsoft.com/office/drawing/2014/main" id="{B9088D6D-43E6-107C-6BAB-92EA3396D2AD}"/>
              </a:ext>
            </a:extLst>
          </p:cNvPr>
          <p:cNvCxnSpPr/>
          <p:nvPr/>
        </p:nvCxnSpPr>
        <p:spPr bwMode="auto">
          <a:xfrm rot="5400000" flipH="1" flipV="1">
            <a:off x="4895853" y="2000255"/>
            <a:ext cx="904879" cy="28573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0" name="Conector de seta reta 103">
            <a:extLst>
              <a:ext uri="{FF2B5EF4-FFF2-40B4-BE49-F238E27FC236}">
                <a16:creationId xmlns:a16="http://schemas.microsoft.com/office/drawing/2014/main" id="{D57725CF-7612-8B2F-305B-29DA368DD9EA}"/>
              </a:ext>
            </a:extLst>
          </p:cNvPr>
          <p:cNvCxnSpPr/>
          <p:nvPr/>
        </p:nvCxnSpPr>
        <p:spPr bwMode="auto">
          <a:xfrm rot="5400000" flipH="1" flipV="1">
            <a:off x="5048253" y="1990730"/>
            <a:ext cx="904879" cy="28573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1" name="Conector de seta reta 104">
            <a:extLst>
              <a:ext uri="{FF2B5EF4-FFF2-40B4-BE49-F238E27FC236}">
                <a16:creationId xmlns:a16="http://schemas.microsoft.com/office/drawing/2014/main" id="{B3690015-34E0-2C5F-4C94-AA1B6EE27F3A}"/>
              </a:ext>
            </a:extLst>
          </p:cNvPr>
          <p:cNvCxnSpPr/>
          <p:nvPr/>
        </p:nvCxnSpPr>
        <p:spPr bwMode="auto">
          <a:xfrm rot="16200000" flipV="1">
            <a:off x="5486400" y="2314576"/>
            <a:ext cx="304806" cy="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2" name="Conector de seta reta 106">
            <a:extLst>
              <a:ext uri="{FF2B5EF4-FFF2-40B4-BE49-F238E27FC236}">
                <a16:creationId xmlns:a16="http://schemas.microsoft.com/office/drawing/2014/main" id="{C591EECE-A0FC-A2A6-E325-01F07B98429C}"/>
              </a:ext>
            </a:extLst>
          </p:cNvPr>
          <p:cNvCxnSpPr/>
          <p:nvPr/>
        </p:nvCxnSpPr>
        <p:spPr bwMode="auto">
          <a:xfrm rot="16200000" flipH="1">
            <a:off x="5638807" y="2628906"/>
            <a:ext cx="314319" cy="9519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3" name="Conector de seta reta 108">
            <a:extLst>
              <a:ext uri="{FF2B5EF4-FFF2-40B4-BE49-F238E27FC236}">
                <a16:creationId xmlns:a16="http://schemas.microsoft.com/office/drawing/2014/main" id="{DA64173D-A152-FED0-9D3B-C4AF3D935D84}"/>
              </a:ext>
            </a:extLst>
          </p:cNvPr>
          <p:cNvCxnSpPr/>
          <p:nvPr/>
        </p:nvCxnSpPr>
        <p:spPr bwMode="auto">
          <a:xfrm rot="16200000" flipH="1">
            <a:off x="5791207" y="2628906"/>
            <a:ext cx="314319" cy="9519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4" name="Conector de seta reta 109">
            <a:extLst>
              <a:ext uri="{FF2B5EF4-FFF2-40B4-BE49-F238E27FC236}">
                <a16:creationId xmlns:a16="http://schemas.microsoft.com/office/drawing/2014/main" id="{2FEB8C12-BB81-F50F-8679-BC43C9337181}"/>
              </a:ext>
            </a:extLst>
          </p:cNvPr>
          <p:cNvCxnSpPr/>
          <p:nvPr/>
        </p:nvCxnSpPr>
        <p:spPr bwMode="auto">
          <a:xfrm rot="16200000" flipH="1">
            <a:off x="5943607" y="2619381"/>
            <a:ext cx="314319" cy="9519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5" name="Conector de seta reta 110">
            <a:extLst>
              <a:ext uri="{FF2B5EF4-FFF2-40B4-BE49-F238E27FC236}">
                <a16:creationId xmlns:a16="http://schemas.microsoft.com/office/drawing/2014/main" id="{4FBC73AB-E83B-43A3-0835-4E74D9D3AE5C}"/>
              </a:ext>
            </a:extLst>
          </p:cNvPr>
          <p:cNvCxnSpPr/>
          <p:nvPr/>
        </p:nvCxnSpPr>
        <p:spPr bwMode="auto">
          <a:xfrm rot="16200000" flipH="1">
            <a:off x="5957893" y="2776543"/>
            <a:ext cx="600070" cy="19044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6" name="Conector de seta reta 112">
            <a:extLst>
              <a:ext uri="{FF2B5EF4-FFF2-40B4-BE49-F238E27FC236}">
                <a16:creationId xmlns:a16="http://schemas.microsoft.com/office/drawing/2014/main" id="{4469619B-DBDD-9B32-D364-8177BA0A2C1C}"/>
              </a:ext>
            </a:extLst>
          </p:cNvPr>
          <p:cNvCxnSpPr/>
          <p:nvPr/>
        </p:nvCxnSpPr>
        <p:spPr bwMode="auto">
          <a:xfrm rot="16200000" flipH="1">
            <a:off x="5772155" y="3095631"/>
            <a:ext cx="1285870" cy="28569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7" name="Conector de seta reta 114">
            <a:extLst>
              <a:ext uri="{FF2B5EF4-FFF2-40B4-BE49-F238E27FC236}">
                <a16:creationId xmlns:a16="http://schemas.microsoft.com/office/drawing/2014/main" id="{062B3F5A-4640-AFB1-C733-656856B7D19B}"/>
              </a:ext>
            </a:extLst>
          </p:cNvPr>
          <p:cNvCxnSpPr/>
          <p:nvPr/>
        </p:nvCxnSpPr>
        <p:spPr bwMode="auto">
          <a:xfrm rot="16200000" flipH="1">
            <a:off x="6086480" y="2943231"/>
            <a:ext cx="942973" cy="9520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8" name="Conector de seta reta 116">
            <a:extLst>
              <a:ext uri="{FF2B5EF4-FFF2-40B4-BE49-F238E27FC236}">
                <a16:creationId xmlns:a16="http://schemas.microsoft.com/office/drawing/2014/main" id="{6AE85372-50A7-4644-316E-33F9CC8E8C70}"/>
              </a:ext>
            </a:extLst>
          </p:cNvPr>
          <p:cNvCxnSpPr/>
          <p:nvPr/>
        </p:nvCxnSpPr>
        <p:spPr bwMode="auto">
          <a:xfrm rot="5400000">
            <a:off x="6543680" y="2638425"/>
            <a:ext cx="323849" cy="6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9" name="Conector de seta reta 118">
            <a:extLst>
              <a:ext uri="{FF2B5EF4-FFF2-40B4-BE49-F238E27FC236}">
                <a16:creationId xmlns:a16="http://schemas.microsoft.com/office/drawing/2014/main" id="{97959DC0-3DB1-A8CB-648D-6D0497257706}"/>
              </a:ext>
            </a:extLst>
          </p:cNvPr>
          <p:cNvCxnSpPr/>
          <p:nvPr/>
        </p:nvCxnSpPr>
        <p:spPr bwMode="auto">
          <a:xfrm rot="5400000" flipH="1" flipV="1">
            <a:off x="6705605" y="2314582"/>
            <a:ext cx="314325" cy="9518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50" name="Conector de seta reta 120">
            <a:extLst>
              <a:ext uri="{FF2B5EF4-FFF2-40B4-BE49-F238E27FC236}">
                <a16:creationId xmlns:a16="http://schemas.microsoft.com/office/drawing/2014/main" id="{7F849FFE-14D6-BC13-54ED-EB26D85B8924}"/>
              </a:ext>
            </a:extLst>
          </p:cNvPr>
          <p:cNvCxnSpPr/>
          <p:nvPr/>
        </p:nvCxnSpPr>
        <p:spPr bwMode="auto">
          <a:xfrm rot="5400000" flipH="1" flipV="1">
            <a:off x="6858005" y="2324107"/>
            <a:ext cx="314325" cy="9518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51" name="Conector de seta reta 121">
            <a:extLst>
              <a:ext uri="{FF2B5EF4-FFF2-40B4-BE49-F238E27FC236}">
                <a16:creationId xmlns:a16="http://schemas.microsoft.com/office/drawing/2014/main" id="{AA8CBCAA-DD2F-C06C-B739-745F0898D538}"/>
              </a:ext>
            </a:extLst>
          </p:cNvPr>
          <p:cNvCxnSpPr/>
          <p:nvPr/>
        </p:nvCxnSpPr>
        <p:spPr bwMode="auto">
          <a:xfrm rot="16200000" flipH="1">
            <a:off x="7000884" y="2628904"/>
            <a:ext cx="333371" cy="9520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0FB5C59D-2D0E-8D65-5C06-EEF763CDF6CB}"/>
              </a:ext>
            </a:extLst>
          </p:cNvPr>
          <p:cNvSpPr txBox="1"/>
          <p:nvPr/>
        </p:nvSpPr>
        <p:spPr>
          <a:xfrm>
            <a:off x="3051483" y="2327563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000</a:t>
            </a:r>
            <a:endParaRPr lang="pt-BR" sz="1600" dirty="0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E523621D-8706-D27E-A3CA-A1AE1DE198A0}"/>
              </a:ext>
            </a:extLst>
          </p:cNvPr>
          <p:cNvSpPr txBox="1"/>
          <p:nvPr/>
        </p:nvSpPr>
        <p:spPr>
          <a:xfrm>
            <a:off x="3049507" y="2028713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001</a:t>
            </a:r>
            <a:endParaRPr lang="pt-BR" sz="1600" dirty="0"/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C2C89BE7-2880-E8C7-FC81-791179B5EF6A}"/>
              </a:ext>
            </a:extLst>
          </p:cNvPr>
          <p:cNvSpPr txBox="1"/>
          <p:nvPr/>
        </p:nvSpPr>
        <p:spPr>
          <a:xfrm>
            <a:off x="3047532" y="1694238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010</a:t>
            </a:r>
            <a:endParaRPr lang="pt-BR" sz="1600" dirty="0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57CAE64A-16BF-8929-0D64-DA8F77445919}"/>
              </a:ext>
            </a:extLst>
          </p:cNvPr>
          <p:cNvSpPr txBox="1"/>
          <p:nvPr/>
        </p:nvSpPr>
        <p:spPr>
          <a:xfrm>
            <a:off x="3053188" y="1407263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011</a:t>
            </a:r>
            <a:endParaRPr lang="pt-BR" sz="1600" dirty="0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04FE0518-B4D6-F400-6B3E-8CAE6EDEA2A7}"/>
              </a:ext>
            </a:extLst>
          </p:cNvPr>
          <p:cNvSpPr txBox="1"/>
          <p:nvPr/>
        </p:nvSpPr>
        <p:spPr>
          <a:xfrm>
            <a:off x="3082593" y="2628413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111</a:t>
            </a:r>
            <a:endParaRPr lang="pt-BR" sz="1600" dirty="0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8C14C9D4-86C8-884B-C5BB-6912A5589218}"/>
              </a:ext>
            </a:extLst>
          </p:cNvPr>
          <p:cNvSpPr txBox="1"/>
          <p:nvPr/>
        </p:nvSpPr>
        <p:spPr>
          <a:xfrm>
            <a:off x="3072988" y="2947063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110</a:t>
            </a:r>
            <a:endParaRPr lang="pt-BR" sz="1600" dirty="0"/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3E52D597-5096-A579-FB4E-60F403A40509}"/>
              </a:ext>
            </a:extLst>
          </p:cNvPr>
          <p:cNvSpPr txBox="1"/>
          <p:nvPr/>
        </p:nvSpPr>
        <p:spPr>
          <a:xfrm>
            <a:off x="3075257" y="3265713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101</a:t>
            </a:r>
            <a:endParaRPr lang="pt-BR" sz="1600" dirty="0"/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48DC1E56-62BC-BFAE-B78E-F83D7A376AE0}"/>
              </a:ext>
            </a:extLst>
          </p:cNvPr>
          <p:cNvSpPr txBox="1"/>
          <p:nvPr/>
        </p:nvSpPr>
        <p:spPr>
          <a:xfrm>
            <a:off x="3085157" y="3560613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100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639123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8B38C9-379F-2D90-EC9F-743AACA53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Amostragem</a:t>
            </a:r>
          </a:p>
        </p:txBody>
      </p:sp>
    </p:spTree>
    <p:extLst>
      <p:ext uri="{BB962C8B-B14F-4D97-AF65-F5344CB8AC3E}">
        <p14:creationId xmlns:p14="http://schemas.microsoft.com/office/powerpoint/2010/main" val="3028056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8B236-A22B-02FE-C3B8-1F2B5377D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Amostragem de Sinais</a:t>
            </a:r>
          </a:p>
        </p:txBody>
      </p:sp>
      <p:grpSp>
        <p:nvGrpSpPr>
          <p:cNvPr id="3" name="Group 61">
            <a:extLst>
              <a:ext uri="{FF2B5EF4-FFF2-40B4-BE49-F238E27FC236}">
                <a16:creationId xmlns:a16="http://schemas.microsoft.com/office/drawing/2014/main" id="{335313A6-5B63-B996-792F-223B4CDBD3DD}"/>
              </a:ext>
            </a:extLst>
          </p:cNvPr>
          <p:cNvGrpSpPr>
            <a:grpSpLocks/>
          </p:cNvGrpSpPr>
          <p:nvPr/>
        </p:nvGrpSpPr>
        <p:grpSpPr bwMode="auto">
          <a:xfrm>
            <a:off x="2162429" y="1280091"/>
            <a:ext cx="6986589" cy="3590925"/>
            <a:chOff x="1119" y="483"/>
            <a:chExt cx="4401" cy="329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DE349E2-14A2-ED80-65C3-F808C4C089F8}"/>
                </a:ext>
              </a:extLst>
            </p:cNvPr>
            <p:cNvSpPr>
              <a:spLocks/>
            </p:cNvSpPr>
            <p:nvPr/>
          </p:nvSpPr>
          <p:spPr bwMode="ltGray">
            <a:xfrm>
              <a:off x="1962" y="953"/>
              <a:ext cx="3518" cy="824"/>
            </a:xfrm>
            <a:custGeom>
              <a:avLst/>
              <a:gdLst/>
              <a:ahLst/>
              <a:cxnLst>
                <a:cxn ang="0">
                  <a:pos x="0" y="894"/>
                </a:cxn>
                <a:cxn ang="0">
                  <a:pos x="192" y="586"/>
                </a:cxn>
                <a:cxn ang="0">
                  <a:pos x="437" y="259"/>
                </a:cxn>
                <a:cxn ang="0">
                  <a:pos x="626" y="77"/>
                </a:cxn>
                <a:cxn ang="0">
                  <a:pos x="853" y="13"/>
                </a:cxn>
                <a:cxn ang="0">
                  <a:pos x="1088" y="156"/>
                </a:cxn>
                <a:cxn ang="0">
                  <a:pos x="1322" y="617"/>
                </a:cxn>
                <a:cxn ang="0">
                  <a:pos x="1514" y="1017"/>
                </a:cxn>
                <a:cxn ang="0">
                  <a:pos x="1674" y="1385"/>
                </a:cxn>
                <a:cxn ang="0">
                  <a:pos x="1910" y="1583"/>
                </a:cxn>
                <a:cxn ang="0">
                  <a:pos x="2228" y="1379"/>
                </a:cxn>
                <a:cxn ang="0">
                  <a:pos x="2480" y="1121"/>
                </a:cxn>
                <a:cxn ang="0">
                  <a:pos x="2864" y="989"/>
                </a:cxn>
                <a:cxn ang="0">
                  <a:pos x="3176" y="695"/>
                </a:cxn>
                <a:cxn ang="0">
                  <a:pos x="3518" y="575"/>
                </a:cxn>
              </a:cxnLst>
              <a:rect l="0" t="0" r="r" b="b"/>
              <a:pathLst>
                <a:path w="3518" h="1584">
                  <a:moveTo>
                    <a:pt x="0" y="894"/>
                  </a:moveTo>
                  <a:cubicBezTo>
                    <a:pt x="59" y="791"/>
                    <a:pt x="119" y="691"/>
                    <a:pt x="192" y="586"/>
                  </a:cubicBezTo>
                  <a:cubicBezTo>
                    <a:pt x="265" y="481"/>
                    <a:pt x="365" y="344"/>
                    <a:pt x="437" y="259"/>
                  </a:cubicBezTo>
                  <a:cubicBezTo>
                    <a:pt x="509" y="174"/>
                    <a:pt x="557" y="118"/>
                    <a:pt x="626" y="77"/>
                  </a:cubicBezTo>
                  <a:cubicBezTo>
                    <a:pt x="695" y="36"/>
                    <a:pt x="776" y="0"/>
                    <a:pt x="853" y="13"/>
                  </a:cubicBezTo>
                  <a:cubicBezTo>
                    <a:pt x="930" y="26"/>
                    <a:pt x="1010" y="55"/>
                    <a:pt x="1088" y="156"/>
                  </a:cubicBezTo>
                  <a:cubicBezTo>
                    <a:pt x="1166" y="257"/>
                    <a:pt x="1251" y="474"/>
                    <a:pt x="1322" y="617"/>
                  </a:cubicBezTo>
                  <a:cubicBezTo>
                    <a:pt x="1393" y="760"/>
                    <a:pt x="1455" y="889"/>
                    <a:pt x="1514" y="1017"/>
                  </a:cubicBezTo>
                  <a:cubicBezTo>
                    <a:pt x="1573" y="1145"/>
                    <a:pt x="1608" y="1291"/>
                    <a:pt x="1674" y="1385"/>
                  </a:cubicBezTo>
                  <a:cubicBezTo>
                    <a:pt x="1740" y="1479"/>
                    <a:pt x="1818" y="1584"/>
                    <a:pt x="1910" y="1583"/>
                  </a:cubicBezTo>
                  <a:cubicBezTo>
                    <a:pt x="2002" y="1582"/>
                    <a:pt x="2133" y="1456"/>
                    <a:pt x="2228" y="1379"/>
                  </a:cubicBezTo>
                  <a:cubicBezTo>
                    <a:pt x="2323" y="1302"/>
                    <a:pt x="2374" y="1186"/>
                    <a:pt x="2480" y="1121"/>
                  </a:cubicBezTo>
                  <a:cubicBezTo>
                    <a:pt x="2586" y="1056"/>
                    <a:pt x="2748" y="1060"/>
                    <a:pt x="2864" y="989"/>
                  </a:cubicBezTo>
                  <a:cubicBezTo>
                    <a:pt x="2980" y="918"/>
                    <a:pt x="3067" y="764"/>
                    <a:pt x="3176" y="695"/>
                  </a:cubicBezTo>
                  <a:cubicBezTo>
                    <a:pt x="3285" y="626"/>
                    <a:pt x="3447" y="600"/>
                    <a:pt x="3518" y="575"/>
                  </a:cubicBez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BC559EB5-23DA-236B-5A83-1D1343AB9DD9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1926" y="1388"/>
              <a:ext cx="3594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C8708D72-5B62-6CE0-3FE8-1F404ABFF442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H="1" flipV="1">
              <a:off x="2125" y="878"/>
              <a:ext cx="1" cy="94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D7A464B-E36A-EDD2-4B9C-7C3FFDC35E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1" y="1464"/>
              <a:ext cx="307" cy="254"/>
              <a:chOff x="4467" y="3617"/>
              <a:chExt cx="307" cy="254"/>
            </a:xfrm>
          </p:grpSpPr>
          <p:sp>
            <p:nvSpPr>
              <p:cNvPr id="59" name="Text Box 8">
                <a:extLst>
                  <a:ext uri="{FF2B5EF4-FFF2-40B4-BE49-F238E27FC236}">
                    <a16:creationId xmlns:a16="http://schemas.microsoft.com/office/drawing/2014/main" id="{F41F4217-90F4-9C8B-ABE9-CE264E88E574}"/>
                  </a:ext>
                </a:extLst>
              </p:cNvPr>
              <p:cNvSpPr txBox="1">
                <a:spLocks noChangeArrowheads="1"/>
              </p:cNvSpPr>
              <p:nvPr/>
            </p:nvSpPr>
            <p:spPr bwMode="ltGray">
              <a:xfrm>
                <a:off x="4467" y="3617"/>
                <a:ext cx="104" cy="2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pt-BR" i="1">
                    <a:latin typeface="Times New Roman" pitchFamily="18" charset="0"/>
                  </a:rPr>
                  <a:t>t</a:t>
                </a:r>
              </a:p>
            </p:txBody>
          </p:sp>
          <p:sp>
            <p:nvSpPr>
              <p:cNvPr id="60" name="Line 9">
                <a:extLst>
                  <a:ext uri="{FF2B5EF4-FFF2-40B4-BE49-F238E27FC236}">
                    <a16:creationId xmlns:a16="http://schemas.microsoft.com/office/drawing/2014/main" id="{A9D92186-9FBE-EC8A-E25C-E52729F5B861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4574" y="3725"/>
                <a:ext cx="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sm" len="lg"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8" name="Text Box 10">
              <a:extLst>
                <a:ext uri="{FF2B5EF4-FFF2-40B4-BE49-F238E27FC236}">
                  <a16:creationId xmlns:a16="http://schemas.microsoft.com/office/drawing/2014/main" id="{562FC808-651C-C861-0818-6C9B25C42A5F}"/>
                </a:ext>
              </a:extLst>
            </p:cNvPr>
            <p:cNvSpPr txBox="1">
              <a:spLocks noChangeArrowheads="1"/>
            </p:cNvSpPr>
            <p:nvPr/>
          </p:nvSpPr>
          <p:spPr bwMode="ltGray">
            <a:xfrm>
              <a:off x="2026" y="483"/>
              <a:ext cx="3377" cy="3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/>
                <a:t>Instantes de amostragem</a:t>
              </a:r>
              <a:r>
                <a:rPr lang="pt-BR" sz="1000"/>
                <a:t> </a:t>
              </a:r>
            </a:p>
          </p:txBody>
        </p:sp>
        <p:grpSp>
          <p:nvGrpSpPr>
            <p:cNvPr id="9" name="Group 11">
              <a:extLst>
                <a:ext uri="{FF2B5EF4-FFF2-40B4-BE49-F238E27FC236}">
                  <a16:creationId xmlns:a16="http://schemas.microsoft.com/office/drawing/2014/main" id="{DDF64284-4594-CFEB-E18D-E16451C40F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5" y="697"/>
              <a:ext cx="3178" cy="128"/>
              <a:chOff x="1433" y="997"/>
              <a:chExt cx="3178" cy="128"/>
            </a:xfrm>
          </p:grpSpPr>
          <p:sp>
            <p:nvSpPr>
              <p:cNvPr id="52" name="Line 12">
                <a:extLst>
                  <a:ext uri="{FF2B5EF4-FFF2-40B4-BE49-F238E27FC236}">
                    <a16:creationId xmlns:a16="http://schemas.microsoft.com/office/drawing/2014/main" id="{49F98ED6-B2AB-1260-FA98-DFE119B0ECCC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1966" y="997"/>
                <a:ext cx="0" cy="1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sm" len="med"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3" name="Line 13">
                <a:extLst>
                  <a:ext uri="{FF2B5EF4-FFF2-40B4-BE49-F238E27FC236}">
                    <a16:creationId xmlns:a16="http://schemas.microsoft.com/office/drawing/2014/main" id="{B0E1C7DA-9446-46E7-4D39-A110E382B42A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1433" y="997"/>
                <a:ext cx="0" cy="12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sm" len="med"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4" name="Line 14">
                <a:extLst>
                  <a:ext uri="{FF2B5EF4-FFF2-40B4-BE49-F238E27FC236}">
                    <a16:creationId xmlns:a16="http://schemas.microsoft.com/office/drawing/2014/main" id="{84DCCEC2-0991-547C-1219-B660D0C1C4AF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3025" y="997"/>
                <a:ext cx="0" cy="12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sm" len="med"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5" name="Line 15">
                <a:extLst>
                  <a:ext uri="{FF2B5EF4-FFF2-40B4-BE49-F238E27FC236}">
                    <a16:creationId xmlns:a16="http://schemas.microsoft.com/office/drawing/2014/main" id="{5FDC698C-706E-DCE2-B06F-56238208F726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2492" y="997"/>
                <a:ext cx="0" cy="1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sm" len="med"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6" name="Line 16">
                <a:extLst>
                  <a:ext uri="{FF2B5EF4-FFF2-40B4-BE49-F238E27FC236}">
                    <a16:creationId xmlns:a16="http://schemas.microsoft.com/office/drawing/2014/main" id="{090E9885-93D6-583D-BE1D-7A44CCC245E3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4611" y="997"/>
                <a:ext cx="0" cy="1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sm" len="med"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7" name="Line 17">
                <a:extLst>
                  <a:ext uri="{FF2B5EF4-FFF2-40B4-BE49-F238E27FC236}">
                    <a16:creationId xmlns:a16="http://schemas.microsoft.com/office/drawing/2014/main" id="{F1AF9D40-4D59-6164-2EF3-C7E5CF055CB8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4074" y="997"/>
                <a:ext cx="0" cy="12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sm" len="med"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8" name="Line 18">
                <a:extLst>
                  <a:ext uri="{FF2B5EF4-FFF2-40B4-BE49-F238E27FC236}">
                    <a16:creationId xmlns:a16="http://schemas.microsoft.com/office/drawing/2014/main" id="{C9962239-5E0D-A341-7841-2474B2CF724D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3558" y="997"/>
                <a:ext cx="0" cy="12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sm" len="med"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grpSp>
          <p:nvGrpSpPr>
            <p:cNvPr id="10" name="Group 19">
              <a:extLst>
                <a:ext uri="{FF2B5EF4-FFF2-40B4-BE49-F238E27FC236}">
                  <a16:creationId xmlns:a16="http://schemas.microsoft.com/office/drawing/2014/main" id="{477C03BA-F252-E39D-AEBE-97A8B3EE7D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16" y="906"/>
              <a:ext cx="537" cy="384"/>
              <a:chOff x="3024" y="1206"/>
              <a:chExt cx="537" cy="384"/>
            </a:xfrm>
          </p:grpSpPr>
          <p:sp>
            <p:nvSpPr>
              <p:cNvPr id="47" name="Line 20">
                <a:extLst>
                  <a:ext uri="{FF2B5EF4-FFF2-40B4-BE49-F238E27FC236}">
                    <a16:creationId xmlns:a16="http://schemas.microsoft.com/office/drawing/2014/main" id="{F00D5101-AFC1-EAF8-D40B-83358A790608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3561" y="1206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8" name="Text Box 21">
                <a:extLst>
                  <a:ext uri="{FF2B5EF4-FFF2-40B4-BE49-F238E27FC236}">
                    <a16:creationId xmlns:a16="http://schemas.microsoft.com/office/drawing/2014/main" id="{4790AE0A-D936-B89F-3997-F9D46975B07B}"/>
                  </a:ext>
                </a:extLst>
              </p:cNvPr>
              <p:cNvSpPr txBox="1">
                <a:spLocks noChangeArrowheads="1"/>
              </p:cNvSpPr>
              <p:nvPr/>
            </p:nvSpPr>
            <p:spPr bwMode="ltGray">
              <a:xfrm>
                <a:off x="3165" y="1254"/>
                <a:ext cx="252" cy="3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pt-BR" i="1">
                    <a:latin typeface="Times New Roman" pitchFamily="18" charset="0"/>
                  </a:rPr>
                  <a:t>T</a:t>
                </a:r>
                <a:r>
                  <a:rPr lang="pt-BR" i="1" baseline="-25000">
                    <a:latin typeface="Times New Roman" pitchFamily="18" charset="0"/>
                  </a:rPr>
                  <a:t>s</a:t>
                </a:r>
                <a:endParaRPr lang="pt-BR" i="1">
                  <a:latin typeface="Times New Roman" pitchFamily="18" charset="0"/>
                </a:endParaRPr>
              </a:p>
            </p:txBody>
          </p:sp>
          <p:sp>
            <p:nvSpPr>
              <p:cNvPr id="49" name="Line 22">
                <a:extLst>
                  <a:ext uri="{FF2B5EF4-FFF2-40B4-BE49-F238E27FC236}">
                    <a16:creationId xmlns:a16="http://schemas.microsoft.com/office/drawing/2014/main" id="{C7D862E0-B164-0B7E-5393-3DD008EB85DB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3402" y="1380"/>
                <a:ext cx="1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sm" len="lg"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0" name="Line 23">
                <a:extLst>
                  <a:ext uri="{FF2B5EF4-FFF2-40B4-BE49-F238E27FC236}">
                    <a16:creationId xmlns:a16="http://schemas.microsoft.com/office/drawing/2014/main" id="{F83B644D-68C1-6F41-75D3-15413B128F70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3030" y="1380"/>
                <a:ext cx="1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sm" len="lg"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" name="Line 24">
                <a:extLst>
                  <a:ext uri="{FF2B5EF4-FFF2-40B4-BE49-F238E27FC236}">
                    <a16:creationId xmlns:a16="http://schemas.microsoft.com/office/drawing/2014/main" id="{456476F8-622B-33BE-C624-7D703BF8F5E7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3024" y="1206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11" name="Text Box 25">
              <a:extLst>
                <a:ext uri="{FF2B5EF4-FFF2-40B4-BE49-F238E27FC236}">
                  <a16:creationId xmlns:a16="http://schemas.microsoft.com/office/drawing/2014/main" id="{7167B387-9388-21BF-6705-5F36E1D7A631}"/>
                </a:ext>
              </a:extLst>
            </p:cNvPr>
            <p:cNvSpPr txBox="1">
              <a:spLocks noChangeArrowheads="1"/>
            </p:cNvSpPr>
            <p:nvPr/>
          </p:nvSpPr>
          <p:spPr bwMode="ltGray">
            <a:xfrm>
              <a:off x="1762" y="818"/>
              <a:ext cx="360" cy="3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pt-BR" i="1" dirty="0">
                  <a:solidFill>
                    <a:schemeClr val="accent2"/>
                  </a:solidFill>
                  <a:latin typeface="Times New Roman" pitchFamily="18" charset="0"/>
                </a:rPr>
                <a:t>x</a:t>
              </a:r>
              <a:r>
                <a:rPr lang="pt-BR" dirty="0">
                  <a:solidFill>
                    <a:schemeClr val="accent2"/>
                  </a:solidFill>
                  <a:latin typeface="Times New Roman" pitchFamily="18" charset="0"/>
                </a:rPr>
                <a:t>(</a:t>
              </a:r>
              <a:r>
                <a:rPr lang="pt-BR" i="1" dirty="0">
                  <a:solidFill>
                    <a:schemeClr val="accent2"/>
                  </a:solidFill>
                  <a:latin typeface="Times New Roman" pitchFamily="18" charset="0"/>
                </a:rPr>
                <a:t>t</a:t>
              </a:r>
              <a:r>
                <a:rPr lang="pt-BR" dirty="0">
                  <a:solidFill>
                    <a:schemeClr val="accent2"/>
                  </a:solidFill>
                  <a:latin typeface="Times New Roman" pitchFamily="18" charset="0"/>
                </a:rPr>
                <a:t>)</a:t>
              </a:r>
              <a:endParaRPr lang="pt-BR" i="1" dirty="0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grpSp>
          <p:nvGrpSpPr>
            <p:cNvPr id="12" name="Group 26">
              <a:extLst>
                <a:ext uri="{FF2B5EF4-FFF2-40B4-BE49-F238E27FC236}">
                  <a16:creationId xmlns:a16="http://schemas.microsoft.com/office/drawing/2014/main" id="{60BAF9AE-36A1-73E2-062E-EB23BC8E4B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6" y="870"/>
              <a:ext cx="3179" cy="2841"/>
              <a:chOff x="1154" y="870"/>
              <a:chExt cx="3179" cy="1413"/>
            </a:xfrm>
          </p:grpSpPr>
          <p:sp>
            <p:nvSpPr>
              <p:cNvPr id="40" name="Line 27">
                <a:extLst>
                  <a:ext uri="{FF2B5EF4-FFF2-40B4-BE49-F238E27FC236}">
                    <a16:creationId xmlns:a16="http://schemas.microsoft.com/office/drawing/2014/main" id="{3FD4B6B8-A3DE-B3B1-9511-A9869C4F7A49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1688" y="870"/>
                <a:ext cx="0" cy="1413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" name="Line 28">
                <a:extLst>
                  <a:ext uri="{FF2B5EF4-FFF2-40B4-BE49-F238E27FC236}">
                    <a16:creationId xmlns:a16="http://schemas.microsoft.com/office/drawing/2014/main" id="{9846EBEE-EED2-CF6B-52DB-5E1D16F08C17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2213" y="870"/>
                <a:ext cx="0" cy="1413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" name="Line 29">
                <a:extLst>
                  <a:ext uri="{FF2B5EF4-FFF2-40B4-BE49-F238E27FC236}">
                    <a16:creationId xmlns:a16="http://schemas.microsoft.com/office/drawing/2014/main" id="{01C09EF7-F1BE-20AC-23A1-8F1A70BF8DAA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2742" y="870"/>
                <a:ext cx="0" cy="1413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" name="Line 30">
                <a:extLst>
                  <a:ext uri="{FF2B5EF4-FFF2-40B4-BE49-F238E27FC236}">
                    <a16:creationId xmlns:a16="http://schemas.microsoft.com/office/drawing/2014/main" id="{BFBD7324-909F-FAA1-0419-C9527E89BCFB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3280" y="870"/>
                <a:ext cx="0" cy="1413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" name="Line 31">
                <a:extLst>
                  <a:ext uri="{FF2B5EF4-FFF2-40B4-BE49-F238E27FC236}">
                    <a16:creationId xmlns:a16="http://schemas.microsoft.com/office/drawing/2014/main" id="{763F5AB1-0857-4AC6-8AF0-0B1287675F31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3797" y="870"/>
                <a:ext cx="0" cy="1413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5" name="Line 32">
                <a:extLst>
                  <a:ext uri="{FF2B5EF4-FFF2-40B4-BE49-F238E27FC236}">
                    <a16:creationId xmlns:a16="http://schemas.microsoft.com/office/drawing/2014/main" id="{8DA04DD8-FF1E-92F3-1766-553AC08824C7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4333" y="870"/>
                <a:ext cx="0" cy="1413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6" name="Line 33">
                <a:extLst>
                  <a:ext uri="{FF2B5EF4-FFF2-40B4-BE49-F238E27FC236}">
                    <a16:creationId xmlns:a16="http://schemas.microsoft.com/office/drawing/2014/main" id="{B2E2BAFE-D3A1-F7DC-B040-745F245BCF71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1154" y="870"/>
                <a:ext cx="0" cy="1413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13" name="Line 34">
              <a:extLst>
                <a:ext uri="{FF2B5EF4-FFF2-40B4-BE49-F238E27FC236}">
                  <a16:creationId xmlns:a16="http://schemas.microsoft.com/office/drawing/2014/main" id="{AC3BDF58-58CC-F15A-7C60-167C7631D849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1926" y="3344"/>
              <a:ext cx="3594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4" name="Line 35">
              <a:extLst>
                <a:ext uri="{FF2B5EF4-FFF2-40B4-BE49-F238E27FC236}">
                  <a16:creationId xmlns:a16="http://schemas.microsoft.com/office/drawing/2014/main" id="{C10CAC8E-F3EF-6868-DEEB-57A9E842580D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H="1" flipV="1">
              <a:off x="2125" y="2834"/>
              <a:ext cx="1" cy="94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15" name="Group 36">
              <a:extLst>
                <a:ext uri="{FF2B5EF4-FFF2-40B4-BE49-F238E27FC236}">
                  <a16:creationId xmlns:a16="http://schemas.microsoft.com/office/drawing/2014/main" id="{5B7B0851-FA51-E43C-8B83-55B76B4854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1" y="3420"/>
              <a:ext cx="307" cy="252"/>
              <a:chOff x="4467" y="3617"/>
              <a:chExt cx="307" cy="252"/>
            </a:xfrm>
          </p:grpSpPr>
          <p:sp>
            <p:nvSpPr>
              <p:cNvPr id="38" name="Text Box 37">
                <a:extLst>
                  <a:ext uri="{FF2B5EF4-FFF2-40B4-BE49-F238E27FC236}">
                    <a16:creationId xmlns:a16="http://schemas.microsoft.com/office/drawing/2014/main" id="{F5F7AEDE-8D3D-DB8C-0195-B3EE93F2DE51}"/>
                  </a:ext>
                </a:extLst>
              </p:cNvPr>
              <p:cNvSpPr txBox="1">
                <a:spLocks noChangeArrowheads="1"/>
              </p:cNvSpPr>
              <p:nvPr/>
            </p:nvSpPr>
            <p:spPr bwMode="ltGray">
              <a:xfrm>
                <a:off x="4467" y="3617"/>
                <a:ext cx="104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pt-BR" i="1">
                    <a:latin typeface="Times New Roman" pitchFamily="18" charset="0"/>
                  </a:rPr>
                  <a:t>t</a:t>
                </a:r>
              </a:p>
            </p:txBody>
          </p:sp>
          <p:sp>
            <p:nvSpPr>
              <p:cNvPr id="39" name="Line 38">
                <a:extLst>
                  <a:ext uri="{FF2B5EF4-FFF2-40B4-BE49-F238E27FC236}">
                    <a16:creationId xmlns:a16="http://schemas.microsoft.com/office/drawing/2014/main" id="{29844DA9-A050-0B78-91B8-051F19F4C7E9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4574" y="3725"/>
                <a:ext cx="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sm" len="lg"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16" name="Freeform 39">
              <a:extLst>
                <a:ext uri="{FF2B5EF4-FFF2-40B4-BE49-F238E27FC236}">
                  <a16:creationId xmlns:a16="http://schemas.microsoft.com/office/drawing/2014/main" id="{591ACA24-FFF2-B10C-ABB3-BEB3B3882253}"/>
                </a:ext>
              </a:extLst>
            </p:cNvPr>
            <p:cNvSpPr>
              <a:spLocks/>
            </p:cNvSpPr>
            <p:nvPr/>
          </p:nvSpPr>
          <p:spPr bwMode="ltGray">
            <a:xfrm>
              <a:off x="1962" y="2909"/>
              <a:ext cx="3518" cy="824"/>
            </a:xfrm>
            <a:custGeom>
              <a:avLst/>
              <a:gdLst/>
              <a:ahLst/>
              <a:cxnLst>
                <a:cxn ang="0">
                  <a:pos x="0" y="894"/>
                </a:cxn>
                <a:cxn ang="0">
                  <a:pos x="192" y="586"/>
                </a:cxn>
                <a:cxn ang="0">
                  <a:pos x="437" y="259"/>
                </a:cxn>
                <a:cxn ang="0">
                  <a:pos x="626" y="77"/>
                </a:cxn>
                <a:cxn ang="0">
                  <a:pos x="853" y="13"/>
                </a:cxn>
                <a:cxn ang="0">
                  <a:pos x="1088" y="156"/>
                </a:cxn>
                <a:cxn ang="0">
                  <a:pos x="1322" y="617"/>
                </a:cxn>
                <a:cxn ang="0">
                  <a:pos x="1514" y="1017"/>
                </a:cxn>
                <a:cxn ang="0">
                  <a:pos x="1674" y="1385"/>
                </a:cxn>
                <a:cxn ang="0">
                  <a:pos x="1910" y="1583"/>
                </a:cxn>
                <a:cxn ang="0">
                  <a:pos x="2228" y="1379"/>
                </a:cxn>
                <a:cxn ang="0">
                  <a:pos x="2480" y="1121"/>
                </a:cxn>
                <a:cxn ang="0">
                  <a:pos x="2864" y="989"/>
                </a:cxn>
                <a:cxn ang="0">
                  <a:pos x="3176" y="695"/>
                </a:cxn>
                <a:cxn ang="0">
                  <a:pos x="3518" y="575"/>
                </a:cxn>
              </a:cxnLst>
              <a:rect l="0" t="0" r="r" b="b"/>
              <a:pathLst>
                <a:path w="3518" h="1584">
                  <a:moveTo>
                    <a:pt x="0" y="894"/>
                  </a:moveTo>
                  <a:cubicBezTo>
                    <a:pt x="59" y="791"/>
                    <a:pt x="119" y="691"/>
                    <a:pt x="192" y="586"/>
                  </a:cubicBezTo>
                  <a:cubicBezTo>
                    <a:pt x="265" y="481"/>
                    <a:pt x="365" y="344"/>
                    <a:pt x="437" y="259"/>
                  </a:cubicBezTo>
                  <a:cubicBezTo>
                    <a:pt x="509" y="174"/>
                    <a:pt x="557" y="118"/>
                    <a:pt x="626" y="77"/>
                  </a:cubicBezTo>
                  <a:cubicBezTo>
                    <a:pt x="695" y="36"/>
                    <a:pt x="776" y="0"/>
                    <a:pt x="853" y="13"/>
                  </a:cubicBezTo>
                  <a:cubicBezTo>
                    <a:pt x="930" y="26"/>
                    <a:pt x="1010" y="55"/>
                    <a:pt x="1088" y="156"/>
                  </a:cubicBezTo>
                  <a:cubicBezTo>
                    <a:pt x="1166" y="257"/>
                    <a:pt x="1251" y="474"/>
                    <a:pt x="1322" y="617"/>
                  </a:cubicBezTo>
                  <a:cubicBezTo>
                    <a:pt x="1393" y="760"/>
                    <a:pt x="1455" y="889"/>
                    <a:pt x="1514" y="1017"/>
                  </a:cubicBezTo>
                  <a:cubicBezTo>
                    <a:pt x="1573" y="1145"/>
                    <a:pt x="1608" y="1291"/>
                    <a:pt x="1674" y="1385"/>
                  </a:cubicBezTo>
                  <a:cubicBezTo>
                    <a:pt x="1740" y="1479"/>
                    <a:pt x="1818" y="1584"/>
                    <a:pt x="1910" y="1583"/>
                  </a:cubicBezTo>
                  <a:cubicBezTo>
                    <a:pt x="2002" y="1582"/>
                    <a:pt x="2133" y="1456"/>
                    <a:pt x="2228" y="1379"/>
                  </a:cubicBezTo>
                  <a:cubicBezTo>
                    <a:pt x="2323" y="1302"/>
                    <a:pt x="2374" y="1186"/>
                    <a:pt x="2480" y="1121"/>
                  </a:cubicBezTo>
                  <a:cubicBezTo>
                    <a:pt x="2586" y="1056"/>
                    <a:pt x="2748" y="1060"/>
                    <a:pt x="2864" y="989"/>
                  </a:cubicBezTo>
                  <a:cubicBezTo>
                    <a:pt x="2980" y="918"/>
                    <a:pt x="3067" y="764"/>
                    <a:pt x="3176" y="695"/>
                  </a:cubicBezTo>
                  <a:cubicBezTo>
                    <a:pt x="3285" y="626"/>
                    <a:pt x="3447" y="600"/>
                    <a:pt x="3518" y="575"/>
                  </a:cubicBezTo>
                </a:path>
              </a:pathLst>
            </a:custGeom>
            <a:noFill/>
            <a:ln w="25400" cap="flat" cmpd="sng">
              <a:solidFill>
                <a:schemeClr val="accent2">
                  <a:alpha val="50000"/>
                </a:schemeClr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7" name="Text Box 40">
              <a:extLst>
                <a:ext uri="{FF2B5EF4-FFF2-40B4-BE49-F238E27FC236}">
                  <a16:creationId xmlns:a16="http://schemas.microsoft.com/office/drawing/2014/main" id="{5D79DE4C-698E-BA68-6F8B-3FFC67594F9F}"/>
                </a:ext>
              </a:extLst>
            </p:cNvPr>
            <p:cNvSpPr txBox="1">
              <a:spLocks noChangeArrowheads="1"/>
            </p:cNvSpPr>
            <p:nvPr/>
          </p:nvSpPr>
          <p:spPr bwMode="ltGray">
            <a:xfrm>
              <a:off x="1119" y="2648"/>
              <a:ext cx="1005" cy="11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pt-BR" i="1" dirty="0" err="1">
                  <a:solidFill>
                    <a:srgbClr val="063DE8"/>
                  </a:solidFill>
                  <a:latin typeface="Times New Roman" pitchFamily="18" charset="0"/>
                </a:rPr>
                <a:t>x</a:t>
              </a:r>
              <a:r>
                <a:rPr lang="pt-BR" i="1" baseline="-25000" dirty="0" err="1">
                  <a:solidFill>
                    <a:srgbClr val="063DE8"/>
                  </a:solidFill>
                  <a:latin typeface="Times New Roman" pitchFamily="18" charset="0"/>
                </a:rPr>
                <a:t>s</a:t>
              </a:r>
              <a:r>
                <a:rPr lang="pt-BR" dirty="0">
                  <a:solidFill>
                    <a:srgbClr val="063DE8"/>
                  </a:solidFill>
                  <a:latin typeface="Times New Roman" pitchFamily="18" charset="0"/>
                </a:rPr>
                <a:t>(</a:t>
              </a:r>
              <a:r>
                <a:rPr lang="pt-BR" i="1" dirty="0">
                  <a:solidFill>
                    <a:srgbClr val="063DE8"/>
                  </a:solidFill>
                  <a:latin typeface="Times New Roman" pitchFamily="18" charset="0"/>
                </a:rPr>
                <a:t>t</a:t>
              </a:r>
              <a:r>
                <a:rPr lang="pt-BR" dirty="0">
                  <a:solidFill>
                    <a:srgbClr val="063DE8"/>
                  </a:solidFill>
                  <a:latin typeface="Times New Roman" pitchFamily="18" charset="0"/>
                </a:rPr>
                <a:t>) = </a:t>
              </a:r>
              <a:r>
                <a:rPr lang="pt-BR" i="1" dirty="0">
                  <a:solidFill>
                    <a:srgbClr val="063DE8"/>
                  </a:solidFill>
                  <a:latin typeface="Times New Roman" pitchFamily="18" charset="0"/>
                </a:rPr>
                <a:t>x</a:t>
              </a:r>
              <a:r>
                <a:rPr lang="pt-BR" dirty="0">
                  <a:solidFill>
                    <a:srgbClr val="063DE8"/>
                  </a:solidFill>
                  <a:latin typeface="Times New Roman" pitchFamily="18" charset="0"/>
                </a:rPr>
                <a:t>(</a:t>
              </a:r>
              <a:r>
                <a:rPr lang="pt-BR" i="1" dirty="0">
                  <a:solidFill>
                    <a:srgbClr val="063DE8"/>
                  </a:solidFill>
                  <a:latin typeface="Times New Roman" pitchFamily="18" charset="0"/>
                </a:rPr>
                <a:t>t</a:t>
              </a:r>
              <a:r>
                <a:rPr lang="pt-BR" dirty="0">
                  <a:solidFill>
                    <a:srgbClr val="063DE8"/>
                  </a:solidFill>
                  <a:latin typeface="Times New Roman" pitchFamily="18" charset="0"/>
                </a:rPr>
                <a:t>)</a:t>
              </a:r>
              <a:r>
                <a:rPr lang="pt-BR" i="1" dirty="0">
                  <a:solidFill>
                    <a:srgbClr val="063DE8"/>
                  </a:solidFill>
                  <a:latin typeface="Times New Roman" pitchFamily="18" charset="0"/>
                  <a:sym typeface="Symbol" pitchFamily="18" charset="2"/>
                </a:rPr>
                <a:t></a:t>
              </a:r>
              <a:r>
                <a:rPr lang="pt-BR" i="1" baseline="-25000" dirty="0" err="1">
                  <a:solidFill>
                    <a:srgbClr val="063DE8"/>
                  </a:solidFill>
                  <a:latin typeface="Times New Roman" pitchFamily="18" charset="0"/>
                  <a:sym typeface="Symbol" pitchFamily="18" charset="2"/>
                </a:rPr>
                <a:t>Ts</a:t>
              </a:r>
              <a:r>
                <a:rPr lang="pt-BR" dirty="0">
                  <a:solidFill>
                    <a:srgbClr val="063DE8"/>
                  </a:solidFill>
                  <a:latin typeface="Times New Roman" pitchFamily="18" charset="0"/>
                </a:rPr>
                <a:t>(</a:t>
              </a:r>
              <a:r>
                <a:rPr lang="pt-BR" i="1" dirty="0">
                  <a:solidFill>
                    <a:srgbClr val="063DE8"/>
                  </a:solidFill>
                  <a:latin typeface="Times New Roman" pitchFamily="18" charset="0"/>
                </a:rPr>
                <a:t>t</a:t>
              </a:r>
              <a:r>
                <a:rPr lang="pt-BR" dirty="0">
                  <a:solidFill>
                    <a:srgbClr val="063DE8"/>
                  </a:solidFill>
                  <a:latin typeface="Times New Roman" pitchFamily="18" charset="0"/>
                </a:rPr>
                <a:t>)</a:t>
              </a:r>
              <a:endParaRPr lang="pt-BR" i="1" dirty="0">
                <a:solidFill>
                  <a:srgbClr val="063DE8"/>
                </a:solidFill>
                <a:latin typeface="Times New Roman" pitchFamily="18" charset="0"/>
              </a:endParaRPr>
            </a:p>
            <a:p>
              <a:pPr algn="r">
                <a:spcBef>
                  <a:spcPct val="50000"/>
                </a:spcBef>
              </a:pPr>
              <a:endParaRPr lang="pt-BR" i="1" dirty="0">
                <a:latin typeface="Times New Roman" pitchFamily="18" charset="0"/>
              </a:endParaRPr>
            </a:p>
            <a:p>
              <a:pPr algn="r">
                <a:spcBef>
                  <a:spcPct val="50000"/>
                </a:spcBef>
              </a:pPr>
              <a:endParaRPr lang="pt-BR" i="1" dirty="0">
                <a:latin typeface="Times New Roman" pitchFamily="18" charset="0"/>
              </a:endParaRPr>
            </a:p>
          </p:txBody>
        </p:sp>
        <p:sp>
          <p:nvSpPr>
            <p:cNvPr id="18" name="Line 41">
              <a:extLst>
                <a:ext uri="{FF2B5EF4-FFF2-40B4-BE49-F238E27FC236}">
                  <a16:creationId xmlns:a16="http://schemas.microsoft.com/office/drawing/2014/main" id="{CF9C2062-E114-CCA6-8F08-E328C323C5C6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2124" y="3222"/>
              <a:ext cx="1" cy="126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triangle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Line 42">
              <a:extLst>
                <a:ext uri="{FF2B5EF4-FFF2-40B4-BE49-F238E27FC236}">
                  <a16:creationId xmlns:a16="http://schemas.microsoft.com/office/drawing/2014/main" id="{172BD551-448E-BA5B-DB5D-1022469D61D4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2658" y="2907"/>
              <a:ext cx="1" cy="441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triangle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Line 43">
              <a:extLst>
                <a:ext uri="{FF2B5EF4-FFF2-40B4-BE49-F238E27FC236}">
                  <a16:creationId xmlns:a16="http://schemas.microsoft.com/office/drawing/2014/main" id="{3F704ED5-EBE0-4BC1-2A36-4835EE05C25C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3186" y="3108"/>
              <a:ext cx="1" cy="240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triangle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Line 44">
              <a:extLst>
                <a:ext uri="{FF2B5EF4-FFF2-40B4-BE49-F238E27FC236}">
                  <a16:creationId xmlns:a16="http://schemas.microsoft.com/office/drawing/2014/main" id="{4E94A31F-7F3C-5024-23D7-7AD37037DE3C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H="1">
              <a:off x="3714" y="3342"/>
              <a:ext cx="1" cy="345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triangle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Line 45">
              <a:extLst>
                <a:ext uri="{FF2B5EF4-FFF2-40B4-BE49-F238E27FC236}">
                  <a16:creationId xmlns:a16="http://schemas.microsoft.com/office/drawing/2014/main" id="{4A0E6E30-2EA8-927A-253A-EA895E44DB1D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H="1">
              <a:off x="4254" y="3339"/>
              <a:ext cx="1" cy="273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triangle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Line 46">
              <a:extLst>
                <a:ext uri="{FF2B5EF4-FFF2-40B4-BE49-F238E27FC236}">
                  <a16:creationId xmlns:a16="http://schemas.microsoft.com/office/drawing/2014/main" id="{4FE6E234-741A-82B3-3BA8-1DD117C4C069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H="1">
              <a:off x="4770" y="3342"/>
              <a:ext cx="3" cy="114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triangle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Line 47">
              <a:extLst>
                <a:ext uri="{FF2B5EF4-FFF2-40B4-BE49-F238E27FC236}">
                  <a16:creationId xmlns:a16="http://schemas.microsoft.com/office/drawing/2014/main" id="{372AAE26-594C-7991-AF2F-A8E5F74C41A3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5304" y="3222"/>
              <a:ext cx="1" cy="129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triangle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Line 48">
              <a:extLst>
                <a:ext uri="{FF2B5EF4-FFF2-40B4-BE49-F238E27FC236}">
                  <a16:creationId xmlns:a16="http://schemas.microsoft.com/office/drawing/2014/main" id="{F2C3C2B6-F8A4-B07F-266D-646853DC0FC1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1926" y="2451"/>
              <a:ext cx="3594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6" name="Line 49">
              <a:extLst>
                <a:ext uri="{FF2B5EF4-FFF2-40B4-BE49-F238E27FC236}">
                  <a16:creationId xmlns:a16="http://schemas.microsoft.com/office/drawing/2014/main" id="{78B94D82-4196-6D63-E695-5D90AA9C9F51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H="1" flipV="1">
              <a:off x="2126" y="1997"/>
              <a:ext cx="1" cy="55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27" name="Group 50">
              <a:extLst>
                <a:ext uri="{FF2B5EF4-FFF2-40B4-BE49-F238E27FC236}">
                  <a16:creationId xmlns:a16="http://schemas.microsoft.com/office/drawing/2014/main" id="{F7CA132A-8CD9-0F1E-A852-5A687B53E8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1" y="2527"/>
              <a:ext cx="307" cy="254"/>
              <a:chOff x="4467" y="3617"/>
              <a:chExt cx="307" cy="254"/>
            </a:xfrm>
          </p:grpSpPr>
          <p:sp>
            <p:nvSpPr>
              <p:cNvPr id="36" name="Text Box 51">
                <a:extLst>
                  <a:ext uri="{FF2B5EF4-FFF2-40B4-BE49-F238E27FC236}">
                    <a16:creationId xmlns:a16="http://schemas.microsoft.com/office/drawing/2014/main" id="{0A68D4BD-F9F1-1A4D-ED90-AE93D7CDA27A}"/>
                  </a:ext>
                </a:extLst>
              </p:cNvPr>
              <p:cNvSpPr txBox="1">
                <a:spLocks noChangeArrowheads="1"/>
              </p:cNvSpPr>
              <p:nvPr/>
            </p:nvSpPr>
            <p:spPr bwMode="ltGray">
              <a:xfrm>
                <a:off x="4467" y="3617"/>
                <a:ext cx="104" cy="2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pt-BR" i="1">
                    <a:latin typeface="Times New Roman" pitchFamily="18" charset="0"/>
                  </a:rPr>
                  <a:t>t</a:t>
                </a:r>
              </a:p>
            </p:txBody>
          </p:sp>
          <p:sp>
            <p:nvSpPr>
              <p:cNvPr id="37" name="Line 52">
                <a:extLst>
                  <a:ext uri="{FF2B5EF4-FFF2-40B4-BE49-F238E27FC236}">
                    <a16:creationId xmlns:a16="http://schemas.microsoft.com/office/drawing/2014/main" id="{B3287415-794D-7E1D-73E2-9CE3F3BB3D37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4574" y="3725"/>
                <a:ext cx="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sm" len="lg"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28" name="Text Box 53">
              <a:extLst>
                <a:ext uri="{FF2B5EF4-FFF2-40B4-BE49-F238E27FC236}">
                  <a16:creationId xmlns:a16="http://schemas.microsoft.com/office/drawing/2014/main" id="{1C12E9ED-110F-94C1-9B3A-30838D986097}"/>
                </a:ext>
              </a:extLst>
            </p:cNvPr>
            <p:cNvSpPr txBox="1">
              <a:spLocks noChangeArrowheads="1"/>
            </p:cNvSpPr>
            <p:nvPr/>
          </p:nvSpPr>
          <p:spPr bwMode="ltGray">
            <a:xfrm>
              <a:off x="1676" y="1929"/>
              <a:ext cx="444" cy="3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pt-BR" i="1" dirty="0">
                  <a:solidFill>
                    <a:srgbClr val="FF0000"/>
                  </a:solidFill>
                  <a:latin typeface="Times New Roman" pitchFamily="18" charset="0"/>
                  <a:sym typeface="Symbol" pitchFamily="18" charset="2"/>
                </a:rPr>
                <a:t></a:t>
              </a:r>
              <a:r>
                <a:rPr lang="pt-BR" i="1" baseline="-25000" dirty="0" err="1">
                  <a:solidFill>
                    <a:srgbClr val="FF0000"/>
                  </a:solidFill>
                  <a:latin typeface="Times New Roman" pitchFamily="18" charset="0"/>
                  <a:sym typeface="Symbol" pitchFamily="18" charset="2"/>
                </a:rPr>
                <a:t>Ts</a:t>
              </a:r>
              <a:r>
                <a:rPr lang="pt-BR" dirty="0">
                  <a:solidFill>
                    <a:srgbClr val="FF0000"/>
                  </a:solidFill>
                  <a:latin typeface="Times New Roman" pitchFamily="18" charset="0"/>
                </a:rPr>
                <a:t>(</a:t>
              </a:r>
              <a:r>
                <a:rPr lang="pt-BR" i="1" dirty="0">
                  <a:solidFill>
                    <a:srgbClr val="FF0000"/>
                  </a:solidFill>
                  <a:latin typeface="Times New Roman" pitchFamily="18" charset="0"/>
                </a:rPr>
                <a:t>t</a:t>
              </a:r>
              <a:r>
                <a:rPr lang="pt-BR" dirty="0">
                  <a:solidFill>
                    <a:srgbClr val="FF0000"/>
                  </a:solidFill>
                  <a:latin typeface="Times New Roman" pitchFamily="18" charset="0"/>
                </a:rPr>
                <a:t>)</a:t>
              </a:r>
              <a:endParaRPr lang="pt-BR" i="1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29" name="Line 54">
              <a:extLst>
                <a:ext uri="{FF2B5EF4-FFF2-40B4-BE49-F238E27FC236}">
                  <a16:creationId xmlns:a16="http://schemas.microsoft.com/office/drawing/2014/main" id="{8FD27AEF-2421-8B76-527D-42A7ED9B6A38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2658" y="2165"/>
              <a:ext cx="1" cy="28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Line 55">
              <a:extLst>
                <a:ext uri="{FF2B5EF4-FFF2-40B4-BE49-F238E27FC236}">
                  <a16:creationId xmlns:a16="http://schemas.microsoft.com/office/drawing/2014/main" id="{827A9059-2929-9538-96CC-1E35A1A123C5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2122" y="2165"/>
              <a:ext cx="1" cy="28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Line 56">
              <a:extLst>
                <a:ext uri="{FF2B5EF4-FFF2-40B4-BE49-F238E27FC236}">
                  <a16:creationId xmlns:a16="http://schemas.microsoft.com/office/drawing/2014/main" id="{5722BBC0-03C9-BC37-A3E2-A247FC0B0B08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3718" y="2165"/>
              <a:ext cx="1" cy="28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Line 57">
              <a:extLst>
                <a:ext uri="{FF2B5EF4-FFF2-40B4-BE49-F238E27FC236}">
                  <a16:creationId xmlns:a16="http://schemas.microsoft.com/office/drawing/2014/main" id="{EFE7B142-4422-5215-2DFF-5F039D87019B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3186" y="2165"/>
              <a:ext cx="1" cy="28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Line 58">
              <a:extLst>
                <a:ext uri="{FF2B5EF4-FFF2-40B4-BE49-F238E27FC236}">
                  <a16:creationId xmlns:a16="http://schemas.microsoft.com/office/drawing/2014/main" id="{F46E4F5D-E270-FCDA-EEB6-08804DF22B05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4770" y="2165"/>
              <a:ext cx="1" cy="28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Line 59">
              <a:extLst>
                <a:ext uri="{FF2B5EF4-FFF2-40B4-BE49-F238E27FC236}">
                  <a16:creationId xmlns:a16="http://schemas.microsoft.com/office/drawing/2014/main" id="{16B48A47-1F28-FA68-9448-E2FF7F4E2653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4250" y="2165"/>
              <a:ext cx="1" cy="28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Line 60">
              <a:extLst>
                <a:ext uri="{FF2B5EF4-FFF2-40B4-BE49-F238E27FC236}">
                  <a16:creationId xmlns:a16="http://schemas.microsoft.com/office/drawing/2014/main" id="{DE28F292-82CD-3A3F-895A-6C2A1C7597A0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5302" y="2165"/>
              <a:ext cx="1" cy="28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  <p:graphicFrame>
        <p:nvGraphicFramePr>
          <p:cNvPr id="61" name="Objeto 60">
            <a:extLst>
              <a:ext uri="{FF2B5EF4-FFF2-40B4-BE49-F238E27FC236}">
                <a16:creationId xmlns:a16="http://schemas.microsoft.com/office/drawing/2014/main" id="{E54BD13B-AE3E-A469-621F-B41B3BCA67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9450" y="5089525"/>
          <a:ext cx="6128981" cy="926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2857320" imgH="431640" progId="Equation.3">
                  <p:embed/>
                </p:oleObj>
              </mc:Choice>
              <mc:Fallback>
                <p:oleObj name="Equação" r:id="rId2" imgW="2857320" imgH="431640" progId="Equation.3">
                  <p:embed/>
                  <p:pic>
                    <p:nvPicPr>
                      <p:cNvPr id="63" name="Objeto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9450" y="5089525"/>
                        <a:ext cx="6128981" cy="9262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8276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A4349A-410C-EC52-AAE4-17A3DE588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Espectro de Sinal Amostrado</a:t>
            </a:r>
          </a:p>
        </p:txBody>
      </p:sp>
      <p:grpSp>
        <p:nvGrpSpPr>
          <p:cNvPr id="3" name="Group 61">
            <a:extLst>
              <a:ext uri="{FF2B5EF4-FFF2-40B4-BE49-F238E27FC236}">
                <a16:creationId xmlns:a16="http://schemas.microsoft.com/office/drawing/2014/main" id="{0A40A223-8F1C-690F-95DF-B549E5AB6ECA}"/>
              </a:ext>
            </a:extLst>
          </p:cNvPr>
          <p:cNvGrpSpPr>
            <a:grpSpLocks/>
          </p:cNvGrpSpPr>
          <p:nvPr/>
        </p:nvGrpSpPr>
        <p:grpSpPr bwMode="auto">
          <a:xfrm>
            <a:off x="2118518" y="2751176"/>
            <a:ext cx="7954963" cy="1716087"/>
            <a:chOff x="384" y="1343"/>
            <a:chExt cx="5011" cy="1081"/>
          </a:xfrm>
        </p:grpSpPr>
        <p:sp>
          <p:nvSpPr>
            <p:cNvPr id="4" name="Line 4">
              <a:extLst>
                <a:ext uri="{FF2B5EF4-FFF2-40B4-BE49-F238E27FC236}">
                  <a16:creationId xmlns:a16="http://schemas.microsoft.com/office/drawing/2014/main" id="{19B91A3E-E013-3C83-0DE4-D5B34745872D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3226" y="2137"/>
              <a:ext cx="0" cy="44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1B9A00D9-A073-734B-030A-3CCA278033F9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2479" y="2131"/>
              <a:ext cx="0" cy="44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EF1F32F4-F050-F590-40FF-B73AAD278F8D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658" y="2168"/>
              <a:ext cx="4724" cy="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BBBC9F1-BE34-D539-CBED-27CD4A05ECEF}"/>
                </a:ext>
              </a:extLst>
            </p:cNvPr>
            <p:cNvSpPr>
              <a:spLocks/>
            </p:cNvSpPr>
            <p:nvPr/>
          </p:nvSpPr>
          <p:spPr bwMode="gray">
            <a:xfrm>
              <a:off x="2479" y="1700"/>
              <a:ext cx="743" cy="472"/>
            </a:xfrm>
            <a:custGeom>
              <a:avLst/>
              <a:gdLst/>
              <a:ahLst/>
              <a:cxnLst>
                <a:cxn ang="0">
                  <a:pos x="0" y="792"/>
                </a:cxn>
                <a:cxn ang="0">
                  <a:pos x="984" y="0"/>
                </a:cxn>
                <a:cxn ang="0">
                  <a:pos x="1964" y="792"/>
                </a:cxn>
              </a:cxnLst>
              <a:rect l="0" t="0" r="r" b="b"/>
              <a:pathLst>
                <a:path w="1964" h="792">
                  <a:moveTo>
                    <a:pt x="0" y="792"/>
                  </a:moveTo>
                  <a:cubicBezTo>
                    <a:pt x="328" y="396"/>
                    <a:pt x="657" y="0"/>
                    <a:pt x="984" y="0"/>
                  </a:cubicBezTo>
                  <a:cubicBezTo>
                    <a:pt x="1311" y="0"/>
                    <a:pt x="1637" y="396"/>
                    <a:pt x="1964" y="792"/>
                  </a:cubicBezTo>
                </a:path>
              </a:pathLst>
            </a:custGeom>
            <a:solidFill>
              <a:srgbClr val="CCFFCC"/>
            </a:solidFill>
            <a:ln w="38100" cmpd="sng">
              <a:solidFill>
                <a:srgbClr val="00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6BEC04B2-E18F-393F-62F2-0753ECE6E65B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84" y="2169"/>
              <a:ext cx="2119" cy="4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F8C3B13F-09C5-D1DE-2AA0-ABD180C1F976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3216" y="2169"/>
              <a:ext cx="2166" cy="1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D031B022-970C-9628-C0BE-E5A055E7890F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318" y="2183"/>
              <a:ext cx="279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tIns="0" bIns="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pt-BR">
                  <a:latin typeface="Times New Roman" pitchFamily="18" charset="0"/>
                </a:rPr>
                <a:t>-</a:t>
              </a:r>
              <a:r>
                <a:rPr lang="pt-BR" i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168EAC1B-39D0-636E-9BD3-A62BEB38AC39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121" y="2183"/>
              <a:ext cx="193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t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i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2" name="Text Box 12">
              <a:extLst>
                <a:ext uri="{FF2B5EF4-FFF2-40B4-BE49-F238E27FC236}">
                  <a16:creationId xmlns:a16="http://schemas.microsoft.com/office/drawing/2014/main" id="{C3125D8A-723A-182E-B0C2-EF3C90BE09C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414" y="1343"/>
              <a:ext cx="477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tIns="0" bIns="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pt-BR" i="1">
                  <a:latin typeface="Times New Roman" pitchFamily="18" charset="0"/>
                </a:rPr>
                <a:t>X</a:t>
              </a:r>
              <a:r>
                <a:rPr lang="pt-BR">
                  <a:latin typeface="Times New Roman" pitchFamily="18" charset="0"/>
                </a:rPr>
                <a:t>(</a:t>
              </a:r>
              <a:r>
                <a:rPr lang="pt-BR" i="1">
                  <a:latin typeface="Times New Roman" pitchFamily="18" charset="0"/>
                </a:rPr>
                <a:t> f </a:t>
              </a:r>
              <a:r>
                <a:rPr lang="pt-BR">
                  <a:latin typeface="Times New Roman" pitchFamily="18" charset="0"/>
                </a:rPr>
                <a:t>)</a:t>
              </a:r>
              <a:endParaRPr lang="pt-BR" i="1">
                <a:latin typeface="Times New Roman" pitchFamily="18" charset="0"/>
              </a:endParaRPr>
            </a:p>
          </p:txBody>
        </p: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6D1D797B-7DCB-B333-E98C-B35514615A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69" y="2181"/>
              <a:ext cx="315" cy="243"/>
              <a:chOff x="3029" y="1580"/>
              <a:chExt cx="315" cy="334"/>
            </a:xfrm>
          </p:grpSpPr>
          <p:sp>
            <p:nvSpPr>
              <p:cNvPr id="20" name="Text Box 14">
                <a:extLst>
                  <a:ext uri="{FF2B5EF4-FFF2-40B4-BE49-F238E27FC236}">
                    <a16:creationId xmlns:a16="http://schemas.microsoft.com/office/drawing/2014/main" id="{F2F07097-1D23-91DB-5B5C-9A974CEBFE97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3029" y="1580"/>
                <a:ext cx="153" cy="3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tIns="0" bIns="108000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pt-BR" i="1">
                    <a:latin typeface="Times New Roman" pitchFamily="18" charset="0"/>
                  </a:rPr>
                  <a:t>f</a:t>
                </a:r>
              </a:p>
            </p:txBody>
          </p:sp>
          <p:sp>
            <p:nvSpPr>
              <p:cNvPr id="21" name="Line 15">
                <a:extLst>
                  <a:ext uri="{FF2B5EF4-FFF2-40B4-BE49-F238E27FC236}">
                    <a16:creationId xmlns:a16="http://schemas.microsoft.com/office/drawing/2014/main" id="{5E4659F5-8626-4DBD-CC3A-A0268233B866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3164" y="1700"/>
                <a:ext cx="180" cy="4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 type="stealth" w="sm" len="med"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14" name="Text Box 16">
              <a:extLst>
                <a:ext uri="{FF2B5EF4-FFF2-40B4-BE49-F238E27FC236}">
                  <a16:creationId xmlns:a16="http://schemas.microsoft.com/office/drawing/2014/main" id="{7F4EEC85-8A62-85DC-9458-62A97AB9BE5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741" y="2183"/>
              <a:ext cx="193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t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15" name="Line 17">
              <a:extLst>
                <a:ext uri="{FF2B5EF4-FFF2-40B4-BE49-F238E27FC236}">
                  <a16:creationId xmlns:a16="http://schemas.microsoft.com/office/drawing/2014/main" id="{7789D600-AC2A-9729-E8D4-3F51F50C9107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2850" y="1414"/>
              <a:ext cx="0" cy="7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6" name="Text Box 18">
              <a:extLst>
                <a:ext uri="{FF2B5EF4-FFF2-40B4-BE49-F238E27FC236}">
                  <a16:creationId xmlns:a16="http://schemas.microsoft.com/office/drawing/2014/main" id="{DDAE21DF-1393-3D37-858A-6AC2B7B20303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647" y="1527"/>
              <a:ext cx="193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t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i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17" name="Line 19">
              <a:extLst>
                <a:ext uri="{FF2B5EF4-FFF2-40B4-BE49-F238E27FC236}">
                  <a16:creationId xmlns:a16="http://schemas.microsoft.com/office/drawing/2014/main" id="{8AC2DFF5-D821-8A57-F966-A6080B30504A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852" y="1697"/>
              <a:ext cx="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Line 52">
              <a:extLst>
                <a:ext uri="{FF2B5EF4-FFF2-40B4-BE49-F238E27FC236}">
                  <a16:creationId xmlns:a16="http://schemas.microsoft.com/office/drawing/2014/main" id="{5EA49DBB-092A-F1A0-3D3B-DB3F127EE5C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932" y="2172"/>
              <a:ext cx="16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9" name="Line 56">
              <a:extLst>
                <a:ext uri="{FF2B5EF4-FFF2-40B4-BE49-F238E27FC236}">
                  <a16:creationId xmlns:a16="http://schemas.microsoft.com/office/drawing/2014/main" id="{87AF4FC0-0D0E-01E9-4153-A4FAE1FA70C1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219" y="2307"/>
              <a:ext cx="1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grpSp>
        <p:nvGrpSpPr>
          <p:cNvPr id="22" name="Group 62">
            <a:extLst>
              <a:ext uri="{FF2B5EF4-FFF2-40B4-BE49-F238E27FC236}">
                <a16:creationId xmlns:a16="http://schemas.microsoft.com/office/drawing/2014/main" id="{34ADE77A-DB69-57EC-D6EB-4767422EC524}"/>
              </a:ext>
            </a:extLst>
          </p:cNvPr>
          <p:cNvGrpSpPr>
            <a:grpSpLocks/>
          </p:cNvGrpSpPr>
          <p:nvPr/>
        </p:nvGrpSpPr>
        <p:grpSpPr bwMode="auto">
          <a:xfrm>
            <a:off x="2078830" y="4579135"/>
            <a:ext cx="8062912" cy="2020887"/>
            <a:chOff x="359" y="2593"/>
            <a:chExt cx="5079" cy="1273"/>
          </a:xfrm>
        </p:grpSpPr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8280444C-034C-C378-FEC6-499FE9781C88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84" y="3613"/>
              <a:ext cx="4994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C4530757-100B-14FA-DE99-88F9622E1464}"/>
                </a:ext>
              </a:extLst>
            </p:cNvPr>
            <p:cNvSpPr>
              <a:spLocks/>
            </p:cNvSpPr>
            <p:nvPr/>
          </p:nvSpPr>
          <p:spPr bwMode="gray">
            <a:xfrm>
              <a:off x="2481" y="3038"/>
              <a:ext cx="743" cy="574"/>
            </a:xfrm>
            <a:custGeom>
              <a:avLst/>
              <a:gdLst/>
              <a:ahLst/>
              <a:cxnLst>
                <a:cxn ang="0">
                  <a:pos x="0" y="792"/>
                </a:cxn>
                <a:cxn ang="0">
                  <a:pos x="984" y="0"/>
                </a:cxn>
                <a:cxn ang="0">
                  <a:pos x="1964" y="792"/>
                </a:cxn>
              </a:cxnLst>
              <a:rect l="0" t="0" r="r" b="b"/>
              <a:pathLst>
                <a:path w="1964" h="792">
                  <a:moveTo>
                    <a:pt x="0" y="792"/>
                  </a:moveTo>
                  <a:cubicBezTo>
                    <a:pt x="328" y="396"/>
                    <a:pt x="657" y="0"/>
                    <a:pt x="984" y="0"/>
                  </a:cubicBezTo>
                  <a:cubicBezTo>
                    <a:pt x="1311" y="0"/>
                    <a:pt x="1637" y="396"/>
                    <a:pt x="1964" y="792"/>
                  </a:cubicBezTo>
                </a:path>
              </a:pathLst>
            </a:custGeom>
            <a:solidFill>
              <a:srgbClr val="CCFFFF"/>
            </a:solidFill>
            <a:ln w="38100" cmpd="sng">
              <a:solidFill>
                <a:srgbClr val="0000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5" name="Text Box 25">
              <a:extLst>
                <a:ext uri="{FF2B5EF4-FFF2-40B4-BE49-F238E27FC236}">
                  <a16:creationId xmlns:a16="http://schemas.microsoft.com/office/drawing/2014/main" id="{CB78D1FE-F9CF-54ED-FB88-80671780B8B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312" y="3624"/>
              <a:ext cx="279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tIns="0" bIns="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pt-BR">
                  <a:latin typeface="Times New Roman" pitchFamily="18" charset="0"/>
                </a:rPr>
                <a:t>-</a:t>
              </a:r>
              <a:r>
                <a:rPr lang="pt-BR" i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26" name="Text Box 26">
              <a:extLst>
                <a:ext uri="{FF2B5EF4-FFF2-40B4-BE49-F238E27FC236}">
                  <a16:creationId xmlns:a16="http://schemas.microsoft.com/office/drawing/2014/main" id="{8DD03896-AF12-A657-C8CF-87E62BAB4BC5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115" y="3624"/>
              <a:ext cx="193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t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i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27" name="Text Box 27">
              <a:extLst>
                <a:ext uri="{FF2B5EF4-FFF2-40B4-BE49-F238E27FC236}">
                  <a16:creationId xmlns:a16="http://schemas.microsoft.com/office/drawing/2014/main" id="{D6858A3E-079F-1316-3351-261C38B3739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374" y="2593"/>
              <a:ext cx="533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tIns="0" bIns="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pt-BR" i="1">
                  <a:latin typeface="Times New Roman" pitchFamily="18" charset="0"/>
                </a:rPr>
                <a:t>X</a:t>
              </a:r>
              <a:r>
                <a:rPr lang="pt-BR" i="1" baseline="-25000">
                  <a:latin typeface="Times New Roman" pitchFamily="18" charset="0"/>
                </a:rPr>
                <a:t>s</a:t>
              </a:r>
              <a:r>
                <a:rPr lang="pt-BR">
                  <a:latin typeface="Times New Roman" pitchFamily="18" charset="0"/>
                </a:rPr>
                <a:t>(</a:t>
              </a:r>
              <a:r>
                <a:rPr lang="pt-BR" i="1">
                  <a:latin typeface="Times New Roman" pitchFamily="18" charset="0"/>
                </a:rPr>
                <a:t> f </a:t>
              </a:r>
              <a:r>
                <a:rPr lang="pt-BR">
                  <a:latin typeface="Times New Roman" pitchFamily="18" charset="0"/>
                </a:rPr>
                <a:t>)</a:t>
              </a:r>
              <a:endParaRPr lang="pt-BR" i="1">
                <a:latin typeface="Times New Roman" pitchFamily="18" charset="0"/>
              </a:endParaRPr>
            </a:p>
          </p:txBody>
        </p:sp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02351591-5E8A-8A10-D158-10593FB29F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23" y="3623"/>
              <a:ext cx="315" cy="243"/>
              <a:chOff x="3029" y="1580"/>
              <a:chExt cx="315" cy="275"/>
            </a:xfrm>
          </p:grpSpPr>
          <p:sp>
            <p:nvSpPr>
              <p:cNvPr id="58" name="Text Box 29">
                <a:extLst>
                  <a:ext uri="{FF2B5EF4-FFF2-40B4-BE49-F238E27FC236}">
                    <a16:creationId xmlns:a16="http://schemas.microsoft.com/office/drawing/2014/main" id="{64334BE1-39D3-9237-FA70-3CB4AEC583C6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3029" y="1580"/>
                <a:ext cx="153" cy="2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tIns="0" bIns="108000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pt-BR" i="1">
                    <a:latin typeface="Times New Roman" pitchFamily="18" charset="0"/>
                  </a:rPr>
                  <a:t>f</a:t>
                </a:r>
              </a:p>
            </p:txBody>
          </p:sp>
          <p:sp>
            <p:nvSpPr>
              <p:cNvPr id="59" name="Line 30">
                <a:extLst>
                  <a:ext uri="{FF2B5EF4-FFF2-40B4-BE49-F238E27FC236}">
                    <a16:creationId xmlns:a16="http://schemas.microsoft.com/office/drawing/2014/main" id="{35F0E54A-086C-EF60-F3C0-D15C01232A63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3164" y="1700"/>
                <a:ext cx="180" cy="4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 type="stealth" w="sm" len="med"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29" name="Text Box 31">
              <a:extLst>
                <a:ext uri="{FF2B5EF4-FFF2-40B4-BE49-F238E27FC236}">
                  <a16:creationId xmlns:a16="http://schemas.microsoft.com/office/drawing/2014/main" id="{60E6AC6C-8268-8A41-E5AC-0D9B63363EC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747" y="3624"/>
              <a:ext cx="193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t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30" name="Line 32">
              <a:extLst>
                <a:ext uri="{FF2B5EF4-FFF2-40B4-BE49-F238E27FC236}">
                  <a16:creationId xmlns:a16="http://schemas.microsoft.com/office/drawing/2014/main" id="{3794F3C9-F77B-295C-DDD3-9C8B60772195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2850" y="2631"/>
              <a:ext cx="0" cy="10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" name="Text Box 33">
              <a:extLst>
                <a:ext uri="{FF2B5EF4-FFF2-40B4-BE49-F238E27FC236}">
                  <a16:creationId xmlns:a16="http://schemas.microsoft.com/office/drawing/2014/main" id="{7E799A5F-0B56-224E-3F5A-FB5591766B0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467" y="2822"/>
              <a:ext cx="44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t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i="1">
                  <a:latin typeface="Times New Roman" pitchFamily="18" charset="0"/>
                </a:rPr>
                <a:t>A</a:t>
              </a:r>
              <a:r>
                <a:rPr lang="pt-BR" i="1" baseline="-25000">
                  <a:latin typeface="Times New Roman" pitchFamily="18" charset="0"/>
                </a:rPr>
                <a:t> </a:t>
              </a:r>
              <a:r>
                <a:rPr lang="pt-BR" i="1">
                  <a:latin typeface="Times New Roman" pitchFamily="18" charset="0"/>
                </a:rPr>
                <a:t>f</a:t>
              </a:r>
              <a:r>
                <a:rPr lang="pt-BR" i="1" baseline="-25000">
                  <a:latin typeface="Times New Roman" pitchFamily="18" charset="0"/>
                </a:rPr>
                <a:t>s</a:t>
              </a:r>
              <a:endParaRPr lang="pt-BR" i="1">
                <a:latin typeface="Times New Roman" pitchFamily="18" charset="0"/>
              </a:endParaRPr>
            </a:p>
          </p:txBody>
        </p:sp>
        <p:sp>
          <p:nvSpPr>
            <p:cNvPr id="32" name="Line 34">
              <a:extLst>
                <a:ext uri="{FF2B5EF4-FFF2-40B4-BE49-F238E27FC236}">
                  <a16:creationId xmlns:a16="http://schemas.microsoft.com/office/drawing/2014/main" id="{9259CB15-967F-7422-ADFF-E8E73BFFE70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852" y="3035"/>
              <a:ext cx="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Freeform 35">
              <a:extLst>
                <a:ext uri="{FF2B5EF4-FFF2-40B4-BE49-F238E27FC236}">
                  <a16:creationId xmlns:a16="http://schemas.microsoft.com/office/drawing/2014/main" id="{D36980B3-5813-C31C-4AB9-DB99DB0082A3}"/>
                </a:ext>
              </a:extLst>
            </p:cNvPr>
            <p:cNvSpPr>
              <a:spLocks/>
            </p:cNvSpPr>
            <p:nvPr/>
          </p:nvSpPr>
          <p:spPr bwMode="gray">
            <a:xfrm>
              <a:off x="3491" y="3038"/>
              <a:ext cx="743" cy="574"/>
            </a:xfrm>
            <a:custGeom>
              <a:avLst/>
              <a:gdLst/>
              <a:ahLst/>
              <a:cxnLst>
                <a:cxn ang="0">
                  <a:pos x="0" y="792"/>
                </a:cxn>
                <a:cxn ang="0">
                  <a:pos x="984" y="0"/>
                </a:cxn>
                <a:cxn ang="0">
                  <a:pos x="1964" y="792"/>
                </a:cxn>
              </a:cxnLst>
              <a:rect l="0" t="0" r="r" b="b"/>
              <a:pathLst>
                <a:path w="1964" h="792">
                  <a:moveTo>
                    <a:pt x="0" y="792"/>
                  </a:moveTo>
                  <a:cubicBezTo>
                    <a:pt x="328" y="396"/>
                    <a:pt x="657" y="0"/>
                    <a:pt x="984" y="0"/>
                  </a:cubicBezTo>
                  <a:cubicBezTo>
                    <a:pt x="1311" y="0"/>
                    <a:pt x="1637" y="396"/>
                    <a:pt x="1964" y="792"/>
                  </a:cubicBezTo>
                </a:path>
              </a:pathLst>
            </a:custGeom>
            <a:solidFill>
              <a:srgbClr val="CCFFFF"/>
            </a:solidFill>
            <a:ln w="38100" cmpd="sng">
              <a:solidFill>
                <a:srgbClr val="0000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F304122C-AA39-2ECB-D09F-56605A98F487}"/>
                </a:ext>
              </a:extLst>
            </p:cNvPr>
            <p:cNvSpPr>
              <a:spLocks/>
            </p:cNvSpPr>
            <p:nvPr/>
          </p:nvSpPr>
          <p:spPr bwMode="gray">
            <a:xfrm>
              <a:off x="4501" y="3038"/>
              <a:ext cx="743" cy="574"/>
            </a:xfrm>
            <a:custGeom>
              <a:avLst/>
              <a:gdLst/>
              <a:ahLst/>
              <a:cxnLst>
                <a:cxn ang="0">
                  <a:pos x="0" y="792"/>
                </a:cxn>
                <a:cxn ang="0">
                  <a:pos x="984" y="0"/>
                </a:cxn>
                <a:cxn ang="0">
                  <a:pos x="1964" y="792"/>
                </a:cxn>
              </a:cxnLst>
              <a:rect l="0" t="0" r="r" b="b"/>
              <a:pathLst>
                <a:path w="1964" h="792">
                  <a:moveTo>
                    <a:pt x="0" y="792"/>
                  </a:moveTo>
                  <a:cubicBezTo>
                    <a:pt x="328" y="396"/>
                    <a:pt x="657" y="0"/>
                    <a:pt x="984" y="0"/>
                  </a:cubicBezTo>
                  <a:cubicBezTo>
                    <a:pt x="1311" y="0"/>
                    <a:pt x="1637" y="396"/>
                    <a:pt x="1964" y="792"/>
                  </a:cubicBezTo>
                </a:path>
              </a:pathLst>
            </a:custGeom>
            <a:solidFill>
              <a:srgbClr val="CCFFFF"/>
            </a:solidFill>
            <a:ln w="38100" cmpd="sng">
              <a:solidFill>
                <a:srgbClr val="0000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5" name="Freeform 37">
              <a:extLst>
                <a:ext uri="{FF2B5EF4-FFF2-40B4-BE49-F238E27FC236}">
                  <a16:creationId xmlns:a16="http://schemas.microsoft.com/office/drawing/2014/main" id="{85155695-D981-E236-BC49-40C44771DD2E}"/>
                </a:ext>
              </a:extLst>
            </p:cNvPr>
            <p:cNvSpPr>
              <a:spLocks/>
            </p:cNvSpPr>
            <p:nvPr/>
          </p:nvSpPr>
          <p:spPr bwMode="gray">
            <a:xfrm>
              <a:off x="1471" y="3038"/>
              <a:ext cx="743" cy="574"/>
            </a:xfrm>
            <a:custGeom>
              <a:avLst/>
              <a:gdLst/>
              <a:ahLst/>
              <a:cxnLst>
                <a:cxn ang="0">
                  <a:pos x="0" y="792"/>
                </a:cxn>
                <a:cxn ang="0">
                  <a:pos x="984" y="0"/>
                </a:cxn>
                <a:cxn ang="0">
                  <a:pos x="1964" y="792"/>
                </a:cxn>
              </a:cxnLst>
              <a:rect l="0" t="0" r="r" b="b"/>
              <a:pathLst>
                <a:path w="1964" h="792">
                  <a:moveTo>
                    <a:pt x="0" y="792"/>
                  </a:moveTo>
                  <a:cubicBezTo>
                    <a:pt x="328" y="396"/>
                    <a:pt x="657" y="0"/>
                    <a:pt x="984" y="0"/>
                  </a:cubicBezTo>
                  <a:cubicBezTo>
                    <a:pt x="1311" y="0"/>
                    <a:pt x="1637" y="396"/>
                    <a:pt x="1964" y="792"/>
                  </a:cubicBezTo>
                </a:path>
              </a:pathLst>
            </a:custGeom>
            <a:solidFill>
              <a:srgbClr val="CCFFFF"/>
            </a:solidFill>
            <a:ln w="38100" cmpd="sng">
              <a:solidFill>
                <a:srgbClr val="0000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6" name="Freeform 38">
              <a:extLst>
                <a:ext uri="{FF2B5EF4-FFF2-40B4-BE49-F238E27FC236}">
                  <a16:creationId xmlns:a16="http://schemas.microsoft.com/office/drawing/2014/main" id="{ADF6A729-0269-F109-DD99-F0CEFADDB7CA}"/>
                </a:ext>
              </a:extLst>
            </p:cNvPr>
            <p:cNvSpPr>
              <a:spLocks/>
            </p:cNvSpPr>
            <p:nvPr/>
          </p:nvSpPr>
          <p:spPr bwMode="gray">
            <a:xfrm>
              <a:off x="461" y="3038"/>
              <a:ext cx="743" cy="574"/>
            </a:xfrm>
            <a:custGeom>
              <a:avLst/>
              <a:gdLst/>
              <a:ahLst/>
              <a:cxnLst>
                <a:cxn ang="0">
                  <a:pos x="0" y="792"/>
                </a:cxn>
                <a:cxn ang="0">
                  <a:pos x="984" y="0"/>
                </a:cxn>
                <a:cxn ang="0">
                  <a:pos x="1964" y="792"/>
                </a:cxn>
              </a:cxnLst>
              <a:rect l="0" t="0" r="r" b="b"/>
              <a:pathLst>
                <a:path w="1964" h="792">
                  <a:moveTo>
                    <a:pt x="0" y="792"/>
                  </a:moveTo>
                  <a:cubicBezTo>
                    <a:pt x="328" y="396"/>
                    <a:pt x="657" y="0"/>
                    <a:pt x="984" y="0"/>
                  </a:cubicBezTo>
                  <a:cubicBezTo>
                    <a:pt x="1311" y="0"/>
                    <a:pt x="1637" y="396"/>
                    <a:pt x="1964" y="792"/>
                  </a:cubicBezTo>
                </a:path>
              </a:pathLst>
            </a:custGeom>
            <a:solidFill>
              <a:srgbClr val="CCFFFF"/>
            </a:solidFill>
            <a:ln w="38100" cmpd="sng">
              <a:solidFill>
                <a:srgbClr val="0000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7" name="Line 39">
              <a:extLst>
                <a:ext uri="{FF2B5EF4-FFF2-40B4-BE49-F238E27FC236}">
                  <a16:creationId xmlns:a16="http://schemas.microsoft.com/office/drawing/2014/main" id="{68EBD1C0-2B9D-3D39-FFBD-1967A7873AC0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3862" y="3562"/>
              <a:ext cx="0" cy="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8" name="Text Box 40">
              <a:extLst>
                <a:ext uri="{FF2B5EF4-FFF2-40B4-BE49-F238E27FC236}">
                  <a16:creationId xmlns:a16="http://schemas.microsoft.com/office/drawing/2014/main" id="{BEA885BB-714D-A207-5FA7-3B0EED6FF227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739" y="3624"/>
              <a:ext cx="247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t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i="1">
                  <a:latin typeface="Times New Roman" pitchFamily="18" charset="0"/>
                </a:rPr>
                <a:t>f</a:t>
              </a:r>
              <a:r>
                <a:rPr lang="pt-BR" i="1" baseline="-25000">
                  <a:latin typeface="Times New Roman" pitchFamily="18" charset="0"/>
                </a:rPr>
                <a:t>s</a:t>
              </a:r>
              <a:endParaRPr lang="pt-BR" i="1">
                <a:latin typeface="Times New Roman" pitchFamily="18" charset="0"/>
              </a:endParaRPr>
            </a:p>
          </p:txBody>
        </p:sp>
        <p:sp>
          <p:nvSpPr>
            <p:cNvPr id="39" name="Line 41">
              <a:extLst>
                <a:ext uri="{FF2B5EF4-FFF2-40B4-BE49-F238E27FC236}">
                  <a16:creationId xmlns:a16="http://schemas.microsoft.com/office/drawing/2014/main" id="{16F521D8-9F34-91B3-6A51-91B018958951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4871" y="3562"/>
              <a:ext cx="0" cy="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0" name="Text Box 42">
              <a:extLst>
                <a:ext uri="{FF2B5EF4-FFF2-40B4-BE49-F238E27FC236}">
                  <a16:creationId xmlns:a16="http://schemas.microsoft.com/office/drawing/2014/main" id="{776F2C33-FAED-3792-9EA7-A00B02B1893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700" y="3624"/>
              <a:ext cx="337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t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>
                  <a:latin typeface="Times New Roman" pitchFamily="18" charset="0"/>
                </a:rPr>
                <a:t>2</a:t>
              </a:r>
              <a:r>
                <a:rPr lang="pt-BR" i="1">
                  <a:latin typeface="Times New Roman" pitchFamily="18" charset="0"/>
                </a:rPr>
                <a:t>f</a:t>
              </a:r>
              <a:r>
                <a:rPr lang="pt-BR" i="1" baseline="-25000">
                  <a:latin typeface="Times New Roman" pitchFamily="18" charset="0"/>
                </a:rPr>
                <a:t>s</a:t>
              </a:r>
              <a:endParaRPr lang="pt-BR" i="1">
                <a:latin typeface="Times New Roman" pitchFamily="18" charset="0"/>
              </a:endParaRPr>
            </a:p>
          </p:txBody>
        </p:sp>
        <p:sp>
          <p:nvSpPr>
            <p:cNvPr id="41" name="Line 43">
              <a:extLst>
                <a:ext uri="{FF2B5EF4-FFF2-40B4-BE49-F238E27FC236}">
                  <a16:creationId xmlns:a16="http://schemas.microsoft.com/office/drawing/2014/main" id="{91D8C445-D0EA-AD43-6351-54ECAC6C536E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832" y="3558"/>
              <a:ext cx="0" cy="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2" name="Text Box 44">
              <a:extLst>
                <a:ext uri="{FF2B5EF4-FFF2-40B4-BE49-F238E27FC236}">
                  <a16:creationId xmlns:a16="http://schemas.microsoft.com/office/drawing/2014/main" id="{3CE47740-3702-316A-5A24-9F95935FDA4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95" y="3624"/>
              <a:ext cx="421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t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>
                  <a:latin typeface="Times New Roman" pitchFamily="18" charset="0"/>
                </a:rPr>
                <a:t>-2</a:t>
              </a:r>
              <a:r>
                <a:rPr lang="pt-BR" i="1">
                  <a:latin typeface="Times New Roman" pitchFamily="18" charset="0"/>
                </a:rPr>
                <a:t>f</a:t>
              </a:r>
              <a:r>
                <a:rPr lang="pt-BR" i="1" baseline="-25000">
                  <a:latin typeface="Times New Roman" pitchFamily="18" charset="0"/>
                </a:rPr>
                <a:t>s</a:t>
              </a:r>
              <a:endParaRPr lang="pt-BR" i="1">
                <a:latin typeface="Times New Roman" pitchFamily="18" charset="0"/>
              </a:endParaRPr>
            </a:p>
          </p:txBody>
        </p:sp>
        <p:sp>
          <p:nvSpPr>
            <p:cNvPr id="43" name="Line 45">
              <a:extLst>
                <a:ext uri="{FF2B5EF4-FFF2-40B4-BE49-F238E27FC236}">
                  <a16:creationId xmlns:a16="http://schemas.microsoft.com/office/drawing/2014/main" id="{7EF70E90-2729-8617-10D8-391AF3334AE3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1841" y="3558"/>
              <a:ext cx="0" cy="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4" name="Text Box 46">
              <a:extLst>
                <a:ext uri="{FF2B5EF4-FFF2-40B4-BE49-F238E27FC236}">
                  <a16:creationId xmlns:a16="http://schemas.microsoft.com/office/drawing/2014/main" id="{6E2F8FDD-AA4F-BD94-24C0-FF84827B41C3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64" y="3624"/>
              <a:ext cx="337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t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>
                  <a:latin typeface="Times New Roman" pitchFamily="18" charset="0"/>
                </a:rPr>
                <a:t>-</a:t>
              </a:r>
              <a:r>
                <a:rPr lang="pt-BR" i="1">
                  <a:latin typeface="Times New Roman" pitchFamily="18" charset="0"/>
                </a:rPr>
                <a:t>f</a:t>
              </a:r>
              <a:r>
                <a:rPr lang="pt-BR" i="1" baseline="-25000">
                  <a:latin typeface="Times New Roman" pitchFamily="18" charset="0"/>
                </a:rPr>
                <a:t>s</a:t>
              </a:r>
              <a:endParaRPr lang="pt-BR" i="1">
                <a:latin typeface="Times New Roman" pitchFamily="18" charset="0"/>
              </a:endParaRPr>
            </a:p>
          </p:txBody>
        </p:sp>
        <p:sp>
          <p:nvSpPr>
            <p:cNvPr id="45" name="Line 47">
              <a:extLst>
                <a:ext uri="{FF2B5EF4-FFF2-40B4-BE49-F238E27FC236}">
                  <a16:creationId xmlns:a16="http://schemas.microsoft.com/office/drawing/2014/main" id="{B0B93A2C-5EF8-26BE-7CD5-EB43DB3DE706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3226" y="3605"/>
              <a:ext cx="273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Line 48">
              <a:extLst>
                <a:ext uri="{FF2B5EF4-FFF2-40B4-BE49-F238E27FC236}">
                  <a16:creationId xmlns:a16="http://schemas.microsoft.com/office/drawing/2014/main" id="{801B34FA-79F3-4876-159F-6738A9DF43F1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226" y="3605"/>
              <a:ext cx="273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47" name="Line 49">
              <a:extLst>
                <a:ext uri="{FF2B5EF4-FFF2-40B4-BE49-F238E27FC236}">
                  <a16:creationId xmlns:a16="http://schemas.microsoft.com/office/drawing/2014/main" id="{16C0225B-CC9F-96E8-3780-5207A207D9CC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194" y="3605"/>
              <a:ext cx="273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48" name="Line 50">
              <a:extLst>
                <a:ext uri="{FF2B5EF4-FFF2-40B4-BE49-F238E27FC236}">
                  <a16:creationId xmlns:a16="http://schemas.microsoft.com/office/drawing/2014/main" id="{0B393035-484D-C9E7-32D9-C388596EBDE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202" y="3605"/>
              <a:ext cx="273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49" name="Line 53">
              <a:extLst>
                <a:ext uri="{FF2B5EF4-FFF2-40B4-BE49-F238E27FC236}">
                  <a16:creationId xmlns:a16="http://schemas.microsoft.com/office/drawing/2014/main" id="{BDDB2BC6-18A8-4646-A9DE-9C032846FB5A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245" y="3604"/>
              <a:ext cx="159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50" name="Line 54">
              <a:extLst>
                <a:ext uri="{FF2B5EF4-FFF2-40B4-BE49-F238E27FC236}">
                  <a16:creationId xmlns:a16="http://schemas.microsoft.com/office/drawing/2014/main" id="{84925BCB-2242-6DC3-A8CF-FA577E6CB4D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359" y="3608"/>
              <a:ext cx="103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51" name="Line 55">
              <a:extLst>
                <a:ext uri="{FF2B5EF4-FFF2-40B4-BE49-F238E27FC236}">
                  <a16:creationId xmlns:a16="http://schemas.microsoft.com/office/drawing/2014/main" id="{773B6479-7D2C-DB84-6140-00520A441B9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258" y="3750"/>
              <a:ext cx="1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2" name="Line 21">
              <a:extLst>
                <a:ext uri="{FF2B5EF4-FFF2-40B4-BE49-F238E27FC236}">
                  <a16:creationId xmlns:a16="http://schemas.microsoft.com/office/drawing/2014/main" id="{49F301F3-B6D0-67F8-645D-5D1941C8135C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3220" y="3569"/>
              <a:ext cx="0" cy="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" name="Line 22">
              <a:extLst>
                <a:ext uri="{FF2B5EF4-FFF2-40B4-BE49-F238E27FC236}">
                  <a16:creationId xmlns:a16="http://schemas.microsoft.com/office/drawing/2014/main" id="{A3A63668-4A70-47FC-7739-B6194DED3E15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2479" y="3562"/>
              <a:ext cx="0" cy="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4" name="Line 57">
              <a:extLst>
                <a:ext uri="{FF2B5EF4-FFF2-40B4-BE49-F238E27FC236}">
                  <a16:creationId xmlns:a16="http://schemas.microsoft.com/office/drawing/2014/main" id="{FE66734E-B05D-34B4-6AFD-38DCFF2CF858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3356" y="3566"/>
              <a:ext cx="0" cy="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5" name="Line 58">
              <a:extLst>
                <a:ext uri="{FF2B5EF4-FFF2-40B4-BE49-F238E27FC236}">
                  <a16:creationId xmlns:a16="http://schemas.microsoft.com/office/drawing/2014/main" id="{BB15F2F6-653B-ACB5-5EBF-14C3633FB144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2345" y="3557"/>
              <a:ext cx="0" cy="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6" name="Line 59">
              <a:extLst>
                <a:ext uri="{FF2B5EF4-FFF2-40B4-BE49-F238E27FC236}">
                  <a16:creationId xmlns:a16="http://schemas.microsoft.com/office/drawing/2014/main" id="{13D1D790-30C2-A504-FEC6-F5859CAAD577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4366" y="3561"/>
              <a:ext cx="0" cy="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7" name="Line 60">
              <a:extLst>
                <a:ext uri="{FF2B5EF4-FFF2-40B4-BE49-F238E27FC236}">
                  <a16:creationId xmlns:a16="http://schemas.microsoft.com/office/drawing/2014/main" id="{72B324F0-E611-56E0-AC2E-9E055ACC0D85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1336" y="3565"/>
              <a:ext cx="0" cy="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29507A0E-BA17-A816-2036-075AF2E3FFF4}"/>
              </a:ext>
            </a:extLst>
          </p:cNvPr>
          <p:cNvSpPr txBox="1"/>
          <p:nvPr/>
        </p:nvSpPr>
        <p:spPr>
          <a:xfrm>
            <a:off x="1785645" y="2725690"/>
            <a:ext cx="18389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063DE8"/>
                </a:solidFill>
              </a:rPr>
              <a:t>Se </a:t>
            </a:r>
            <a:r>
              <a:rPr lang="pt-BR" sz="3200" b="1" i="1" dirty="0" err="1">
                <a:solidFill>
                  <a:srgbClr val="063DE8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pt-BR" sz="3200" b="1" i="1" baseline="-25000" dirty="0" err="1">
                <a:solidFill>
                  <a:srgbClr val="063DE8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pt-BR" sz="3200" b="1" dirty="0">
                <a:solidFill>
                  <a:srgbClr val="063DE8"/>
                </a:solidFill>
                <a:latin typeface="Times New Roman" pitchFamily="18" charset="0"/>
                <a:cs typeface="Times New Roman" pitchFamily="18" charset="0"/>
              </a:rPr>
              <a:t> &gt; 2</a:t>
            </a:r>
            <a:r>
              <a:rPr lang="pt-BR" sz="3200" b="1" i="1" dirty="0">
                <a:solidFill>
                  <a:srgbClr val="063DE8"/>
                </a:solidFill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graphicFrame>
        <p:nvGraphicFramePr>
          <p:cNvPr id="61" name="Object 3">
            <a:extLst>
              <a:ext uri="{FF2B5EF4-FFF2-40B4-BE49-F238E27FC236}">
                <a16:creationId xmlns:a16="http://schemas.microsoft.com/office/drawing/2014/main" id="{D8AD22DE-C7D9-166F-4424-BA95334CDB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9321960"/>
              </p:ext>
            </p:extLst>
          </p:nvPr>
        </p:nvGraphicFramePr>
        <p:xfrm>
          <a:off x="2030621" y="1161246"/>
          <a:ext cx="3713163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54000" imgH="482400" progId="">
                  <p:embed/>
                </p:oleObj>
              </mc:Choice>
              <mc:Fallback>
                <p:oleObj name="Equation" r:id="rId2" imgW="1854000" imgH="482400" progId="">
                  <p:embed/>
                  <p:pic>
                    <p:nvPicPr>
                      <p:cNvPr id="3082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0621" y="1161246"/>
                        <a:ext cx="3713163" cy="9652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0993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7C3A05-631E-8E4E-79E6-8CE91BB16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Espectro de Sinal Amostrado</a:t>
            </a:r>
          </a:p>
        </p:txBody>
      </p:sp>
      <p:grpSp>
        <p:nvGrpSpPr>
          <p:cNvPr id="3" name="Group 61">
            <a:extLst>
              <a:ext uri="{FF2B5EF4-FFF2-40B4-BE49-F238E27FC236}">
                <a16:creationId xmlns:a16="http://schemas.microsoft.com/office/drawing/2014/main" id="{C1A834B6-28F1-104C-C409-F429B82F5584}"/>
              </a:ext>
            </a:extLst>
          </p:cNvPr>
          <p:cNvGrpSpPr>
            <a:grpSpLocks/>
          </p:cNvGrpSpPr>
          <p:nvPr/>
        </p:nvGrpSpPr>
        <p:grpSpPr bwMode="auto">
          <a:xfrm>
            <a:off x="2118518" y="2570956"/>
            <a:ext cx="7954963" cy="1716087"/>
            <a:chOff x="384" y="1343"/>
            <a:chExt cx="5011" cy="1081"/>
          </a:xfrm>
        </p:grpSpPr>
        <p:sp>
          <p:nvSpPr>
            <p:cNvPr id="4" name="Line 4">
              <a:extLst>
                <a:ext uri="{FF2B5EF4-FFF2-40B4-BE49-F238E27FC236}">
                  <a16:creationId xmlns:a16="http://schemas.microsoft.com/office/drawing/2014/main" id="{F2466C2E-A0E9-B386-9D83-FF5FF2945335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3226" y="2137"/>
              <a:ext cx="0" cy="44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3AC93518-8FCC-C828-E569-AAD654719615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2479" y="2131"/>
              <a:ext cx="0" cy="44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5CE643F4-EC36-5D36-2E35-274BA56D7C3F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658" y="2168"/>
              <a:ext cx="4724" cy="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766CAAF-552B-0A21-4F48-E53ED0B7A5FA}"/>
                </a:ext>
              </a:extLst>
            </p:cNvPr>
            <p:cNvSpPr>
              <a:spLocks/>
            </p:cNvSpPr>
            <p:nvPr/>
          </p:nvSpPr>
          <p:spPr bwMode="gray">
            <a:xfrm>
              <a:off x="2479" y="1700"/>
              <a:ext cx="743" cy="472"/>
            </a:xfrm>
            <a:custGeom>
              <a:avLst/>
              <a:gdLst/>
              <a:ahLst/>
              <a:cxnLst>
                <a:cxn ang="0">
                  <a:pos x="0" y="792"/>
                </a:cxn>
                <a:cxn ang="0">
                  <a:pos x="984" y="0"/>
                </a:cxn>
                <a:cxn ang="0">
                  <a:pos x="1964" y="792"/>
                </a:cxn>
              </a:cxnLst>
              <a:rect l="0" t="0" r="r" b="b"/>
              <a:pathLst>
                <a:path w="1964" h="792">
                  <a:moveTo>
                    <a:pt x="0" y="792"/>
                  </a:moveTo>
                  <a:cubicBezTo>
                    <a:pt x="328" y="396"/>
                    <a:pt x="657" y="0"/>
                    <a:pt x="984" y="0"/>
                  </a:cubicBezTo>
                  <a:cubicBezTo>
                    <a:pt x="1311" y="0"/>
                    <a:pt x="1637" y="396"/>
                    <a:pt x="1964" y="792"/>
                  </a:cubicBezTo>
                </a:path>
              </a:pathLst>
            </a:custGeom>
            <a:solidFill>
              <a:srgbClr val="CCFFCC"/>
            </a:solidFill>
            <a:ln w="38100" cmpd="sng">
              <a:solidFill>
                <a:srgbClr val="00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000668CD-9F29-59A2-1018-28B9389B8EDB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84" y="2169"/>
              <a:ext cx="2119" cy="4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55D67269-FCED-8132-E540-2FFF8D970C7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3216" y="2169"/>
              <a:ext cx="2166" cy="1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BAD0C889-5885-7B6E-5C72-3E07FCE75CB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318" y="2183"/>
              <a:ext cx="279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tIns="0" bIns="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pt-BR">
                  <a:latin typeface="Times New Roman" pitchFamily="18" charset="0"/>
                </a:rPr>
                <a:t>-</a:t>
              </a:r>
              <a:r>
                <a:rPr lang="pt-BR" i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8C372015-AC29-3A08-BD62-FE6FCE0B7E08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121" y="2183"/>
              <a:ext cx="193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t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i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2" name="Text Box 12">
              <a:extLst>
                <a:ext uri="{FF2B5EF4-FFF2-40B4-BE49-F238E27FC236}">
                  <a16:creationId xmlns:a16="http://schemas.microsoft.com/office/drawing/2014/main" id="{9A372AD6-BA4C-9E01-D1EC-A0B424820A8B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414" y="1343"/>
              <a:ext cx="477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tIns="0" bIns="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pt-BR" i="1">
                  <a:latin typeface="Times New Roman" pitchFamily="18" charset="0"/>
                </a:rPr>
                <a:t>X</a:t>
              </a:r>
              <a:r>
                <a:rPr lang="pt-BR">
                  <a:latin typeface="Times New Roman" pitchFamily="18" charset="0"/>
                </a:rPr>
                <a:t>(</a:t>
              </a:r>
              <a:r>
                <a:rPr lang="pt-BR" i="1">
                  <a:latin typeface="Times New Roman" pitchFamily="18" charset="0"/>
                </a:rPr>
                <a:t> f </a:t>
              </a:r>
              <a:r>
                <a:rPr lang="pt-BR">
                  <a:latin typeface="Times New Roman" pitchFamily="18" charset="0"/>
                </a:rPr>
                <a:t>)</a:t>
              </a:r>
              <a:endParaRPr lang="pt-BR" i="1">
                <a:latin typeface="Times New Roman" pitchFamily="18" charset="0"/>
              </a:endParaRPr>
            </a:p>
          </p:txBody>
        </p: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32D11E28-15AA-2E7B-1354-927D208DE9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69" y="2181"/>
              <a:ext cx="315" cy="243"/>
              <a:chOff x="3029" y="1580"/>
              <a:chExt cx="315" cy="334"/>
            </a:xfrm>
          </p:grpSpPr>
          <p:sp>
            <p:nvSpPr>
              <p:cNvPr id="20" name="Text Box 14">
                <a:extLst>
                  <a:ext uri="{FF2B5EF4-FFF2-40B4-BE49-F238E27FC236}">
                    <a16:creationId xmlns:a16="http://schemas.microsoft.com/office/drawing/2014/main" id="{5D0FC385-137B-82D8-E333-3CC40EB277A8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3029" y="1580"/>
                <a:ext cx="153" cy="3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tIns="0" bIns="108000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pt-BR" i="1">
                    <a:latin typeface="Times New Roman" pitchFamily="18" charset="0"/>
                  </a:rPr>
                  <a:t>f</a:t>
                </a:r>
              </a:p>
            </p:txBody>
          </p:sp>
          <p:sp>
            <p:nvSpPr>
              <p:cNvPr id="21" name="Line 15">
                <a:extLst>
                  <a:ext uri="{FF2B5EF4-FFF2-40B4-BE49-F238E27FC236}">
                    <a16:creationId xmlns:a16="http://schemas.microsoft.com/office/drawing/2014/main" id="{4493D87B-66BA-5F79-8ACA-1975941B6902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3164" y="1700"/>
                <a:ext cx="180" cy="4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 type="stealth" w="sm" len="med"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14" name="Text Box 16">
              <a:extLst>
                <a:ext uri="{FF2B5EF4-FFF2-40B4-BE49-F238E27FC236}">
                  <a16:creationId xmlns:a16="http://schemas.microsoft.com/office/drawing/2014/main" id="{3BBEC0BC-D082-E8C9-5543-14A1804529C2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741" y="2183"/>
              <a:ext cx="193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t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15" name="Line 17">
              <a:extLst>
                <a:ext uri="{FF2B5EF4-FFF2-40B4-BE49-F238E27FC236}">
                  <a16:creationId xmlns:a16="http://schemas.microsoft.com/office/drawing/2014/main" id="{C6294D7A-6936-697E-424D-5F6C28A473C1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2850" y="1414"/>
              <a:ext cx="0" cy="7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6" name="Text Box 18">
              <a:extLst>
                <a:ext uri="{FF2B5EF4-FFF2-40B4-BE49-F238E27FC236}">
                  <a16:creationId xmlns:a16="http://schemas.microsoft.com/office/drawing/2014/main" id="{B148E6E4-2880-5AB3-4D2E-1725B9122A9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647" y="1527"/>
              <a:ext cx="193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t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i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17" name="Line 19">
              <a:extLst>
                <a:ext uri="{FF2B5EF4-FFF2-40B4-BE49-F238E27FC236}">
                  <a16:creationId xmlns:a16="http://schemas.microsoft.com/office/drawing/2014/main" id="{39A0D8D5-89C3-FEC9-C1FD-A96F09558FB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852" y="1697"/>
              <a:ext cx="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Line 52">
              <a:extLst>
                <a:ext uri="{FF2B5EF4-FFF2-40B4-BE49-F238E27FC236}">
                  <a16:creationId xmlns:a16="http://schemas.microsoft.com/office/drawing/2014/main" id="{327981CC-6B51-86C6-C77B-7913221F6D0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932" y="2172"/>
              <a:ext cx="16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9" name="Line 56">
              <a:extLst>
                <a:ext uri="{FF2B5EF4-FFF2-40B4-BE49-F238E27FC236}">
                  <a16:creationId xmlns:a16="http://schemas.microsoft.com/office/drawing/2014/main" id="{ED2ECB80-4ABB-FDF5-7167-EB333083A49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219" y="2307"/>
              <a:ext cx="1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22" name="Line 23">
            <a:extLst>
              <a:ext uri="{FF2B5EF4-FFF2-40B4-BE49-F238E27FC236}">
                <a16:creationId xmlns:a16="http://schemas.microsoft.com/office/drawing/2014/main" id="{56A0880F-9FB8-80EB-FBEC-E4182B206F45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2118518" y="5921908"/>
            <a:ext cx="7927975" cy="4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3" name="Freeform 24">
            <a:extLst>
              <a:ext uri="{FF2B5EF4-FFF2-40B4-BE49-F238E27FC236}">
                <a16:creationId xmlns:a16="http://schemas.microsoft.com/office/drawing/2014/main" id="{09D36199-9023-73DF-0B34-6D2591A7F27E}"/>
              </a:ext>
            </a:extLst>
          </p:cNvPr>
          <p:cNvSpPr>
            <a:spLocks/>
          </p:cNvSpPr>
          <p:nvPr/>
        </p:nvSpPr>
        <p:spPr bwMode="gray">
          <a:xfrm>
            <a:off x="5447505" y="5009096"/>
            <a:ext cx="1179512" cy="911225"/>
          </a:xfrm>
          <a:custGeom>
            <a:avLst/>
            <a:gdLst/>
            <a:ahLst/>
            <a:cxnLst>
              <a:cxn ang="0">
                <a:pos x="0" y="792"/>
              </a:cxn>
              <a:cxn ang="0">
                <a:pos x="984" y="0"/>
              </a:cxn>
              <a:cxn ang="0">
                <a:pos x="1964" y="792"/>
              </a:cxn>
            </a:cxnLst>
            <a:rect l="0" t="0" r="r" b="b"/>
            <a:pathLst>
              <a:path w="1964" h="792">
                <a:moveTo>
                  <a:pt x="0" y="792"/>
                </a:moveTo>
                <a:cubicBezTo>
                  <a:pt x="328" y="396"/>
                  <a:pt x="657" y="0"/>
                  <a:pt x="984" y="0"/>
                </a:cubicBezTo>
                <a:cubicBezTo>
                  <a:pt x="1311" y="0"/>
                  <a:pt x="1637" y="396"/>
                  <a:pt x="1964" y="792"/>
                </a:cubicBezTo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92732C57-E7E8-3BB7-D03E-42600EFF4111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179217" y="5939371"/>
            <a:ext cx="44291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>
                <a:latin typeface="Times New Roman" pitchFamily="18" charset="0"/>
              </a:rPr>
              <a:t>-</a:t>
            </a:r>
            <a:r>
              <a:rPr lang="pt-BR" i="1">
                <a:latin typeface="Times New Roman" pitchFamily="18" charset="0"/>
              </a:rPr>
              <a:t>B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54FC4307-96E7-B1FC-A12B-20179431890E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6453981" y="5939371"/>
            <a:ext cx="30638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i="1">
                <a:latin typeface="Times New Roman" pitchFamily="18" charset="0"/>
              </a:rPr>
              <a:t>B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69FCD874-17D3-ABDA-BF16-5EE117E824D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277643" y="4302659"/>
            <a:ext cx="84613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 i="1">
                <a:latin typeface="Times New Roman" pitchFamily="18" charset="0"/>
              </a:rPr>
              <a:t>X</a:t>
            </a:r>
            <a:r>
              <a:rPr lang="pt-BR" i="1" baseline="-25000">
                <a:latin typeface="Times New Roman" pitchFamily="18" charset="0"/>
              </a:rPr>
              <a:t>s</a:t>
            </a:r>
            <a:r>
              <a:rPr lang="pt-BR">
                <a:latin typeface="Times New Roman" pitchFamily="18" charset="0"/>
              </a:rPr>
              <a:t>(</a:t>
            </a:r>
            <a:r>
              <a:rPr lang="pt-BR" i="1">
                <a:latin typeface="Times New Roman" pitchFamily="18" charset="0"/>
              </a:rPr>
              <a:t> f </a:t>
            </a:r>
            <a:r>
              <a:rPr lang="pt-BR">
                <a:latin typeface="Times New Roman" pitchFamily="18" charset="0"/>
              </a:rPr>
              <a:t>)</a:t>
            </a:r>
            <a:endParaRPr lang="pt-BR" i="1">
              <a:latin typeface="Times New Roman" pitchFamily="18" charset="0"/>
            </a:endParaRPr>
          </a:p>
        </p:txBody>
      </p:sp>
      <p:grpSp>
        <p:nvGrpSpPr>
          <p:cNvPr id="27" name="Group 28">
            <a:extLst>
              <a:ext uri="{FF2B5EF4-FFF2-40B4-BE49-F238E27FC236}">
                <a16:creationId xmlns:a16="http://schemas.microsoft.com/office/drawing/2014/main" id="{AF87C7E9-E5BC-FC6B-511C-156CF7A4C2C2}"/>
              </a:ext>
            </a:extLst>
          </p:cNvPr>
          <p:cNvGrpSpPr>
            <a:grpSpLocks/>
          </p:cNvGrpSpPr>
          <p:nvPr/>
        </p:nvGrpSpPr>
        <p:grpSpPr bwMode="auto">
          <a:xfrm>
            <a:off x="9641680" y="5939372"/>
            <a:ext cx="500062" cy="386076"/>
            <a:chOff x="3029" y="1580"/>
            <a:chExt cx="315" cy="275"/>
          </a:xfrm>
        </p:grpSpPr>
        <p:sp>
          <p:nvSpPr>
            <p:cNvPr id="28" name="Text Box 29">
              <a:extLst>
                <a:ext uri="{FF2B5EF4-FFF2-40B4-BE49-F238E27FC236}">
                  <a16:creationId xmlns:a16="http://schemas.microsoft.com/office/drawing/2014/main" id="{EECE3FA2-1015-2E8B-A48A-4477511FE01F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029" y="1580"/>
              <a:ext cx="153" cy="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tIns="0" bIns="1080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pt-BR" i="1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29" name="Line 30">
              <a:extLst>
                <a:ext uri="{FF2B5EF4-FFF2-40B4-BE49-F238E27FC236}">
                  <a16:creationId xmlns:a16="http://schemas.microsoft.com/office/drawing/2014/main" id="{0F1B2C40-FB3F-DCA3-A56B-0EE03269544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3164" y="1700"/>
              <a:ext cx="180" cy="4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stealth" w="sm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30" name="Text Box 31">
            <a:extLst>
              <a:ext uri="{FF2B5EF4-FFF2-40B4-BE49-F238E27FC236}">
                <a16:creationId xmlns:a16="http://schemas.microsoft.com/office/drawing/2014/main" id="{D7C7FFE9-405D-C344-E764-C2F1F44BC4A3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869781" y="5939371"/>
            <a:ext cx="30638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latin typeface="Times New Roman" pitchFamily="18" charset="0"/>
              </a:rPr>
              <a:t>0</a:t>
            </a:r>
          </a:p>
        </p:txBody>
      </p:sp>
      <p:sp>
        <p:nvSpPr>
          <p:cNvPr id="31" name="Line 32">
            <a:extLst>
              <a:ext uri="{FF2B5EF4-FFF2-40B4-BE49-F238E27FC236}">
                <a16:creationId xmlns:a16="http://schemas.microsoft.com/office/drawing/2014/main" id="{5C5EDE99-0990-F48A-ADC2-1BCEA8D687AD}"/>
              </a:ext>
            </a:extLst>
          </p:cNvPr>
          <p:cNvSpPr>
            <a:spLocks noChangeShapeType="1"/>
          </p:cNvSpPr>
          <p:nvPr/>
        </p:nvSpPr>
        <p:spPr bwMode="gray">
          <a:xfrm flipH="1" flipV="1">
            <a:off x="6033292" y="4362984"/>
            <a:ext cx="0" cy="16017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2" name="Text Box 33">
            <a:extLst>
              <a:ext uri="{FF2B5EF4-FFF2-40B4-BE49-F238E27FC236}">
                <a16:creationId xmlns:a16="http://schemas.microsoft.com/office/drawing/2014/main" id="{103D6848-D70F-84A4-850C-5A33CCA17E5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425281" y="4666196"/>
            <a:ext cx="70643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i="1">
                <a:latin typeface="Times New Roman" pitchFamily="18" charset="0"/>
              </a:rPr>
              <a:t>A</a:t>
            </a:r>
            <a:r>
              <a:rPr lang="pt-BR" i="1" baseline="-25000">
                <a:latin typeface="Times New Roman" pitchFamily="18" charset="0"/>
              </a:rPr>
              <a:t> </a:t>
            </a:r>
            <a:r>
              <a:rPr lang="pt-BR" i="1">
                <a:latin typeface="Times New Roman" pitchFamily="18" charset="0"/>
              </a:rPr>
              <a:t>f</a:t>
            </a:r>
            <a:r>
              <a:rPr lang="pt-BR" i="1" baseline="-25000">
                <a:latin typeface="Times New Roman" pitchFamily="18" charset="0"/>
              </a:rPr>
              <a:t>s</a:t>
            </a:r>
            <a:endParaRPr lang="pt-BR" i="1">
              <a:latin typeface="Times New Roman" pitchFamily="18" charset="0"/>
            </a:endParaRPr>
          </a:p>
        </p:txBody>
      </p:sp>
      <p:sp>
        <p:nvSpPr>
          <p:cNvPr id="33" name="Line 34">
            <a:extLst>
              <a:ext uri="{FF2B5EF4-FFF2-40B4-BE49-F238E27FC236}">
                <a16:creationId xmlns:a16="http://schemas.microsoft.com/office/drawing/2014/main" id="{F4603964-65F3-86C8-F4F0-3F5DAC947CF2}"/>
              </a:ext>
            </a:extLst>
          </p:cNvPr>
          <p:cNvSpPr>
            <a:spLocks noChangeShapeType="1"/>
          </p:cNvSpPr>
          <p:nvPr/>
        </p:nvSpPr>
        <p:spPr bwMode="gray">
          <a:xfrm>
            <a:off x="6036467" y="5004333"/>
            <a:ext cx="114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34" name="Freeform 35">
            <a:extLst>
              <a:ext uri="{FF2B5EF4-FFF2-40B4-BE49-F238E27FC236}">
                <a16:creationId xmlns:a16="http://schemas.microsoft.com/office/drawing/2014/main" id="{011C28FE-6FDE-71F6-D19D-BF579B42B343}"/>
              </a:ext>
            </a:extLst>
          </p:cNvPr>
          <p:cNvSpPr>
            <a:spLocks/>
          </p:cNvSpPr>
          <p:nvPr/>
        </p:nvSpPr>
        <p:spPr bwMode="gray">
          <a:xfrm>
            <a:off x="6389120" y="5009096"/>
            <a:ext cx="1179512" cy="911225"/>
          </a:xfrm>
          <a:custGeom>
            <a:avLst/>
            <a:gdLst/>
            <a:ahLst/>
            <a:cxnLst>
              <a:cxn ang="0">
                <a:pos x="0" y="792"/>
              </a:cxn>
              <a:cxn ang="0">
                <a:pos x="984" y="0"/>
              </a:cxn>
              <a:cxn ang="0">
                <a:pos x="1964" y="792"/>
              </a:cxn>
            </a:cxnLst>
            <a:rect l="0" t="0" r="r" b="b"/>
            <a:pathLst>
              <a:path w="1964" h="792">
                <a:moveTo>
                  <a:pt x="0" y="792"/>
                </a:moveTo>
                <a:cubicBezTo>
                  <a:pt x="328" y="396"/>
                  <a:pt x="657" y="0"/>
                  <a:pt x="984" y="0"/>
                </a:cubicBezTo>
                <a:cubicBezTo>
                  <a:pt x="1311" y="0"/>
                  <a:pt x="1637" y="396"/>
                  <a:pt x="1964" y="792"/>
                </a:cubicBezTo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5" name="Freeform 37">
            <a:extLst>
              <a:ext uri="{FF2B5EF4-FFF2-40B4-BE49-F238E27FC236}">
                <a16:creationId xmlns:a16="http://schemas.microsoft.com/office/drawing/2014/main" id="{950D10B9-FD74-46CC-AEB7-717B4E779EA9}"/>
              </a:ext>
            </a:extLst>
          </p:cNvPr>
          <p:cNvSpPr>
            <a:spLocks/>
          </p:cNvSpPr>
          <p:nvPr/>
        </p:nvSpPr>
        <p:spPr bwMode="gray">
          <a:xfrm>
            <a:off x="4529954" y="5009096"/>
            <a:ext cx="1179512" cy="911225"/>
          </a:xfrm>
          <a:custGeom>
            <a:avLst/>
            <a:gdLst/>
            <a:ahLst/>
            <a:cxnLst>
              <a:cxn ang="0">
                <a:pos x="0" y="792"/>
              </a:cxn>
              <a:cxn ang="0">
                <a:pos x="984" y="0"/>
              </a:cxn>
              <a:cxn ang="0">
                <a:pos x="1964" y="792"/>
              </a:cxn>
            </a:cxnLst>
            <a:rect l="0" t="0" r="r" b="b"/>
            <a:pathLst>
              <a:path w="1964" h="792">
                <a:moveTo>
                  <a:pt x="0" y="792"/>
                </a:moveTo>
                <a:cubicBezTo>
                  <a:pt x="328" y="396"/>
                  <a:pt x="657" y="0"/>
                  <a:pt x="984" y="0"/>
                </a:cubicBezTo>
                <a:cubicBezTo>
                  <a:pt x="1311" y="0"/>
                  <a:pt x="1637" y="396"/>
                  <a:pt x="1964" y="792"/>
                </a:cubicBezTo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6" name="Line 39">
            <a:extLst>
              <a:ext uri="{FF2B5EF4-FFF2-40B4-BE49-F238E27FC236}">
                <a16:creationId xmlns:a16="http://schemas.microsoft.com/office/drawing/2014/main" id="{DFA716DF-5371-75D5-CA3A-36A5002F6AFE}"/>
              </a:ext>
            </a:extLst>
          </p:cNvPr>
          <p:cNvSpPr>
            <a:spLocks noChangeShapeType="1"/>
          </p:cNvSpPr>
          <p:nvPr/>
        </p:nvSpPr>
        <p:spPr bwMode="gray">
          <a:xfrm flipH="1" flipV="1">
            <a:off x="7002146" y="5840946"/>
            <a:ext cx="0" cy="841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7" name="Text Box 40">
            <a:extLst>
              <a:ext uri="{FF2B5EF4-FFF2-40B4-BE49-F238E27FC236}">
                <a16:creationId xmlns:a16="http://schemas.microsoft.com/office/drawing/2014/main" id="{A0325FD3-FC1E-2B17-41D2-E3D0654CE944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6806884" y="5939371"/>
            <a:ext cx="39211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i="1">
                <a:latin typeface="Times New Roman" pitchFamily="18" charset="0"/>
              </a:rPr>
              <a:t>f</a:t>
            </a:r>
            <a:r>
              <a:rPr lang="pt-BR" i="1" baseline="-25000">
                <a:latin typeface="Times New Roman" pitchFamily="18" charset="0"/>
              </a:rPr>
              <a:t>s</a:t>
            </a:r>
            <a:endParaRPr lang="pt-BR" i="1">
              <a:latin typeface="Times New Roman" pitchFamily="18" charset="0"/>
            </a:endParaRPr>
          </a:p>
        </p:txBody>
      </p:sp>
      <p:sp>
        <p:nvSpPr>
          <p:cNvPr id="38" name="Line 45">
            <a:extLst>
              <a:ext uri="{FF2B5EF4-FFF2-40B4-BE49-F238E27FC236}">
                <a16:creationId xmlns:a16="http://schemas.microsoft.com/office/drawing/2014/main" id="{6F0D72F5-4D62-0DBF-23FA-7CC6C14589F1}"/>
              </a:ext>
            </a:extLst>
          </p:cNvPr>
          <p:cNvSpPr>
            <a:spLocks noChangeShapeType="1"/>
          </p:cNvSpPr>
          <p:nvPr/>
        </p:nvSpPr>
        <p:spPr bwMode="gray">
          <a:xfrm flipH="1" flipV="1">
            <a:off x="4431505" y="5834596"/>
            <a:ext cx="0" cy="85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9" name="Text Box 46">
            <a:extLst>
              <a:ext uri="{FF2B5EF4-FFF2-40B4-BE49-F238E27FC236}">
                <a16:creationId xmlns:a16="http://schemas.microsoft.com/office/drawing/2014/main" id="{663EA23C-9308-F418-D477-38F6285D81C8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4884470" y="5939371"/>
            <a:ext cx="53498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dirty="0">
                <a:latin typeface="Times New Roman" pitchFamily="18" charset="0"/>
              </a:rPr>
              <a:t>-</a:t>
            </a:r>
            <a:r>
              <a:rPr lang="pt-BR" i="1" dirty="0" err="1">
                <a:latin typeface="Times New Roman" pitchFamily="18" charset="0"/>
              </a:rPr>
              <a:t>f</a:t>
            </a:r>
            <a:r>
              <a:rPr lang="pt-BR" i="1" baseline="-25000" dirty="0" err="1">
                <a:latin typeface="Times New Roman" pitchFamily="18" charset="0"/>
              </a:rPr>
              <a:t>s</a:t>
            </a:r>
            <a:endParaRPr lang="pt-BR" i="1" dirty="0">
              <a:latin typeface="Times New Roman" pitchFamily="18" charset="0"/>
            </a:endParaRPr>
          </a:p>
        </p:txBody>
      </p:sp>
      <p:sp>
        <p:nvSpPr>
          <p:cNvPr id="40" name="Line 55">
            <a:extLst>
              <a:ext uri="{FF2B5EF4-FFF2-40B4-BE49-F238E27FC236}">
                <a16:creationId xmlns:a16="http://schemas.microsoft.com/office/drawing/2014/main" id="{4D6A2E47-0DE7-224A-38DD-45441056DCBF}"/>
              </a:ext>
            </a:extLst>
          </p:cNvPr>
          <p:cNvSpPr>
            <a:spLocks noChangeShapeType="1"/>
          </p:cNvSpPr>
          <p:nvPr/>
        </p:nvSpPr>
        <p:spPr bwMode="gray">
          <a:xfrm>
            <a:off x="9855992" y="6139395"/>
            <a:ext cx="279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41" name="Line 21">
            <a:extLst>
              <a:ext uri="{FF2B5EF4-FFF2-40B4-BE49-F238E27FC236}">
                <a16:creationId xmlns:a16="http://schemas.microsoft.com/office/drawing/2014/main" id="{B0FEC473-C40E-6AAB-81A7-4888978AE87E}"/>
              </a:ext>
            </a:extLst>
          </p:cNvPr>
          <p:cNvSpPr>
            <a:spLocks noChangeShapeType="1"/>
          </p:cNvSpPr>
          <p:nvPr/>
        </p:nvSpPr>
        <p:spPr bwMode="gray">
          <a:xfrm flipH="1" flipV="1">
            <a:off x="6620667" y="5852059"/>
            <a:ext cx="0" cy="841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42" name="Line 22">
            <a:extLst>
              <a:ext uri="{FF2B5EF4-FFF2-40B4-BE49-F238E27FC236}">
                <a16:creationId xmlns:a16="http://schemas.microsoft.com/office/drawing/2014/main" id="{DA25A786-868D-A196-88AA-B7A101DF7F3A}"/>
              </a:ext>
            </a:extLst>
          </p:cNvPr>
          <p:cNvSpPr>
            <a:spLocks noChangeShapeType="1"/>
          </p:cNvSpPr>
          <p:nvPr/>
        </p:nvSpPr>
        <p:spPr bwMode="gray">
          <a:xfrm flipH="1" flipV="1">
            <a:off x="5444330" y="5840946"/>
            <a:ext cx="0" cy="841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43" name="Line 58">
            <a:extLst>
              <a:ext uri="{FF2B5EF4-FFF2-40B4-BE49-F238E27FC236}">
                <a16:creationId xmlns:a16="http://schemas.microsoft.com/office/drawing/2014/main" id="{947DB515-8C19-42FB-13BB-4CCB822BC902}"/>
              </a:ext>
            </a:extLst>
          </p:cNvPr>
          <p:cNvSpPr>
            <a:spLocks noChangeShapeType="1"/>
          </p:cNvSpPr>
          <p:nvPr/>
        </p:nvSpPr>
        <p:spPr bwMode="gray">
          <a:xfrm flipH="1" flipV="1">
            <a:off x="5111285" y="5833009"/>
            <a:ext cx="0" cy="841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D4679B3-5B42-F2A0-DABD-20091F7BEAC9}"/>
              </a:ext>
            </a:extLst>
          </p:cNvPr>
          <p:cNvSpPr txBox="1"/>
          <p:nvPr/>
        </p:nvSpPr>
        <p:spPr>
          <a:xfrm>
            <a:off x="1893928" y="2762046"/>
            <a:ext cx="18389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063DE8"/>
                </a:solidFill>
              </a:rPr>
              <a:t>Se </a:t>
            </a:r>
            <a:r>
              <a:rPr lang="pt-BR" sz="3200" b="1" i="1" dirty="0" err="1">
                <a:solidFill>
                  <a:srgbClr val="063DE8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pt-BR" sz="3200" b="1" i="1" baseline="-25000" dirty="0" err="1">
                <a:solidFill>
                  <a:srgbClr val="063DE8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pt-BR" sz="3200" b="1" dirty="0">
                <a:solidFill>
                  <a:srgbClr val="063DE8"/>
                </a:solidFill>
                <a:latin typeface="Times New Roman" pitchFamily="18" charset="0"/>
                <a:cs typeface="Times New Roman" pitchFamily="18" charset="0"/>
              </a:rPr>
              <a:t> &lt; 2</a:t>
            </a:r>
            <a:r>
              <a:rPr lang="pt-BR" sz="3200" b="1" i="1" dirty="0">
                <a:solidFill>
                  <a:srgbClr val="063DE8"/>
                </a:solidFill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A4D9C3C6-E2B5-470B-7EE5-2B2738A1271D}"/>
              </a:ext>
            </a:extLst>
          </p:cNvPr>
          <p:cNvCxnSpPr/>
          <p:nvPr/>
        </p:nvCxnSpPr>
        <p:spPr bwMode="auto">
          <a:xfrm>
            <a:off x="3217402" y="5469136"/>
            <a:ext cx="1106905" cy="0"/>
          </a:xfrm>
          <a:prstGeom prst="line">
            <a:avLst/>
          </a:prstGeom>
          <a:solidFill>
            <a:schemeClr val="bg1"/>
          </a:solidFill>
          <a:ln w="25400" cap="flat" cmpd="sng" algn="ctr">
            <a:solidFill>
              <a:srgbClr val="063DE8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B685CD88-2CDC-3E91-7170-D5BF58D46829}"/>
              </a:ext>
            </a:extLst>
          </p:cNvPr>
          <p:cNvCxnSpPr/>
          <p:nvPr/>
        </p:nvCxnSpPr>
        <p:spPr bwMode="auto">
          <a:xfrm>
            <a:off x="7941962" y="5477152"/>
            <a:ext cx="1106905" cy="0"/>
          </a:xfrm>
          <a:prstGeom prst="line">
            <a:avLst/>
          </a:prstGeom>
          <a:solidFill>
            <a:schemeClr val="bg1"/>
          </a:solidFill>
          <a:ln w="25400" cap="flat" cmpd="sng" algn="ctr">
            <a:solidFill>
              <a:srgbClr val="063DE8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47" name="Triângulo isósceles 46">
            <a:extLst>
              <a:ext uri="{FF2B5EF4-FFF2-40B4-BE49-F238E27FC236}">
                <a16:creationId xmlns:a16="http://schemas.microsoft.com/office/drawing/2014/main" id="{8C4D7647-1EC2-8306-B5E2-5C227354542C}"/>
              </a:ext>
            </a:extLst>
          </p:cNvPr>
          <p:cNvSpPr/>
          <p:nvPr/>
        </p:nvSpPr>
        <p:spPr bwMode="auto">
          <a:xfrm>
            <a:off x="5455276" y="5649621"/>
            <a:ext cx="264695" cy="276725"/>
          </a:xfrm>
          <a:prstGeom prst="triangle">
            <a:avLst/>
          </a:prstGeom>
          <a:solidFill>
            <a:schemeClr val="bg2">
              <a:lumMod val="7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pt-BR" sz="2000">
              <a:latin typeface="Nokia Sans Wide" pitchFamily="34" charset="0"/>
            </a:endParaRPr>
          </a:p>
        </p:txBody>
      </p:sp>
      <p:cxnSp>
        <p:nvCxnSpPr>
          <p:cNvPr id="48" name="Conector de seta reta 68">
            <a:extLst>
              <a:ext uri="{FF2B5EF4-FFF2-40B4-BE49-F238E27FC236}">
                <a16:creationId xmlns:a16="http://schemas.microsoft.com/office/drawing/2014/main" id="{404913BC-1C0E-34D2-DADB-A9F6DB43CE10}"/>
              </a:ext>
            </a:extLst>
          </p:cNvPr>
          <p:cNvCxnSpPr>
            <a:endCxn id="47" idx="1"/>
          </p:cNvCxnSpPr>
          <p:nvPr/>
        </p:nvCxnSpPr>
        <p:spPr bwMode="auto">
          <a:xfrm>
            <a:off x="4552907" y="4915693"/>
            <a:ext cx="968543" cy="872290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C21D7043-7947-A69E-DA81-0794C308A49B}"/>
              </a:ext>
            </a:extLst>
          </p:cNvPr>
          <p:cNvSpPr txBox="1"/>
          <p:nvPr/>
        </p:nvSpPr>
        <p:spPr>
          <a:xfrm>
            <a:off x="3494129" y="4711157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aliasing</a:t>
            </a:r>
            <a:endParaRPr lang="pt-BR" dirty="0"/>
          </a:p>
        </p:txBody>
      </p:sp>
      <p:graphicFrame>
        <p:nvGraphicFramePr>
          <p:cNvPr id="50" name="Object 3">
            <a:extLst>
              <a:ext uri="{FF2B5EF4-FFF2-40B4-BE49-F238E27FC236}">
                <a16:creationId xmlns:a16="http://schemas.microsoft.com/office/drawing/2014/main" id="{BFEFF446-73F1-E7CD-F103-59B12F4AE3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30819"/>
              </p:ext>
            </p:extLst>
          </p:nvPr>
        </p:nvGraphicFramePr>
        <p:xfrm>
          <a:off x="2031205" y="1173538"/>
          <a:ext cx="371316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54000" imgH="482400" progId="">
                  <p:embed/>
                </p:oleObj>
              </mc:Choice>
              <mc:Fallback>
                <p:oleObj name="Equation" r:id="rId2" imgW="1854000" imgH="482400" progId="">
                  <p:embed/>
                  <p:pic>
                    <p:nvPicPr>
                      <p:cNvPr id="33280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1205" y="1173538"/>
                        <a:ext cx="3713162" cy="9652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032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DD9E50-C2F3-8868-C4D0-1462B5296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Teorema da Amostragem</a:t>
            </a:r>
          </a:p>
        </p:txBody>
      </p:sp>
      <p:sp>
        <p:nvSpPr>
          <p:cNvPr id="3" name="Freeform 60">
            <a:extLst>
              <a:ext uri="{FF2B5EF4-FFF2-40B4-BE49-F238E27FC236}">
                <a16:creationId xmlns:a16="http://schemas.microsoft.com/office/drawing/2014/main" id="{4C52871E-0E03-5D12-3B0B-35112F3F4D53}"/>
              </a:ext>
            </a:extLst>
          </p:cNvPr>
          <p:cNvSpPr>
            <a:spLocks/>
          </p:cNvSpPr>
          <p:nvPr/>
        </p:nvSpPr>
        <p:spPr bwMode="auto">
          <a:xfrm>
            <a:off x="4981576" y="4437063"/>
            <a:ext cx="5584825" cy="1879600"/>
          </a:xfrm>
          <a:custGeom>
            <a:avLst/>
            <a:gdLst/>
            <a:ahLst/>
            <a:cxnLst>
              <a:cxn ang="0">
                <a:pos x="0" y="894"/>
              </a:cxn>
              <a:cxn ang="0">
                <a:pos x="192" y="586"/>
              </a:cxn>
              <a:cxn ang="0">
                <a:pos x="437" y="259"/>
              </a:cxn>
              <a:cxn ang="0">
                <a:pos x="626" y="77"/>
              </a:cxn>
              <a:cxn ang="0">
                <a:pos x="853" y="13"/>
              </a:cxn>
              <a:cxn ang="0">
                <a:pos x="1088" y="156"/>
              </a:cxn>
              <a:cxn ang="0">
                <a:pos x="1322" y="617"/>
              </a:cxn>
              <a:cxn ang="0">
                <a:pos x="1514" y="1017"/>
              </a:cxn>
              <a:cxn ang="0">
                <a:pos x="1674" y="1385"/>
              </a:cxn>
              <a:cxn ang="0">
                <a:pos x="1910" y="1583"/>
              </a:cxn>
              <a:cxn ang="0">
                <a:pos x="2228" y="1379"/>
              </a:cxn>
              <a:cxn ang="0">
                <a:pos x="2480" y="1121"/>
              </a:cxn>
              <a:cxn ang="0">
                <a:pos x="2864" y="989"/>
              </a:cxn>
              <a:cxn ang="0">
                <a:pos x="3176" y="695"/>
              </a:cxn>
              <a:cxn ang="0">
                <a:pos x="3518" y="575"/>
              </a:cxn>
            </a:cxnLst>
            <a:rect l="0" t="0" r="r" b="b"/>
            <a:pathLst>
              <a:path w="3518" h="1584">
                <a:moveTo>
                  <a:pt x="0" y="894"/>
                </a:moveTo>
                <a:cubicBezTo>
                  <a:pt x="59" y="791"/>
                  <a:pt x="119" y="691"/>
                  <a:pt x="192" y="586"/>
                </a:cubicBezTo>
                <a:cubicBezTo>
                  <a:pt x="265" y="481"/>
                  <a:pt x="365" y="344"/>
                  <a:pt x="437" y="259"/>
                </a:cubicBezTo>
                <a:cubicBezTo>
                  <a:pt x="509" y="174"/>
                  <a:pt x="557" y="118"/>
                  <a:pt x="626" y="77"/>
                </a:cubicBezTo>
                <a:cubicBezTo>
                  <a:pt x="695" y="36"/>
                  <a:pt x="776" y="0"/>
                  <a:pt x="853" y="13"/>
                </a:cubicBezTo>
                <a:cubicBezTo>
                  <a:pt x="930" y="26"/>
                  <a:pt x="1010" y="55"/>
                  <a:pt x="1088" y="156"/>
                </a:cubicBezTo>
                <a:cubicBezTo>
                  <a:pt x="1166" y="257"/>
                  <a:pt x="1251" y="474"/>
                  <a:pt x="1322" y="617"/>
                </a:cubicBezTo>
                <a:cubicBezTo>
                  <a:pt x="1393" y="760"/>
                  <a:pt x="1455" y="889"/>
                  <a:pt x="1514" y="1017"/>
                </a:cubicBezTo>
                <a:cubicBezTo>
                  <a:pt x="1573" y="1145"/>
                  <a:pt x="1608" y="1291"/>
                  <a:pt x="1674" y="1385"/>
                </a:cubicBezTo>
                <a:cubicBezTo>
                  <a:pt x="1740" y="1479"/>
                  <a:pt x="1818" y="1584"/>
                  <a:pt x="1910" y="1583"/>
                </a:cubicBezTo>
                <a:cubicBezTo>
                  <a:pt x="2002" y="1582"/>
                  <a:pt x="2133" y="1456"/>
                  <a:pt x="2228" y="1379"/>
                </a:cubicBezTo>
                <a:cubicBezTo>
                  <a:pt x="2323" y="1302"/>
                  <a:pt x="2374" y="1186"/>
                  <a:pt x="2480" y="1121"/>
                </a:cubicBezTo>
                <a:cubicBezTo>
                  <a:pt x="2586" y="1056"/>
                  <a:pt x="2748" y="1060"/>
                  <a:pt x="2864" y="989"/>
                </a:cubicBezTo>
                <a:cubicBezTo>
                  <a:pt x="2980" y="918"/>
                  <a:pt x="3067" y="764"/>
                  <a:pt x="3176" y="695"/>
                </a:cubicBezTo>
                <a:cubicBezTo>
                  <a:pt x="3285" y="626"/>
                  <a:pt x="3447" y="600"/>
                  <a:pt x="3518" y="575"/>
                </a:cubicBez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4" name="Line 4">
            <a:extLst>
              <a:ext uri="{FF2B5EF4-FFF2-40B4-BE49-F238E27FC236}">
                <a16:creationId xmlns:a16="http://schemas.microsoft.com/office/drawing/2014/main" id="{D0108FA5-2842-D81E-53EC-D0439C2EC0B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89600" y="2762250"/>
            <a:ext cx="0" cy="952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5" name="Line 5">
            <a:extLst>
              <a:ext uri="{FF2B5EF4-FFF2-40B4-BE49-F238E27FC236}">
                <a16:creationId xmlns:a16="http://schemas.microsoft.com/office/drawing/2014/main" id="{F8161FE5-4E9F-DC0E-D23F-F0BC509B202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584450" y="2749550"/>
            <a:ext cx="0" cy="952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ED716A18-CFC5-1850-F495-FE302712B3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5625" y="2846389"/>
            <a:ext cx="4833938" cy="1587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9EA58E9-82AE-A030-B56F-17973AAF58FA}"/>
              </a:ext>
            </a:extLst>
          </p:cNvPr>
          <p:cNvSpPr>
            <a:spLocks/>
          </p:cNvSpPr>
          <p:nvPr/>
        </p:nvSpPr>
        <p:spPr bwMode="auto">
          <a:xfrm>
            <a:off x="2571750" y="1555750"/>
            <a:ext cx="3117850" cy="1289050"/>
          </a:xfrm>
          <a:custGeom>
            <a:avLst/>
            <a:gdLst/>
            <a:ahLst/>
            <a:cxnLst>
              <a:cxn ang="0">
                <a:pos x="0" y="792"/>
              </a:cxn>
              <a:cxn ang="0">
                <a:pos x="984" y="0"/>
              </a:cxn>
              <a:cxn ang="0">
                <a:pos x="1964" y="792"/>
              </a:cxn>
            </a:cxnLst>
            <a:rect l="0" t="0" r="r" b="b"/>
            <a:pathLst>
              <a:path w="1964" h="792">
                <a:moveTo>
                  <a:pt x="0" y="792"/>
                </a:moveTo>
                <a:cubicBezTo>
                  <a:pt x="328" y="396"/>
                  <a:pt x="657" y="0"/>
                  <a:pt x="984" y="0"/>
                </a:cubicBezTo>
                <a:cubicBezTo>
                  <a:pt x="1311" y="0"/>
                  <a:pt x="1637" y="396"/>
                  <a:pt x="1964" y="792"/>
                </a:cubicBezTo>
              </a:path>
            </a:pathLst>
          </a:custGeom>
          <a:solidFill>
            <a:srgbClr val="CCFFCC"/>
          </a:solidFill>
          <a:ln w="57150" cmpd="sng">
            <a:solidFill>
              <a:srgbClr val="0066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8" name="Line 8">
            <a:extLst>
              <a:ext uri="{FF2B5EF4-FFF2-40B4-BE49-F238E27FC236}">
                <a16:creationId xmlns:a16="http://schemas.microsoft.com/office/drawing/2014/main" id="{252F4E31-5128-FF82-F192-7BD41031A6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85950" y="2838450"/>
            <a:ext cx="704850" cy="0"/>
          </a:xfrm>
          <a:prstGeom prst="line">
            <a:avLst/>
          </a:prstGeom>
          <a:noFill/>
          <a:ln w="57150">
            <a:solidFill>
              <a:srgbClr val="0066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058DF6B2-AF8E-8522-A40C-173D9CEBDC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76900" y="2832100"/>
            <a:ext cx="908050" cy="6350"/>
          </a:xfrm>
          <a:prstGeom prst="line">
            <a:avLst/>
          </a:prstGeom>
          <a:noFill/>
          <a:ln w="57150">
            <a:solidFill>
              <a:srgbClr val="0066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8C441C2F-54FB-7B22-C232-9759D51E6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2870201"/>
            <a:ext cx="4445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>
                <a:latin typeface="Times New Roman" pitchFamily="18" charset="0"/>
              </a:rPr>
              <a:t>-</a:t>
            </a:r>
            <a:r>
              <a:rPr lang="pt-BR" i="1">
                <a:latin typeface="Times New Roman" pitchFamily="18" charset="0"/>
              </a:rPr>
              <a:t>B</a:t>
            </a: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BCE21980-5B2A-B041-6FDA-8032F167D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2870201"/>
            <a:ext cx="2921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 i="1">
                <a:latin typeface="Times New Roman" pitchFamily="18" charset="0"/>
              </a:rPr>
              <a:t>B</a:t>
            </a: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B9FECD90-EEB8-3FEF-9F29-2308D3BE9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0" y="1155701"/>
            <a:ext cx="90805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>
                <a:latin typeface="Times New Roman" pitchFamily="18" charset="0"/>
              </a:rPr>
              <a:t>|</a:t>
            </a:r>
            <a:r>
              <a:rPr lang="pt-BR" baseline="-25000">
                <a:latin typeface="Times New Roman" pitchFamily="18" charset="0"/>
              </a:rPr>
              <a:t> </a:t>
            </a:r>
            <a:r>
              <a:rPr lang="pt-BR" i="1">
                <a:latin typeface="Times New Roman" pitchFamily="18" charset="0"/>
              </a:rPr>
              <a:t>X</a:t>
            </a:r>
            <a:r>
              <a:rPr lang="pt-BR">
                <a:latin typeface="Times New Roman" pitchFamily="18" charset="0"/>
              </a:rPr>
              <a:t>(</a:t>
            </a:r>
            <a:r>
              <a:rPr lang="pt-BR" i="1">
                <a:latin typeface="Times New Roman" pitchFamily="18" charset="0"/>
              </a:rPr>
              <a:t> f </a:t>
            </a:r>
            <a:r>
              <a:rPr lang="pt-BR">
                <a:latin typeface="Times New Roman" pitchFamily="18" charset="0"/>
              </a:rPr>
              <a:t>)|</a:t>
            </a:r>
            <a:endParaRPr lang="pt-BR" i="1">
              <a:latin typeface="Times New Roman" pitchFamily="18" charset="0"/>
            </a:endParaRPr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89CF61AC-2C71-9281-B522-ADB122C5A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0" y="2870200"/>
            <a:ext cx="292100" cy="386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108000"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 i="1">
                <a:latin typeface="Times New Roman" pitchFamily="18" charset="0"/>
              </a:rPr>
              <a:t>f</a:t>
            </a:r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CF473BF2-73F2-1027-3A06-3CF85FBD211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6200" y="3035300"/>
            <a:ext cx="23495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stealth" w="sm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15" name="Text Box 15">
            <a:extLst>
              <a:ext uri="{FF2B5EF4-FFF2-40B4-BE49-F238E27FC236}">
                <a16:creationId xmlns:a16="http://schemas.microsoft.com/office/drawing/2014/main" id="{7569CA63-358C-3278-F9EF-40C06DBA3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7800" y="2870201"/>
            <a:ext cx="2921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>
                <a:latin typeface="Times New Roman" pitchFamily="18" charset="0"/>
              </a:rPr>
              <a:t>0</a:t>
            </a:r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6F0A5272-81A9-0B20-2500-9A46B1B9C3E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133850" y="1193800"/>
            <a:ext cx="0" cy="170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17" name="AutoShape 19">
            <a:extLst>
              <a:ext uri="{FF2B5EF4-FFF2-40B4-BE49-F238E27FC236}">
                <a16:creationId xmlns:a16="http://schemas.microsoft.com/office/drawing/2014/main" id="{196D9EB5-C0B2-F16A-C844-6626469F488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624888" y="1881188"/>
            <a:ext cx="203200" cy="377825"/>
          </a:xfrm>
          <a:prstGeom prst="upDownArrow">
            <a:avLst>
              <a:gd name="adj1" fmla="val 50000"/>
              <a:gd name="adj2" fmla="val 37188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pSp>
        <p:nvGrpSpPr>
          <p:cNvPr id="18" name="Group 21">
            <a:extLst>
              <a:ext uri="{FF2B5EF4-FFF2-40B4-BE49-F238E27FC236}">
                <a16:creationId xmlns:a16="http://schemas.microsoft.com/office/drawing/2014/main" id="{F29A3439-FF93-12D8-E635-FE34210385CD}"/>
              </a:ext>
            </a:extLst>
          </p:cNvPr>
          <p:cNvGrpSpPr>
            <a:grpSpLocks/>
          </p:cNvGrpSpPr>
          <p:nvPr/>
        </p:nvGrpSpPr>
        <p:grpSpPr bwMode="auto">
          <a:xfrm>
            <a:off x="6089650" y="4162425"/>
            <a:ext cx="4198938" cy="2243138"/>
            <a:chOff x="1968" y="969"/>
            <a:chExt cx="2645" cy="1770"/>
          </a:xfrm>
        </p:grpSpPr>
        <p:sp>
          <p:nvSpPr>
            <p:cNvPr id="19" name="Line 22">
              <a:extLst>
                <a:ext uri="{FF2B5EF4-FFF2-40B4-BE49-F238E27FC236}">
                  <a16:creationId xmlns:a16="http://schemas.microsoft.com/office/drawing/2014/main" id="{CE3D3772-2508-C220-19D1-3E76F90AE0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8" y="969"/>
              <a:ext cx="0" cy="177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0" name="Line 23">
              <a:extLst>
                <a:ext uri="{FF2B5EF4-FFF2-40B4-BE49-F238E27FC236}">
                  <a16:creationId xmlns:a16="http://schemas.microsoft.com/office/drawing/2014/main" id="{75CC515F-4B2F-5965-262D-7FE65ABAE2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3" y="969"/>
              <a:ext cx="0" cy="177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1" name="Line 24">
              <a:extLst>
                <a:ext uri="{FF2B5EF4-FFF2-40B4-BE49-F238E27FC236}">
                  <a16:creationId xmlns:a16="http://schemas.microsoft.com/office/drawing/2014/main" id="{F1817447-4248-59C4-4515-7A1CC111D8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2" y="969"/>
              <a:ext cx="0" cy="177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2" name="Line 25">
              <a:extLst>
                <a:ext uri="{FF2B5EF4-FFF2-40B4-BE49-F238E27FC236}">
                  <a16:creationId xmlns:a16="http://schemas.microsoft.com/office/drawing/2014/main" id="{A876566C-F83A-334D-82CA-303EDBE95C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60" y="969"/>
              <a:ext cx="0" cy="177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3" name="Line 26">
              <a:extLst>
                <a:ext uri="{FF2B5EF4-FFF2-40B4-BE49-F238E27FC236}">
                  <a16:creationId xmlns:a16="http://schemas.microsoft.com/office/drawing/2014/main" id="{F33742F5-FE01-40A5-70DE-F2FA816793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77" y="969"/>
              <a:ext cx="0" cy="177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4" name="Line 27">
              <a:extLst>
                <a:ext uri="{FF2B5EF4-FFF2-40B4-BE49-F238E27FC236}">
                  <a16:creationId xmlns:a16="http://schemas.microsoft.com/office/drawing/2014/main" id="{7B33DFEF-8201-5868-159C-D14CEC7071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13" y="969"/>
              <a:ext cx="0" cy="177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25" name="Line 28">
            <a:extLst>
              <a:ext uri="{FF2B5EF4-FFF2-40B4-BE49-F238E27FC236}">
                <a16:creationId xmlns:a16="http://schemas.microsoft.com/office/drawing/2014/main" id="{436DC506-7FE4-4C62-49CA-97831CFD980C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4426" y="5394325"/>
            <a:ext cx="57054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6" name="Line 29">
            <a:extLst>
              <a:ext uri="{FF2B5EF4-FFF2-40B4-BE49-F238E27FC236}">
                <a16:creationId xmlns:a16="http://schemas.microsoft.com/office/drawing/2014/main" id="{02947425-B7B9-F724-1442-2A7D4B62E51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240338" y="4175126"/>
            <a:ext cx="0" cy="2220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7" name="Oval 34">
            <a:extLst>
              <a:ext uri="{FF2B5EF4-FFF2-40B4-BE49-F238E27FC236}">
                <a16:creationId xmlns:a16="http://schemas.microsoft.com/office/drawing/2014/main" id="{F6BBEF63-DF4C-7F76-84CE-DEFF224E7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8638" y="4881563"/>
            <a:ext cx="88900" cy="88900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8" name="Oval 35">
            <a:extLst>
              <a:ext uri="{FF2B5EF4-FFF2-40B4-BE49-F238E27FC236}">
                <a16:creationId xmlns:a16="http://schemas.microsoft.com/office/drawing/2014/main" id="{AAF3E088-A05A-9B6E-EAFD-BAA30B3439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8425" y="6162675"/>
            <a:ext cx="88900" cy="88900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9" name="Oval 36">
            <a:extLst>
              <a:ext uri="{FF2B5EF4-FFF2-40B4-BE49-F238E27FC236}">
                <a16:creationId xmlns:a16="http://schemas.microsoft.com/office/drawing/2014/main" id="{2EE92BC3-A01B-7D31-7D82-DE08D9981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2238" y="5138738"/>
            <a:ext cx="88900" cy="88900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0" name="Oval 37">
            <a:extLst>
              <a:ext uri="{FF2B5EF4-FFF2-40B4-BE49-F238E27FC236}">
                <a16:creationId xmlns:a16="http://schemas.microsoft.com/office/drawing/2014/main" id="{4ADA4C94-B9FF-08A6-8D63-AD5A3AC3D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8375" y="4437063"/>
            <a:ext cx="88900" cy="88900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1" name="Oval 38">
            <a:extLst>
              <a:ext uri="{FF2B5EF4-FFF2-40B4-BE49-F238E27FC236}">
                <a16:creationId xmlns:a16="http://schemas.microsoft.com/office/drawing/2014/main" id="{2FDAC6C5-4D9E-5C37-4441-2EC81E297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8850" y="5953125"/>
            <a:ext cx="88900" cy="88900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2" name="Oval 39">
            <a:extLst>
              <a:ext uri="{FF2B5EF4-FFF2-40B4-BE49-F238E27FC236}">
                <a16:creationId xmlns:a16="http://schemas.microsoft.com/office/drawing/2014/main" id="{7CC177EA-8F16-E930-F0FF-210A50646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4825" y="5603875"/>
            <a:ext cx="88900" cy="88900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3" name="Oval 40">
            <a:extLst>
              <a:ext uri="{FF2B5EF4-FFF2-40B4-BE49-F238E27FC236}">
                <a16:creationId xmlns:a16="http://schemas.microsoft.com/office/drawing/2014/main" id="{EE50039F-2519-320E-6D0E-12C93E296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52075" y="5132388"/>
            <a:ext cx="88900" cy="88900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4" name="Line 59">
            <a:extLst>
              <a:ext uri="{FF2B5EF4-FFF2-40B4-BE49-F238E27FC236}">
                <a16:creationId xmlns:a16="http://schemas.microsoft.com/office/drawing/2014/main" id="{44A7CC7F-3506-AB59-E655-B19F5F8BA8D3}"/>
              </a:ext>
            </a:extLst>
          </p:cNvPr>
          <p:cNvSpPr>
            <a:spLocks noChangeShapeType="1"/>
          </p:cNvSpPr>
          <p:nvPr/>
        </p:nvSpPr>
        <p:spPr bwMode="auto">
          <a:xfrm>
            <a:off x="1895475" y="2847975"/>
            <a:ext cx="47053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35" name="Object 61">
            <a:extLst>
              <a:ext uri="{FF2B5EF4-FFF2-40B4-BE49-F238E27FC236}">
                <a16:creationId xmlns:a16="http://schemas.microsoft.com/office/drawing/2014/main" id="{2668BC08-AB23-972D-FE8E-DE9162427A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56450" y="1739900"/>
          <a:ext cx="111918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58720" imgH="330120" progId="Equation.3">
                  <p:embed/>
                </p:oleObj>
              </mc:Choice>
              <mc:Fallback>
                <p:oleObj name="Equation" r:id="rId2" imgW="558720" imgH="330120" progId="Equation.3">
                  <p:embed/>
                  <p:pic>
                    <p:nvPicPr>
                      <p:cNvPr id="683069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6450" y="1739900"/>
                        <a:ext cx="1119188" cy="66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62">
            <a:extLst>
              <a:ext uri="{FF2B5EF4-FFF2-40B4-BE49-F238E27FC236}">
                <a16:creationId xmlns:a16="http://schemas.microsoft.com/office/drawing/2014/main" id="{6C208AA5-44BB-08D0-4513-840EBB3BAD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77339" y="1841500"/>
          <a:ext cx="10937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5760" imgH="228600" progId="Equation.3">
                  <p:embed/>
                </p:oleObj>
              </mc:Choice>
              <mc:Fallback>
                <p:oleObj name="Equation" r:id="rId4" imgW="545760" imgH="228600" progId="Equation.3">
                  <p:embed/>
                  <p:pic>
                    <p:nvPicPr>
                      <p:cNvPr id="68307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77339" y="1841500"/>
                        <a:ext cx="1093787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" name="Group 64">
            <a:extLst>
              <a:ext uri="{FF2B5EF4-FFF2-40B4-BE49-F238E27FC236}">
                <a16:creationId xmlns:a16="http://schemas.microsoft.com/office/drawing/2014/main" id="{CC07C9C0-7F69-51C7-991C-9FDF6F7D3F74}"/>
              </a:ext>
            </a:extLst>
          </p:cNvPr>
          <p:cNvGrpSpPr>
            <a:grpSpLocks/>
          </p:cNvGrpSpPr>
          <p:nvPr/>
        </p:nvGrpSpPr>
        <p:grpSpPr bwMode="auto">
          <a:xfrm>
            <a:off x="10137776" y="5418139"/>
            <a:ext cx="487363" cy="276225"/>
            <a:chOff x="4467" y="3617"/>
            <a:chExt cx="307" cy="174"/>
          </a:xfrm>
        </p:grpSpPr>
        <p:sp>
          <p:nvSpPr>
            <p:cNvPr id="38" name="Text Box 65">
              <a:extLst>
                <a:ext uri="{FF2B5EF4-FFF2-40B4-BE49-F238E27FC236}">
                  <a16:creationId xmlns:a16="http://schemas.microsoft.com/office/drawing/2014/main" id="{F94D3018-17D1-C52C-3C01-ADAC67C74428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67" y="3617"/>
              <a:ext cx="104" cy="1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i="1"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39" name="Line 66">
              <a:extLst>
                <a:ext uri="{FF2B5EF4-FFF2-40B4-BE49-F238E27FC236}">
                  <a16:creationId xmlns:a16="http://schemas.microsoft.com/office/drawing/2014/main" id="{4414F189-93E8-9DA1-22B2-4A6ECCD681E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574" y="3725"/>
              <a:ext cx="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0" name="Text Box 67">
            <a:extLst>
              <a:ext uri="{FF2B5EF4-FFF2-40B4-BE49-F238E27FC236}">
                <a16:creationId xmlns:a16="http://schemas.microsoft.com/office/drawing/2014/main" id="{B428F85F-5F96-08F9-A18C-AF12331DF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1589" y="3527425"/>
            <a:ext cx="53609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/>
              <a:t>Instantes de amostragem </a:t>
            </a:r>
          </a:p>
        </p:txBody>
      </p:sp>
      <p:grpSp>
        <p:nvGrpSpPr>
          <p:cNvPr id="41" name="Group 68">
            <a:extLst>
              <a:ext uri="{FF2B5EF4-FFF2-40B4-BE49-F238E27FC236}">
                <a16:creationId xmlns:a16="http://schemas.microsoft.com/office/drawing/2014/main" id="{119DA7C7-C5D6-8F6D-2FDD-79EB1B77C507}"/>
              </a:ext>
            </a:extLst>
          </p:cNvPr>
          <p:cNvGrpSpPr>
            <a:grpSpLocks/>
          </p:cNvGrpSpPr>
          <p:nvPr/>
        </p:nvGrpSpPr>
        <p:grpSpPr bwMode="auto">
          <a:xfrm>
            <a:off x="5238751" y="3905250"/>
            <a:ext cx="5045075" cy="203200"/>
            <a:chOff x="1433" y="997"/>
            <a:chExt cx="3178" cy="128"/>
          </a:xfrm>
        </p:grpSpPr>
        <p:sp>
          <p:nvSpPr>
            <p:cNvPr id="42" name="Line 69">
              <a:extLst>
                <a:ext uri="{FF2B5EF4-FFF2-40B4-BE49-F238E27FC236}">
                  <a16:creationId xmlns:a16="http://schemas.microsoft.com/office/drawing/2014/main" id="{6CA9133F-B8B0-40CF-C12B-7A08B14B89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6" y="997"/>
              <a:ext cx="0" cy="1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3" name="Line 70">
              <a:extLst>
                <a:ext uri="{FF2B5EF4-FFF2-40B4-BE49-F238E27FC236}">
                  <a16:creationId xmlns:a16="http://schemas.microsoft.com/office/drawing/2014/main" id="{A0D3F788-2EB4-01ED-A7E8-43FC9C7432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3" y="997"/>
              <a:ext cx="0" cy="1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4" name="Line 71">
              <a:extLst>
                <a:ext uri="{FF2B5EF4-FFF2-40B4-BE49-F238E27FC236}">
                  <a16:creationId xmlns:a16="http://schemas.microsoft.com/office/drawing/2014/main" id="{2140CC68-CD53-E5D7-62AB-C1DC636902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5" y="997"/>
              <a:ext cx="0" cy="1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5" name="Line 72">
              <a:extLst>
                <a:ext uri="{FF2B5EF4-FFF2-40B4-BE49-F238E27FC236}">
                  <a16:creationId xmlns:a16="http://schemas.microsoft.com/office/drawing/2014/main" id="{41A93657-3515-6871-0858-112C54655F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2" y="997"/>
              <a:ext cx="0" cy="1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6" name="Line 73">
              <a:extLst>
                <a:ext uri="{FF2B5EF4-FFF2-40B4-BE49-F238E27FC236}">
                  <a16:creationId xmlns:a16="http://schemas.microsoft.com/office/drawing/2014/main" id="{EC73C9A5-9D73-4D73-5631-1C907CD8CD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1" y="997"/>
              <a:ext cx="0" cy="1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7" name="Line 74">
              <a:extLst>
                <a:ext uri="{FF2B5EF4-FFF2-40B4-BE49-F238E27FC236}">
                  <a16:creationId xmlns:a16="http://schemas.microsoft.com/office/drawing/2014/main" id="{8E03704D-E160-F874-B0E0-665754A093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4" y="997"/>
              <a:ext cx="0" cy="1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8" name="Line 75">
              <a:extLst>
                <a:ext uri="{FF2B5EF4-FFF2-40B4-BE49-F238E27FC236}">
                  <a16:creationId xmlns:a16="http://schemas.microsoft.com/office/drawing/2014/main" id="{39C0AC49-F6AE-C03B-B967-AC7D12E270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8" y="997"/>
              <a:ext cx="0" cy="1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49" name="Line 76">
            <a:extLst>
              <a:ext uri="{FF2B5EF4-FFF2-40B4-BE49-F238E27FC236}">
                <a16:creationId xmlns:a16="http://schemas.microsoft.com/office/drawing/2014/main" id="{02AEAAE5-C0E2-332C-626A-AB6CAD41D61F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3775" y="423703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50" name="Text Box 77">
            <a:extLst>
              <a:ext uri="{FF2B5EF4-FFF2-40B4-BE49-F238E27FC236}">
                <a16:creationId xmlns:a16="http://schemas.microsoft.com/office/drawing/2014/main" id="{B1518EC0-C929-8CD5-C879-12E4FE9DA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6713" y="4303713"/>
            <a:ext cx="3510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i="1">
                <a:latin typeface="Times New Roman" pitchFamily="18" charset="0"/>
              </a:rPr>
              <a:t>T</a:t>
            </a:r>
            <a:r>
              <a:rPr lang="pt-BR" i="1" baseline="-25000">
                <a:latin typeface="Times New Roman" pitchFamily="18" charset="0"/>
              </a:rPr>
              <a:t>s</a:t>
            </a:r>
            <a:endParaRPr lang="pt-BR" i="1">
              <a:latin typeface="Times New Roman" pitchFamily="18" charset="0"/>
            </a:endParaRPr>
          </a:p>
        </p:txBody>
      </p:sp>
      <p:sp>
        <p:nvSpPr>
          <p:cNvPr id="51" name="Line 78">
            <a:extLst>
              <a:ext uri="{FF2B5EF4-FFF2-40B4-BE49-F238E27FC236}">
                <a16:creationId xmlns:a16="http://schemas.microsoft.com/office/drawing/2014/main" id="{7EDCA5E4-3929-590F-E756-C6F83960372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64538" y="4513263"/>
            <a:ext cx="247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52" name="Line 79">
            <a:extLst>
              <a:ext uri="{FF2B5EF4-FFF2-40B4-BE49-F238E27FC236}">
                <a16:creationId xmlns:a16="http://schemas.microsoft.com/office/drawing/2014/main" id="{848C36AD-7617-B9B2-2246-F1155C54A1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73988" y="4513263"/>
            <a:ext cx="247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53" name="Line 80">
            <a:extLst>
              <a:ext uri="{FF2B5EF4-FFF2-40B4-BE49-F238E27FC236}">
                <a16:creationId xmlns:a16="http://schemas.microsoft.com/office/drawing/2014/main" id="{40668C85-6B5E-AF6E-8CE1-22CA4335E438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4463" y="423703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54" name="Text Box 81">
            <a:extLst>
              <a:ext uri="{FF2B5EF4-FFF2-40B4-BE49-F238E27FC236}">
                <a16:creationId xmlns:a16="http://schemas.microsoft.com/office/drawing/2014/main" id="{765CB7FE-0A09-04C5-3DA3-5164A5F2E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1863" y="4103688"/>
            <a:ext cx="5715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 i="1">
                <a:latin typeface="Times New Roman" pitchFamily="18" charset="0"/>
              </a:rPr>
              <a:t>x</a:t>
            </a:r>
            <a:r>
              <a:rPr lang="pt-BR">
                <a:latin typeface="Times New Roman" pitchFamily="18" charset="0"/>
              </a:rPr>
              <a:t>(</a:t>
            </a:r>
            <a:r>
              <a:rPr lang="pt-BR" i="1">
                <a:latin typeface="Times New Roman" pitchFamily="18" charset="0"/>
              </a:rPr>
              <a:t>t</a:t>
            </a:r>
            <a:r>
              <a:rPr lang="pt-BR">
                <a:latin typeface="Times New Roman" pitchFamily="18" charset="0"/>
              </a:rPr>
              <a:t>)</a:t>
            </a:r>
            <a:endParaRPr lang="pt-BR" i="1">
              <a:latin typeface="Times New Roman" pitchFamily="18" charset="0"/>
            </a:endParaRPr>
          </a:p>
        </p:txBody>
      </p:sp>
      <p:graphicFrame>
        <p:nvGraphicFramePr>
          <p:cNvPr id="55" name="Object 82">
            <a:extLst>
              <a:ext uri="{FF2B5EF4-FFF2-40B4-BE49-F238E27FC236}">
                <a16:creationId xmlns:a16="http://schemas.microsoft.com/office/drawing/2014/main" id="{9E2A7795-D326-B619-ED39-E6430F8290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1" y="3652838"/>
          <a:ext cx="3255963" cy="256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25400" imgH="1282680" progId="Equation.3">
                  <p:embed/>
                </p:oleObj>
              </mc:Choice>
              <mc:Fallback>
                <p:oleObj name="Equation" r:id="rId6" imgW="1625400" imgH="1282680" progId="Equation.3">
                  <p:embed/>
                  <p:pic>
                    <p:nvPicPr>
                      <p:cNvPr id="683090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1" y="3652838"/>
                        <a:ext cx="3255963" cy="256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7755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9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997D8D-F6E8-FFA6-E9B9-349DFFB47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Definições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4D942B95-B8B9-6F53-53E2-484F45B56C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0238" y="1314450"/>
            <a:ext cx="836295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895350" indent="-895350">
              <a:spcBef>
                <a:spcPct val="50000"/>
              </a:spcBef>
            </a:pPr>
            <a:r>
              <a:rPr lang="pt-BR" sz="2400" dirty="0">
                <a:latin typeface="Arial" charset="0"/>
              </a:rPr>
              <a:t>Taxa (de amostragem) de </a:t>
            </a:r>
            <a:r>
              <a:rPr lang="pt-BR" sz="2400" dirty="0" err="1">
                <a:latin typeface="Arial" charset="0"/>
              </a:rPr>
              <a:t>Nyquist</a:t>
            </a:r>
            <a:r>
              <a:rPr lang="pt-BR" sz="2400" dirty="0"/>
              <a:t>: taxa de amostragem mínima teórica para um sinal de banda básica </a:t>
            </a:r>
            <a:r>
              <a:rPr lang="pt-BR" sz="2400" dirty="0">
                <a:solidFill>
                  <a:srgbClr val="0000CC"/>
                </a:solidFill>
              </a:rPr>
              <a:t>limitado </a:t>
            </a:r>
            <a:r>
              <a:rPr lang="pt-BR" sz="2400" dirty="0" err="1">
                <a:solidFill>
                  <a:srgbClr val="0000CC"/>
                </a:solidFill>
              </a:rPr>
              <a:t>frequencialmente</a:t>
            </a:r>
            <a:r>
              <a:rPr lang="pt-BR" sz="2400" dirty="0">
                <a:solidFill>
                  <a:srgbClr val="0000CC"/>
                </a:solidFill>
              </a:rPr>
              <a:t> a </a:t>
            </a:r>
            <a:r>
              <a:rPr lang="pt-BR" sz="2400" i="1" dirty="0">
                <a:solidFill>
                  <a:srgbClr val="0000CC"/>
                </a:solidFill>
                <a:latin typeface="Times New Roman" pitchFamily="18" charset="0"/>
              </a:rPr>
              <a:t>B</a:t>
            </a:r>
            <a:r>
              <a:rPr lang="pt-BR" sz="2400" i="1" dirty="0">
                <a:solidFill>
                  <a:srgbClr val="0000CC"/>
                </a:solidFill>
              </a:rPr>
              <a:t> </a:t>
            </a:r>
            <a:r>
              <a:rPr lang="pt-BR" sz="2400" dirty="0">
                <a:solidFill>
                  <a:srgbClr val="0000CC"/>
                </a:solidFill>
              </a:rPr>
              <a:t>hertz</a:t>
            </a:r>
            <a:r>
              <a:rPr lang="pt-BR" sz="2400" dirty="0"/>
              <a:t>, isto é,</a:t>
            </a:r>
          </a:p>
          <a:p>
            <a:pPr marL="895350" indent="-895350">
              <a:spcBef>
                <a:spcPct val="50000"/>
              </a:spcBef>
            </a:pPr>
            <a:r>
              <a:rPr lang="pt-BR" sz="2400" i="1" dirty="0" err="1">
                <a:latin typeface="Times New Roman" pitchFamily="18" charset="0"/>
              </a:rPr>
              <a:t>f</a:t>
            </a:r>
            <a:r>
              <a:rPr lang="pt-BR" sz="2400" i="1" baseline="-25000" dirty="0" err="1">
                <a:latin typeface="Times New Roman" pitchFamily="18" charset="0"/>
              </a:rPr>
              <a:t>s</a:t>
            </a:r>
            <a:r>
              <a:rPr lang="pt-BR" sz="2400" i="1" baseline="-25000" dirty="0">
                <a:latin typeface="Times New Roman" pitchFamily="18" charset="0"/>
              </a:rPr>
              <a:t>,</a:t>
            </a:r>
            <a:r>
              <a:rPr lang="pt-BR" sz="1400" i="1" baseline="-25000" dirty="0">
                <a:latin typeface="Times New Roman" pitchFamily="18" charset="0"/>
              </a:rPr>
              <a:t> </a:t>
            </a:r>
            <a:r>
              <a:rPr lang="pt-BR" sz="2400" baseline="-25000" dirty="0" err="1"/>
              <a:t>Nyquist</a:t>
            </a:r>
            <a:r>
              <a:rPr lang="pt-BR" sz="2400" dirty="0">
                <a:latin typeface="Times New Roman" pitchFamily="18" charset="0"/>
              </a:rPr>
              <a:t> = </a:t>
            </a:r>
            <a:r>
              <a:rPr lang="pt-BR" sz="2400" dirty="0"/>
              <a:t>2</a:t>
            </a:r>
            <a:r>
              <a:rPr lang="pt-BR" sz="2400" baseline="-25000" dirty="0"/>
              <a:t> </a:t>
            </a:r>
            <a:r>
              <a:rPr lang="pt-BR" sz="2400" i="1" dirty="0">
                <a:latin typeface="Times New Roman" pitchFamily="18" charset="0"/>
              </a:rPr>
              <a:t>B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70EB66BD-22B5-BE19-7A31-9C1663720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0238" y="3455988"/>
            <a:ext cx="8520112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900113" indent="-900113" defTabSz="231775">
              <a:spcBef>
                <a:spcPct val="50000"/>
              </a:spcBef>
            </a:pPr>
            <a:r>
              <a:rPr lang="pt-BR" sz="2400" dirty="0" err="1">
                <a:solidFill>
                  <a:srgbClr val="336699"/>
                </a:solidFill>
                <a:latin typeface="Arial" charset="0"/>
              </a:rPr>
              <a:t>Frequência</a:t>
            </a:r>
            <a:r>
              <a:rPr lang="pt-BR" sz="2400" dirty="0">
                <a:solidFill>
                  <a:srgbClr val="336699"/>
                </a:solidFill>
                <a:latin typeface="Arial" charset="0"/>
              </a:rPr>
              <a:t> de </a:t>
            </a:r>
            <a:r>
              <a:rPr lang="pt-BR" sz="2400" dirty="0" err="1">
                <a:solidFill>
                  <a:srgbClr val="336699"/>
                </a:solidFill>
                <a:latin typeface="Arial" charset="0"/>
              </a:rPr>
              <a:t>Nyquist</a:t>
            </a:r>
            <a:r>
              <a:rPr lang="pt-BR" sz="2400" dirty="0">
                <a:solidFill>
                  <a:srgbClr val="336699"/>
                </a:solidFill>
              </a:rPr>
              <a:t>: Dado um </a:t>
            </a:r>
            <a:r>
              <a:rPr lang="pt-BR" sz="2400" dirty="0" err="1">
                <a:solidFill>
                  <a:srgbClr val="336699"/>
                </a:solidFill>
              </a:rPr>
              <a:t>amostrador</a:t>
            </a:r>
            <a:r>
              <a:rPr lang="pt-BR" sz="2400" dirty="0">
                <a:solidFill>
                  <a:srgbClr val="336699"/>
                </a:solidFill>
              </a:rPr>
              <a:t> que opera com a taxa de amostragem </a:t>
            </a:r>
            <a:r>
              <a:rPr lang="pt-BR" sz="2400" i="1" dirty="0" err="1">
                <a:solidFill>
                  <a:srgbClr val="336699"/>
                </a:solidFill>
                <a:latin typeface="Times New Roman" pitchFamily="18" charset="0"/>
              </a:rPr>
              <a:t>f</a:t>
            </a:r>
            <a:r>
              <a:rPr lang="pt-BR" sz="2400" i="1" baseline="-25000" dirty="0" err="1">
                <a:solidFill>
                  <a:srgbClr val="336699"/>
                </a:solidFill>
                <a:latin typeface="Times New Roman" pitchFamily="18" charset="0"/>
              </a:rPr>
              <a:t>s</a:t>
            </a:r>
            <a:r>
              <a:rPr lang="pt-BR" sz="2400" dirty="0">
                <a:solidFill>
                  <a:srgbClr val="336699"/>
                </a:solidFill>
              </a:rPr>
              <a:t>, denomina-se </a:t>
            </a:r>
            <a:r>
              <a:rPr lang="pt-BR" sz="2400" dirty="0" err="1">
                <a:solidFill>
                  <a:srgbClr val="336699"/>
                </a:solidFill>
              </a:rPr>
              <a:t>frequência</a:t>
            </a:r>
            <a:r>
              <a:rPr lang="pt-BR" sz="2400" dirty="0">
                <a:solidFill>
                  <a:srgbClr val="336699"/>
                </a:solidFill>
              </a:rPr>
              <a:t> de </a:t>
            </a:r>
            <a:r>
              <a:rPr lang="pt-BR" sz="2400" dirty="0" err="1">
                <a:solidFill>
                  <a:srgbClr val="336699"/>
                </a:solidFill>
              </a:rPr>
              <a:t>Nyquist</a:t>
            </a:r>
            <a:r>
              <a:rPr lang="pt-BR" sz="2400" dirty="0">
                <a:solidFill>
                  <a:srgbClr val="336699"/>
                </a:solidFill>
              </a:rPr>
              <a:t> a</a:t>
            </a:r>
          </a:p>
          <a:p>
            <a:pPr marL="900113" indent="-900113" defTabSz="231775">
              <a:spcBef>
                <a:spcPct val="50000"/>
              </a:spcBef>
            </a:pPr>
            <a:r>
              <a:rPr lang="pt-BR" sz="2400" i="1" dirty="0">
                <a:solidFill>
                  <a:srgbClr val="336699"/>
                </a:solidFill>
                <a:latin typeface="Times New Roman" pitchFamily="18" charset="0"/>
              </a:rPr>
              <a:t>                              </a:t>
            </a:r>
            <a:r>
              <a:rPr lang="pt-BR" sz="2400" i="1" dirty="0" err="1">
                <a:solidFill>
                  <a:srgbClr val="336699"/>
                </a:solidFill>
                <a:latin typeface="Times New Roman" pitchFamily="18" charset="0"/>
              </a:rPr>
              <a:t>f</a:t>
            </a:r>
            <a:r>
              <a:rPr lang="pt-BR" sz="2400" baseline="-25000" dirty="0" err="1">
                <a:solidFill>
                  <a:srgbClr val="336699"/>
                </a:solidFill>
              </a:rPr>
              <a:t>Nyquist</a:t>
            </a:r>
            <a:r>
              <a:rPr lang="pt-BR" sz="2400" dirty="0">
                <a:solidFill>
                  <a:srgbClr val="336699"/>
                </a:solidFill>
              </a:rPr>
              <a:t> </a:t>
            </a:r>
            <a:r>
              <a:rPr lang="pt-BR" sz="2400" dirty="0">
                <a:solidFill>
                  <a:srgbClr val="336699"/>
                </a:solidFill>
                <a:latin typeface="Times New Roman" pitchFamily="18" charset="0"/>
              </a:rPr>
              <a:t>= </a:t>
            </a:r>
            <a:r>
              <a:rPr lang="pt-BR" sz="2400" dirty="0">
                <a:solidFill>
                  <a:srgbClr val="336699"/>
                </a:solidFill>
              </a:rPr>
              <a:t> </a:t>
            </a:r>
            <a:r>
              <a:rPr lang="pt-BR" sz="2400" i="1" dirty="0" err="1">
                <a:solidFill>
                  <a:srgbClr val="336699"/>
                </a:solidFill>
                <a:latin typeface="Times New Roman" pitchFamily="18" charset="0"/>
              </a:rPr>
              <a:t>f</a:t>
            </a:r>
            <a:r>
              <a:rPr lang="pt-BR" sz="2400" i="1" baseline="-25000" dirty="0" err="1">
                <a:solidFill>
                  <a:srgbClr val="336699"/>
                </a:solidFill>
                <a:latin typeface="Times New Roman" pitchFamily="18" charset="0"/>
              </a:rPr>
              <a:t>s</a:t>
            </a:r>
            <a:r>
              <a:rPr lang="pt-BR" sz="2400" i="1" baseline="-25000" dirty="0">
                <a:solidFill>
                  <a:srgbClr val="336699"/>
                </a:solidFill>
                <a:latin typeface="Times New Roman" pitchFamily="18" charset="0"/>
              </a:rPr>
              <a:t> </a:t>
            </a:r>
            <a:r>
              <a:rPr lang="en-US" sz="2400" dirty="0">
                <a:solidFill>
                  <a:srgbClr val="336699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pt-BR" sz="2400" dirty="0">
                <a:solidFill>
                  <a:srgbClr val="336699"/>
                </a:solidFill>
              </a:rPr>
              <a:t>2, </a:t>
            </a:r>
          </a:p>
          <a:p>
            <a:pPr marL="1079500" lvl="1" defTabSz="231775">
              <a:spcBef>
                <a:spcPct val="50000"/>
              </a:spcBef>
            </a:pPr>
            <a:r>
              <a:rPr lang="pt-BR" sz="2400" dirty="0">
                <a:solidFill>
                  <a:srgbClr val="336699"/>
                </a:solidFill>
              </a:rPr>
              <a:t>ou seja, </a:t>
            </a:r>
            <a:r>
              <a:rPr lang="pt-BR" sz="2400" i="1" dirty="0" err="1">
                <a:solidFill>
                  <a:srgbClr val="336699"/>
                </a:solidFill>
                <a:latin typeface="Times New Roman" pitchFamily="18" charset="0"/>
              </a:rPr>
              <a:t>f</a:t>
            </a:r>
            <a:r>
              <a:rPr lang="pt-BR" sz="2400" baseline="-25000" dirty="0" err="1">
                <a:solidFill>
                  <a:srgbClr val="336699"/>
                </a:solidFill>
              </a:rPr>
              <a:t>Nyquist</a:t>
            </a:r>
            <a:r>
              <a:rPr lang="pt-BR" sz="2400" dirty="0">
                <a:solidFill>
                  <a:srgbClr val="336699"/>
                </a:solidFill>
              </a:rPr>
              <a:t> é o valor máximo teórico para a mais alta </a:t>
            </a:r>
            <a:r>
              <a:rPr lang="pt-BR" sz="2400" dirty="0" err="1">
                <a:solidFill>
                  <a:srgbClr val="336699"/>
                </a:solidFill>
              </a:rPr>
              <a:t>frequência</a:t>
            </a:r>
            <a:r>
              <a:rPr lang="pt-BR" sz="2400" dirty="0">
                <a:solidFill>
                  <a:srgbClr val="336699"/>
                </a:solidFill>
              </a:rPr>
              <a:t> que o sinal a ser amostrado pode conter. </a:t>
            </a:r>
          </a:p>
        </p:txBody>
      </p:sp>
    </p:spTree>
    <p:extLst>
      <p:ext uri="{BB962C8B-B14F-4D97-AF65-F5344CB8AC3E}">
        <p14:creationId xmlns:p14="http://schemas.microsoft.com/office/powerpoint/2010/main" val="3116010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B1A283-6847-E283-A6B4-C16AF4187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Reconstrução do sinal original</a:t>
            </a:r>
          </a:p>
        </p:txBody>
      </p:sp>
      <p:sp>
        <p:nvSpPr>
          <p:cNvPr id="3" name="Rectangle 80">
            <a:extLst>
              <a:ext uri="{FF2B5EF4-FFF2-40B4-BE49-F238E27FC236}">
                <a16:creationId xmlns:a16="http://schemas.microsoft.com/office/drawing/2014/main" id="{D9D63CF9-E5EE-F03A-5CE8-892562753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2016" y="1789112"/>
            <a:ext cx="1595437" cy="1042987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pSp>
        <p:nvGrpSpPr>
          <p:cNvPr id="4" name="Group 77">
            <a:extLst>
              <a:ext uri="{FF2B5EF4-FFF2-40B4-BE49-F238E27FC236}">
                <a16:creationId xmlns:a16="http://schemas.microsoft.com/office/drawing/2014/main" id="{36B90B21-5CEF-5C06-66E2-6F6F40B47014}"/>
              </a:ext>
            </a:extLst>
          </p:cNvPr>
          <p:cNvGrpSpPr>
            <a:grpSpLocks/>
          </p:cNvGrpSpPr>
          <p:nvPr/>
        </p:nvGrpSpPr>
        <p:grpSpPr bwMode="auto">
          <a:xfrm>
            <a:off x="2052578" y="5091112"/>
            <a:ext cx="7954963" cy="1614487"/>
            <a:chOff x="384" y="3025"/>
            <a:chExt cx="5011" cy="1017"/>
          </a:xfrm>
        </p:grpSpPr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84E04489-2BCB-B8E9-9062-9E4F567899A0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3226" y="3763"/>
              <a:ext cx="0" cy="3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C90162D4-7D75-2ADA-2621-023C0B054093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2479" y="3758"/>
              <a:ext cx="0" cy="3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AEE64F6A-177E-1A7B-136A-F2989A169C9D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658" y="3788"/>
              <a:ext cx="4724" cy="4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C753739-88C7-4337-B749-A977D4F0247F}"/>
                </a:ext>
              </a:extLst>
            </p:cNvPr>
            <p:cNvSpPr>
              <a:spLocks/>
            </p:cNvSpPr>
            <p:nvPr/>
          </p:nvSpPr>
          <p:spPr bwMode="gray">
            <a:xfrm>
              <a:off x="2479" y="3403"/>
              <a:ext cx="743" cy="389"/>
            </a:xfrm>
            <a:custGeom>
              <a:avLst/>
              <a:gdLst/>
              <a:ahLst/>
              <a:cxnLst>
                <a:cxn ang="0">
                  <a:pos x="0" y="792"/>
                </a:cxn>
                <a:cxn ang="0">
                  <a:pos x="984" y="0"/>
                </a:cxn>
                <a:cxn ang="0">
                  <a:pos x="1964" y="792"/>
                </a:cxn>
              </a:cxnLst>
              <a:rect l="0" t="0" r="r" b="b"/>
              <a:pathLst>
                <a:path w="1964" h="792">
                  <a:moveTo>
                    <a:pt x="0" y="792"/>
                  </a:moveTo>
                  <a:cubicBezTo>
                    <a:pt x="328" y="396"/>
                    <a:pt x="657" y="0"/>
                    <a:pt x="984" y="0"/>
                  </a:cubicBezTo>
                  <a:cubicBezTo>
                    <a:pt x="1311" y="0"/>
                    <a:pt x="1637" y="396"/>
                    <a:pt x="1964" y="792"/>
                  </a:cubicBezTo>
                </a:path>
              </a:pathLst>
            </a:custGeom>
            <a:solidFill>
              <a:srgbClr val="CCFFCC"/>
            </a:solidFill>
            <a:ln w="38100" cmpd="sng">
              <a:solidFill>
                <a:srgbClr val="00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8D818AD4-734F-240B-6ACB-24B52154560E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84" y="3789"/>
              <a:ext cx="2119" cy="3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31C86B98-2E64-EBD2-9A04-09B606222919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3216" y="3789"/>
              <a:ext cx="2166" cy="1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00A03FD8-1AFA-92B3-19B3-8DB9C9FE7A1D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318" y="3801"/>
              <a:ext cx="279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tIns="0" bIns="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pt-BR">
                  <a:latin typeface="Times New Roman" pitchFamily="18" charset="0"/>
                </a:rPr>
                <a:t>-</a:t>
              </a:r>
              <a:r>
                <a:rPr lang="pt-BR" i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2" name="Text Box 12">
              <a:extLst>
                <a:ext uri="{FF2B5EF4-FFF2-40B4-BE49-F238E27FC236}">
                  <a16:creationId xmlns:a16="http://schemas.microsoft.com/office/drawing/2014/main" id="{35A8153D-864B-8069-5E52-484EDD6ABFF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121" y="3801"/>
              <a:ext cx="193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t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i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C0EDD152-4CEF-9356-9E98-4D933FC0E63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868" y="3025"/>
              <a:ext cx="861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tIns="0" bIns="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pt-BR" i="1">
                  <a:latin typeface="Times New Roman" pitchFamily="18" charset="0"/>
                </a:rPr>
                <a:t>Y</a:t>
              </a:r>
              <a:r>
                <a:rPr lang="pt-BR">
                  <a:latin typeface="Times New Roman" pitchFamily="18" charset="0"/>
                </a:rPr>
                <a:t>( </a:t>
              </a:r>
              <a:r>
                <a:rPr lang="pt-BR" i="1">
                  <a:latin typeface="Times New Roman" pitchFamily="18" charset="0"/>
                </a:rPr>
                <a:t>f</a:t>
              </a:r>
              <a:r>
                <a:rPr lang="pt-BR">
                  <a:latin typeface="Times New Roman" pitchFamily="18" charset="0"/>
                </a:rPr>
                <a:t> ) =</a:t>
              </a:r>
              <a:r>
                <a:rPr lang="pt-BR" i="1">
                  <a:latin typeface="Times New Roman" pitchFamily="18" charset="0"/>
                </a:rPr>
                <a:t> X</a:t>
              </a:r>
              <a:r>
                <a:rPr lang="pt-BR">
                  <a:latin typeface="Times New Roman" pitchFamily="18" charset="0"/>
                </a:rPr>
                <a:t>(</a:t>
              </a:r>
              <a:r>
                <a:rPr lang="pt-BR" i="1">
                  <a:latin typeface="Times New Roman" pitchFamily="18" charset="0"/>
                </a:rPr>
                <a:t> f </a:t>
              </a:r>
              <a:r>
                <a:rPr lang="pt-BR">
                  <a:latin typeface="Times New Roman" pitchFamily="18" charset="0"/>
                </a:rPr>
                <a:t>)</a:t>
              </a:r>
              <a:endParaRPr lang="pt-BR" i="1">
                <a:latin typeface="Times New Roman" pitchFamily="18" charset="0"/>
              </a:endParaRPr>
            </a:p>
          </p:txBody>
        </p:sp>
        <p:grpSp>
          <p:nvGrpSpPr>
            <p:cNvPr id="14" name="Group 14">
              <a:extLst>
                <a:ext uri="{FF2B5EF4-FFF2-40B4-BE49-F238E27FC236}">
                  <a16:creationId xmlns:a16="http://schemas.microsoft.com/office/drawing/2014/main" id="{6596E40F-F76C-AEDB-106A-8FBD92C9D2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69" y="3799"/>
              <a:ext cx="315" cy="243"/>
              <a:chOff x="3029" y="1580"/>
              <a:chExt cx="315" cy="406"/>
            </a:xfrm>
          </p:grpSpPr>
          <p:sp>
            <p:nvSpPr>
              <p:cNvPr id="21" name="Text Box 15">
                <a:extLst>
                  <a:ext uri="{FF2B5EF4-FFF2-40B4-BE49-F238E27FC236}">
                    <a16:creationId xmlns:a16="http://schemas.microsoft.com/office/drawing/2014/main" id="{410A894E-02E4-D2A3-1B27-D76153374238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3029" y="1580"/>
                <a:ext cx="153" cy="4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tIns="0" bIns="108000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pt-BR" i="1">
                    <a:latin typeface="Times New Roman" pitchFamily="18" charset="0"/>
                  </a:rPr>
                  <a:t>f</a:t>
                </a:r>
              </a:p>
            </p:txBody>
          </p:sp>
          <p:sp>
            <p:nvSpPr>
              <p:cNvPr id="22" name="Line 16">
                <a:extLst>
                  <a:ext uri="{FF2B5EF4-FFF2-40B4-BE49-F238E27FC236}">
                    <a16:creationId xmlns:a16="http://schemas.microsoft.com/office/drawing/2014/main" id="{FF15AC8A-8FB4-E495-0130-1C15B828E574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3164" y="1700"/>
                <a:ext cx="180" cy="4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 type="stealth" w="sm" len="med"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15" name="Text Box 17">
              <a:extLst>
                <a:ext uri="{FF2B5EF4-FFF2-40B4-BE49-F238E27FC236}">
                  <a16:creationId xmlns:a16="http://schemas.microsoft.com/office/drawing/2014/main" id="{9F5770E2-1B82-651A-B76F-18A52AD2A23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741" y="3801"/>
              <a:ext cx="193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t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16" name="Line 18">
              <a:extLst>
                <a:ext uri="{FF2B5EF4-FFF2-40B4-BE49-F238E27FC236}">
                  <a16:creationId xmlns:a16="http://schemas.microsoft.com/office/drawing/2014/main" id="{821AF523-CFE8-4711-ECA8-927B8CB6630C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2850" y="3065"/>
              <a:ext cx="0" cy="74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7" name="Text Box 19">
              <a:extLst>
                <a:ext uri="{FF2B5EF4-FFF2-40B4-BE49-F238E27FC236}">
                  <a16:creationId xmlns:a16="http://schemas.microsoft.com/office/drawing/2014/main" id="{7E35EC81-4BD8-8F93-8EF6-52597A9143CD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593" y="3219"/>
              <a:ext cx="29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t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i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18" name="Line 20">
              <a:extLst>
                <a:ext uri="{FF2B5EF4-FFF2-40B4-BE49-F238E27FC236}">
                  <a16:creationId xmlns:a16="http://schemas.microsoft.com/office/drawing/2014/main" id="{19703EEF-0409-C2A3-13ED-CCA823B534B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852" y="3400"/>
              <a:ext cx="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Line 21">
              <a:extLst>
                <a:ext uri="{FF2B5EF4-FFF2-40B4-BE49-F238E27FC236}">
                  <a16:creationId xmlns:a16="http://schemas.microsoft.com/office/drawing/2014/main" id="{73CED88A-D5C8-78A3-6BBE-80AA1978D48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932" y="3792"/>
              <a:ext cx="16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0" name="Line 22">
              <a:extLst>
                <a:ext uri="{FF2B5EF4-FFF2-40B4-BE49-F238E27FC236}">
                  <a16:creationId xmlns:a16="http://schemas.microsoft.com/office/drawing/2014/main" id="{07229373-5EF9-2DB7-70AB-49804628A99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219" y="3903"/>
              <a:ext cx="1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23" name="Line 24">
            <a:extLst>
              <a:ext uri="{FF2B5EF4-FFF2-40B4-BE49-F238E27FC236}">
                <a16:creationId xmlns:a16="http://schemas.microsoft.com/office/drawing/2014/main" id="{9AA0DF96-1411-922C-91D8-9EB7A5FCFB7F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2052578" y="2843212"/>
            <a:ext cx="7927975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4" name="Freeform 25">
            <a:extLst>
              <a:ext uri="{FF2B5EF4-FFF2-40B4-BE49-F238E27FC236}">
                <a16:creationId xmlns:a16="http://schemas.microsoft.com/office/drawing/2014/main" id="{B56CC3A1-C30B-FD88-B6AC-46846ED5000A}"/>
              </a:ext>
            </a:extLst>
          </p:cNvPr>
          <p:cNvSpPr>
            <a:spLocks/>
          </p:cNvSpPr>
          <p:nvPr/>
        </p:nvSpPr>
        <p:spPr bwMode="gray">
          <a:xfrm>
            <a:off x="5381565" y="2090737"/>
            <a:ext cx="1179512" cy="750887"/>
          </a:xfrm>
          <a:custGeom>
            <a:avLst/>
            <a:gdLst/>
            <a:ahLst/>
            <a:cxnLst>
              <a:cxn ang="0">
                <a:pos x="0" y="792"/>
              </a:cxn>
              <a:cxn ang="0">
                <a:pos x="984" y="0"/>
              </a:cxn>
              <a:cxn ang="0">
                <a:pos x="1964" y="792"/>
              </a:cxn>
            </a:cxnLst>
            <a:rect l="0" t="0" r="r" b="b"/>
            <a:pathLst>
              <a:path w="1964" h="792">
                <a:moveTo>
                  <a:pt x="0" y="792"/>
                </a:moveTo>
                <a:cubicBezTo>
                  <a:pt x="328" y="396"/>
                  <a:pt x="657" y="0"/>
                  <a:pt x="984" y="0"/>
                </a:cubicBezTo>
                <a:cubicBezTo>
                  <a:pt x="1311" y="0"/>
                  <a:pt x="1637" y="396"/>
                  <a:pt x="1964" y="792"/>
                </a:cubicBezTo>
              </a:path>
            </a:pathLst>
          </a:custGeom>
          <a:solidFill>
            <a:srgbClr val="CCFFFF"/>
          </a:solidFill>
          <a:ln w="38100" cmpd="sng">
            <a:solidFill>
              <a:srgbClr val="0000CC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06D5BB6E-77E0-6C18-A3B9-9E8B9B2A2C5B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113278" y="2857499"/>
            <a:ext cx="44291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>
                <a:latin typeface="Times New Roman" pitchFamily="18" charset="0"/>
              </a:rPr>
              <a:t>-</a:t>
            </a:r>
            <a:r>
              <a:rPr lang="pt-BR" i="1">
                <a:latin typeface="Times New Roman" pitchFamily="18" charset="0"/>
              </a:rPr>
              <a:t>B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EA038836-C448-C7D1-5B19-F312DDDC31A4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6364227" y="2857499"/>
            <a:ext cx="30638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i="1">
                <a:latin typeface="Times New Roman" pitchFamily="18" charset="0"/>
              </a:rPr>
              <a:t>B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810D11DB-699E-974C-BF5B-A260177DB5CE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211702" y="1185862"/>
            <a:ext cx="84613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 i="1">
                <a:latin typeface="Times New Roman" pitchFamily="18" charset="0"/>
              </a:rPr>
              <a:t>X</a:t>
            </a:r>
            <a:r>
              <a:rPr lang="pt-BR" i="1" baseline="-25000">
                <a:latin typeface="Times New Roman" pitchFamily="18" charset="0"/>
              </a:rPr>
              <a:t>s</a:t>
            </a:r>
            <a:r>
              <a:rPr lang="pt-BR">
                <a:latin typeface="Times New Roman" pitchFamily="18" charset="0"/>
              </a:rPr>
              <a:t>(</a:t>
            </a:r>
            <a:r>
              <a:rPr lang="pt-BR" i="1">
                <a:latin typeface="Times New Roman" pitchFamily="18" charset="0"/>
              </a:rPr>
              <a:t> f </a:t>
            </a:r>
            <a:r>
              <a:rPr lang="pt-BR">
                <a:latin typeface="Times New Roman" pitchFamily="18" charset="0"/>
              </a:rPr>
              <a:t>)</a:t>
            </a:r>
            <a:endParaRPr lang="pt-BR" i="1">
              <a:latin typeface="Times New Roman" pitchFamily="18" charset="0"/>
            </a:endParaRPr>
          </a:p>
        </p:txBody>
      </p:sp>
      <p:grpSp>
        <p:nvGrpSpPr>
          <p:cNvPr id="28" name="Group 29">
            <a:extLst>
              <a:ext uri="{FF2B5EF4-FFF2-40B4-BE49-F238E27FC236}">
                <a16:creationId xmlns:a16="http://schemas.microsoft.com/office/drawing/2014/main" id="{46A0850A-2EAF-C5F3-DC0F-674A4C1EFA66}"/>
              </a:ext>
            </a:extLst>
          </p:cNvPr>
          <p:cNvGrpSpPr>
            <a:grpSpLocks/>
          </p:cNvGrpSpPr>
          <p:nvPr/>
        </p:nvGrpSpPr>
        <p:grpSpPr bwMode="auto">
          <a:xfrm>
            <a:off x="9575740" y="2857497"/>
            <a:ext cx="500062" cy="386158"/>
            <a:chOff x="3029" y="1580"/>
            <a:chExt cx="315" cy="334"/>
          </a:xfrm>
        </p:grpSpPr>
        <p:sp>
          <p:nvSpPr>
            <p:cNvPr id="29" name="Text Box 30">
              <a:extLst>
                <a:ext uri="{FF2B5EF4-FFF2-40B4-BE49-F238E27FC236}">
                  <a16:creationId xmlns:a16="http://schemas.microsoft.com/office/drawing/2014/main" id="{0BD7745D-D95C-ADB5-7EF1-9FB88843023A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029" y="1580"/>
              <a:ext cx="153" cy="3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tIns="0" bIns="1080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pt-BR" i="1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30" name="Line 31">
              <a:extLst>
                <a:ext uri="{FF2B5EF4-FFF2-40B4-BE49-F238E27FC236}">
                  <a16:creationId xmlns:a16="http://schemas.microsoft.com/office/drawing/2014/main" id="{82418630-1F7D-E1C0-4179-2DD9D634B711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3164" y="1700"/>
              <a:ext cx="180" cy="4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stealth" w="sm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31" name="Text Box 32">
            <a:extLst>
              <a:ext uri="{FF2B5EF4-FFF2-40B4-BE49-F238E27FC236}">
                <a16:creationId xmlns:a16="http://schemas.microsoft.com/office/drawing/2014/main" id="{29934975-312A-365E-0F40-F2C4BE64489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803841" y="2857499"/>
            <a:ext cx="30638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latin typeface="Times New Roman" pitchFamily="18" charset="0"/>
              </a:rPr>
              <a:t>0</a:t>
            </a:r>
          </a:p>
        </p:txBody>
      </p:sp>
      <p:sp>
        <p:nvSpPr>
          <p:cNvPr id="32" name="Line 33">
            <a:extLst>
              <a:ext uri="{FF2B5EF4-FFF2-40B4-BE49-F238E27FC236}">
                <a16:creationId xmlns:a16="http://schemas.microsoft.com/office/drawing/2014/main" id="{A1E57ED7-B288-76DA-0687-6D2E52EEF3D7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5967352" y="1260474"/>
            <a:ext cx="6350" cy="16176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3" name="Text Box 34">
            <a:extLst>
              <a:ext uri="{FF2B5EF4-FFF2-40B4-BE49-F238E27FC236}">
                <a16:creationId xmlns:a16="http://schemas.microsoft.com/office/drawing/2014/main" id="{6A8BC7AF-625B-FC9F-A83C-1B3754AA6468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359341" y="1771649"/>
            <a:ext cx="70643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i="1">
                <a:latin typeface="Times New Roman" pitchFamily="18" charset="0"/>
              </a:rPr>
              <a:t>A</a:t>
            </a:r>
            <a:r>
              <a:rPr lang="pt-BR" i="1" baseline="-25000">
                <a:latin typeface="Times New Roman" pitchFamily="18" charset="0"/>
              </a:rPr>
              <a:t> </a:t>
            </a:r>
            <a:r>
              <a:rPr lang="pt-BR" i="1">
                <a:latin typeface="Times New Roman" pitchFamily="18" charset="0"/>
              </a:rPr>
              <a:t>f</a:t>
            </a:r>
            <a:r>
              <a:rPr lang="pt-BR" i="1" baseline="-25000">
                <a:latin typeface="Times New Roman" pitchFamily="18" charset="0"/>
              </a:rPr>
              <a:t>s</a:t>
            </a:r>
            <a:endParaRPr lang="pt-BR" i="1">
              <a:latin typeface="Times New Roman" pitchFamily="18" charset="0"/>
            </a:endParaRPr>
          </a:p>
        </p:txBody>
      </p:sp>
      <p:sp>
        <p:nvSpPr>
          <p:cNvPr id="34" name="Line 35">
            <a:extLst>
              <a:ext uri="{FF2B5EF4-FFF2-40B4-BE49-F238E27FC236}">
                <a16:creationId xmlns:a16="http://schemas.microsoft.com/office/drawing/2014/main" id="{5F35C76C-A96D-93D6-2B36-D1591C5C5D63}"/>
              </a:ext>
            </a:extLst>
          </p:cNvPr>
          <p:cNvSpPr>
            <a:spLocks noChangeShapeType="1"/>
          </p:cNvSpPr>
          <p:nvPr/>
        </p:nvSpPr>
        <p:spPr bwMode="gray">
          <a:xfrm>
            <a:off x="5970527" y="2087561"/>
            <a:ext cx="114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35" name="Freeform 36">
            <a:extLst>
              <a:ext uri="{FF2B5EF4-FFF2-40B4-BE49-F238E27FC236}">
                <a16:creationId xmlns:a16="http://schemas.microsoft.com/office/drawing/2014/main" id="{E01A50EC-5917-5E80-A96F-5D87C584D470}"/>
              </a:ext>
            </a:extLst>
          </p:cNvPr>
          <p:cNvSpPr>
            <a:spLocks/>
          </p:cNvSpPr>
          <p:nvPr/>
        </p:nvSpPr>
        <p:spPr bwMode="gray">
          <a:xfrm>
            <a:off x="6984940" y="2090737"/>
            <a:ext cx="1179512" cy="750887"/>
          </a:xfrm>
          <a:custGeom>
            <a:avLst/>
            <a:gdLst/>
            <a:ahLst/>
            <a:cxnLst>
              <a:cxn ang="0">
                <a:pos x="0" y="792"/>
              </a:cxn>
              <a:cxn ang="0">
                <a:pos x="984" y="0"/>
              </a:cxn>
              <a:cxn ang="0">
                <a:pos x="1964" y="792"/>
              </a:cxn>
            </a:cxnLst>
            <a:rect l="0" t="0" r="r" b="b"/>
            <a:pathLst>
              <a:path w="1964" h="792">
                <a:moveTo>
                  <a:pt x="0" y="792"/>
                </a:moveTo>
                <a:cubicBezTo>
                  <a:pt x="328" y="396"/>
                  <a:pt x="657" y="0"/>
                  <a:pt x="984" y="0"/>
                </a:cubicBezTo>
                <a:cubicBezTo>
                  <a:pt x="1311" y="0"/>
                  <a:pt x="1637" y="396"/>
                  <a:pt x="1964" y="792"/>
                </a:cubicBezTo>
              </a:path>
            </a:pathLst>
          </a:custGeom>
          <a:solidFill>
            <a:srgbClr val="CCFFFF"/>
          </a:solidFill>
          <a:ln w="38100" cmpd="sng">
            <a:solidFill>
              <a:srgbClr val="0000CC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6" name="Freeform 37">
            <a:extLst>
              <a:ext uri="{FF2B5EF4-FFF2-40B4-BE49-F238E27FC236}">
                <a16:creationId xmlns:a16="http://schemas.microsoft.com/office/drawing/2014/main" id="{BFF7F0E9-B6E0-E45C-84A4-D837450DF08C}"/>
              </a:ext>
            </a:extLst>
          </p:cNvPr>
          <p:cNvSpPr>
            <a:spLocks/>
          </p:cNvSpPr>
          <p:nvPr/>
        </p:nvSpPr>
        <p:spPr bwMode="gray">
          <a:xfrm>
            <a:off x="8588315" y="2090737"/>
            <a:ext cx="1179512" cy="750887"/>
          </a:xfrm>
          <a:custGeom>
            <a:avLst/>
            <a:gdLst/>
            <a:ahLst/>
            <a:cxnLst>
              <a:cxn ang="0">
                <a:pos x="0" y="792"/>
              </a:cxn>
              <a:cxn ang="0">
                <a:pos x="984" y="0"/>
              </a:cxn>
              <a:cxn ang="0">
                <a:pos x="1964" y="792"/>
              </a:cxn>
            </a:cxnLst>
            <a:rect l="0" t="0" r="r" b="b"/>
            <a:pathLst>
              <a:path w="1964" h="792">
                <a:moveTo>
                  <a:pt x="0" y="792"/>
                </a:moveTo>
                <a:cubicBezTo>
                  <a:pt x="328" y="396"/>
                  <a:pt x="657" y="0"/>
                  <a:pt x="984" y="0"/>
                </a:cubicBezTo>
                <a:cubicBezTo>
                  <a:pt x="1311" y="0"/>
                  <a:pt x="1637" y="396"/>
                  <a:pt x="1964" y="792"/>
                </a:cubicBezTo>
              </a:path>
            </a:pathLst>
          </a:custGeom>
          <a:solidFill>
            <a:srgbClr val="CCFFFF"/>
          </a:solidFill>
          <a:ln w="38100" cmpd="sng">
            <a:solidFill>
              <a:srgbClr val="0000CC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7" name="Freeform 38">
            <a:extLst>
              <a:ext uri="{FF2B5EF4-FFF2-40B4-BE49-F238E27FC236}">
                <a16:creationId xmlns:a16="http://schemas.microsoft.com/office/drawing/2014/main" id="{39F3E5BF-5829-2B3B-C88B-E723E6F6BF84}"/>
              </a:ext>
            </a:extLst>
          </p:cNvPr>
          <p:cNvSpPr>
            <a:spLocks/>
          </p:cNvSpPr>
          <p:nvPr/>
        </p:nvSpPr>
        <p:spPr bwMode="gray">
          <a:xfrm>
            <a:off x="3778190" y="2090737"/>
            <a:ext cx="1179512" cy="750887"/>
          </a:xfrm>
          <a:custGeom>
            <a:avLst/>
            <a:gdLst/>
            <a:ahLst/>
            <a:cxnLst>
              <a:cxn ang="0">
                <a:pos x="0" y="792"/>
              </a:cxn>
              <a:cxn ang="0">
                <a:pos x="984" y="0"/>
              </a:cxn>
              <a:cxn ang="0">
                <a:pos x="1964" y="792"/>
              </a:cxn>
            </a:cxnLst>
            <a:rect l="0" t="0" r="r" b="b"/>
            <a:pathLst>
              <a:path w="1964" h="792">
                <a:moveTo>
                  <a:pt x="0" y="792"/>
                </a:moveTo>
                <a:cubicBezTo>
                  <a:pt x="328" y="396"/>
                  <a:pt x="657" y="0"/>
                  <a:pt x="984" y="0"/>
                </a:cubicBezTo>
                <a:cubicBezTo>
                  <a:pt x="1311" y="0"/>
                  <a:pt x="1637" y="396"/>
                  <a:pt x="1964" y="792"/>
                </a:cubicBezTo>
              </a:path>
            </a:pathLst>
          </a:custGeom>
          <a:solidFill>
            <a:srgbClr val="CCFFFF"/>
          </a:solidFill>
          <a:ln w="38100" cmpd="sng">
            <a:solidFill>
              <a:srgbClr val="0000CC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8" name="Freeform 39">
            <a:extLst>
              <a:ext uri="{FF2B5EF4-FFF2-40B4-BE49-F238E27FC236}">
                <a16:creationId xmlns:a16="http://schemas.microsoft.com/office/drawing/2014/main" id="{96FC1078-CC87-2BF4-38F0-52AE0BC4CE4A}"/>
              </a:ext>
            </a:extLst>
          </p:cNvPr>
          <p:cNvSpPr>
            <a:spLocks/>
          </p:cNvSpPr>
          <p:nvPr/>
        </p:nvSpPr>
        <p:spPr bwMode="gray">
          <a:xfrm>
            <a:off x="2174815" y="2090737"/>
            <a:ext cx="1179512" cy="750887"/>
          </a:xfrm>
          <a:custGeom>
            <a:avLst/>
            <a:gdLst/>
            <a:ahLst/>
            <a:cxnLst>
              <a:cxn ang="0">
                <a:pos x="0" y="792"/>
              </a:cxn>
              <a:cxn ang="0">
                <a:pos x="984" y="0"/>
              </a:cxn>
              <a:cxn ang="0">
                <a:pos x="1964" y="792"/>
              </a:cxn>
            </a:cxnLst>
            <a:rect l="0" t="0" r="r" b="b"/>
            <a:pathLst>
              <a:path w="1964" h="792">
                <a:moveTo>
                  <a:pt x="0" y="792"/>
                </a:moveTo>
                <a:cubicBezTo>
                  <a:pt x="328" y="396"/>
                  <a:pt x="657" y="0"/>
                  <a:pt x="984" y="0"/>
                </a:cubicBezTo>
                <a:cubicBezTo>
                  <a:pt x="1311" y="0"/>
                  <a:pt x="1637" y="396"/>
                  <a:pt x="1964" y="792"/>
                </a:cubicBezTo>
              </a:path>
            </a:pathLst>
          </a:custGeom>
          <a:solidFill>
            <a:srgbClr val="CCFFFF"/>
          </a:solidFill>
          <a:ln w="38100" cmpd="sng">
            <a:solidFill>
              <a:srgbClr val="0000CC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9" name="Line 40">
            <a:extLst>
              <a:ext uri="{FF2B5EF4-FFF2-40B4-BE49-F238E27FC236}">
                <a16:creationId xmlns:a16="http://schemas.microsoft.com/office/drawing/2014/main" id="{25B437CF-981D-AB29-C04C-C2F3D1B9B198}"/>
              </a:ext>
            </a:extLst>
          </p:cNvPr>
          <p:cNvSpPr>
            <a:spLocks noChangeShapeType="1"/>
          </p:cNvSpPr>
          <p:nvPr/>
        </p:nvSpPr>
        <p:spPr bwMode="gray">
          <a:xfrm flipH="1" flipV="1">
            <a:off x="7573902" y="2776536"/>
            <a:ext cx="0" cy="68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40" name="Text Box 41">
            <a:extLst>
              <a:ext uri="{FF2B5EF4-FFF2-40B4-BE49-F238E27FC236}">
                <a16:creationId xmlns:a16="http://schemas.microsoft.com/office/drawing/2014/main" id="{CBF13D1A-7F4C-DBB9-3B84-20538B581F70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7378640" y="2857499"/>
            <a:ext cx="39211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i="1">
                <a:latin typeface="Times New Roman" pitchFamily="18" charset="0"/>
              </a:rPr>
              <a:t>f</a:t>
            </a:r>
            <a:r>
              <a:rPr lang="pt-BR" i="1" baseline="-25000">
                <a:latin typeface="Times New Roman" pitchFamily="18" charset="0"/>
              </a:rPr>
              <a:t>s</a:t>
            </a:r>
            <a:endParaRPr lang="pt-BR" i="1">
              <a:latin typeface="Times New Roman" pitchFamily="18" charset="0"/>
            </a:endParaRPr>
          </a:p>
        </p:txBody>
      </p:sp>
      <p:sp>
        <p:nvSpPr>
          <p:cNvPr id="41" name="Line 42">
            <a:extLst>
              <a:ext uri="{FF2B5EF4-FFF2-40B4-BE49-F238E27FC236}">
                <a16:creationId xmlns:a16="http://schemas.microsoft.com/office/drawing/2014/main" id="{D2D2A350-F667-9BE3-1763-C1F69AC1BB53}"/>
              </a:ext>
            </a:extLst>
          </p:cNvPr>
          <p:cNvSpPr>
            <a:spLocks noChangeShapeType="1"/>
          </p:cNvSpPr>
          <p:nvPr/>
        </p:nvSpPr>
        <p:spPr bwMode="gray">
          <a:xfrm flipH="1" flipV="1">
            <a:off x="9175690" y="2776536"/>
            <a:ext cx="0" cy="68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42" name="Text Box 43">
            <a:extLst>
              <a:ext uri="{FF2B5EF4-FFF2-40B4-BE49-F238E27FC236}">
                <a16:creationId xmlns:a16="http://schemas.microsoft.com/office/drawing/2014/main" id="{C60DF61B-F174-400E-B3CB-12ADC3154CAF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904227" y="2857499"/>
            <a:ext cx="53498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latin typeface="Times New Roman" pitchFamily="18" charset="0"/>
              </a:rPr>
              <a:t>2</a:t>
            </a:r>
            <a:r>
              <a:rPr lang="pt-BR" i="1">
                <a:latin typeface="Times New Roman" pitchFamily="18" charset="0"/>
              </a:rPr>
              <a:t>f</a:t>
            </a:r>
            <a:r>
              <a:rPr lang="pt-BR" i="1" baseline="-25000">
                <a:latin typeface="Times New Roman" pitchFamily="18" charset="0"/>
              </a:rPr>
              <a:t>s</a:t>
            </a:r>
            <a:endParaRPr lang="pt-BR" i="1">
              <a:latin typeface="Times New Roman" pitchFamily="18" charset="0"/>
            </a:endParaRPr>
          </a:p>
        </p:txBody>
      </p:sp>
      <p:sp>
        <p:nvSpPr>
          <p:cNvPr id="43" name="Line 44">
            <a:extLst>
              <a:ext uri="{FF2B5EF4-FFF2-40B4-BE49-F238E27FC236}">
                <a16:creationId xmlns:a16="http://schemas.microsoft.com/office/drawing/2014/main" id="{AED80760-8211-F4EE-058B-F31B91AE0D9C}"/>
              </a:ext>
            </a:extLst>
          </p:cNvPr>
          <p:cNvSpPr>
            <a:spLocks noChangeShapeType="1"/>
          </p:cNvSpPr>
          <p:nvPr/>
        </p:nvSpPr>
        <p:spPr bwMode="gray">
          <a:xfrm flipH="1" flipV="1">
            <a:off x="2763777" y="2770187"/>
            <a:ext cx="0" cy="714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44" name="Text Box 45">
            <a:extLst>
              <a:ext uri="{FF2B5EF4-FFF2-40B4-BE49-F238E27FC236}">
                <a16:creationId xmlns:a16="http://schemas.microsoft.com/office/drawing/2014/main" id="{B043DE84-06FB-49A6-1645-317D45B4145D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387541" y="2857499"/>
            <a:ext cx="66833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latin typeface="Times New Roman" pitchFamily="18" charset="0"/>
              </a:rPr>
              <a:t>-2</a:t>
            </a:r>
            <a:r>
              <a:rPr lang="pt-BR" i="1">
                <a:latin typeface="Times New Roman" pitchFamily="18" charset="0"/>
              </a:rPr>
              <a:t>f</a:t>
            </a:r>
            <a:r>
              <a:rPr lang="pt-BR" i="1" baseline="-25000">
                <a:latin typeface="Times New Roman" pitchFamily="18" charset="0"/>
              </a:rPr>
              <a:t>s</a:t>
            </a:r>
            <a:endParaRPr lang="pt-BR" i="1">
              <a:latin typeface="Times New Roman" pitchFamily="18" charset="0"/>
            </a:endParaRPr>
          </a:p>
        </p:txBody>
      </p:sp>
      <p:sp>
        <p:nvSpPr>
          <p:cNvPr id="45" name="Line 46">
            <a:extLst>
              <a:ext uri="{FF2B5EF4-FFF2-40B4-BE49-F238E27FC236}">
                <a16:creationId xmlns:a16="http://schemas.microsoft.com/office/drawing/2014/main" id="{C9B86A7F-E83F-1555-6CDA-648CD7C19999}"/>
              </a:ext>
            </a:extLst>
          </p:cNvPr>
          <p:cNvSpPr>
            <a:spLocks noChangeShapeType="1"/>
          </p:cNvSpPr>
          <p:nvPr/>
        </p:nvSpPr>
        <p:spPr bwMode="gray">
          <a:xfrm flipH="1" flipV="1">
            <a:off x="4365565" y="2770187"/>
            <a:ext cx="0" cy="714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46" name="Text Box 47">
            <a:extLst>
              <a:ext uri="{FF2B5EF4-FFF2-40B4-BE49-F238E27FC236}">
                <a16:creationId xmlns:a16="http://schemas.microsoft.com/office/drawing/2014/main" id="{3AA26E94-BC8C-3F71-0CC4-1AD9DE22230E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4084577" y="2857499"/>
            <a:ext cx="53498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latin typeface="Times New Roman" pitchFamily="18" charset="0"/>
              </a:rPr>
              <a:t>-</a:t>
            </a:r>
            <a:r>
              <a:rPr lang="pt-BR" i="1">
                <a:latin typeface="Times New Roman" pitchFamily="18" charset="0"/>
              </a:rPr>
              <a:t>f</a:t>
            </a:r>
            <a:r>
              <a:rPr lang="pt-BR" i="1" baseline="-25000">
                <a:latin typeface="Times New Roman" pitchFamily="18" charset="0"/>
              </a:rPr>
              <a:t>s</a:t>
            </a:r>
            <a:endParaRPr lang="pt-BR" i="1">
              <a:latin typeface="Times New Roman" pitchFamily="18" charset="0"/>
            </a:endParaRPr>
          </a:p>
        </p:txBody>
      </p:sp>
      <p:sp>
        <p:nvSpPr>
          <p:cNvPr id="47" name="Line 48">
            <a:extLst>
              <a:ext uri="{FF2B5EF4-FFF2-40B4-BE49-F238E27FC236}">
                <a16:creationId xmlns:a16="http://schemas.microsoft.com/office/drawing/2014/main" id="{992D3C47-D9BE-F1C9-F40D-35269656494B}"/>
              </a:ext>
            </a:extLst>
          </p:cNvPr>
          <p:cNvSpPr>
            <a:spLocks noChangeShapeType="1"/>
          </p:cNvSpPr>
          <p:nvPr/>
        </p:nvSpPr>
        <p:spPr bwMode="gray">
          <a:xfrm>
            <a:off x="6564252" y="2832098"/>
            <a:ext cx="433388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48" name="Line 49">
            <a:extLst>
              <a:ext uri="{FF2B5EF4-FFF2-40B4-BE49-F238E27FC236}">
                <a16:creationId xmlns:a16="http://schemas.microsoft.com/office/drawing/2014/main" id="{B0077538-EB0D-8632-0DB1-CFEF8F7415CD}"/>
              </a:ext>
            </a:extLst>
          </p:cNvPr>
          <p:cNvSpPr>
            <a:spLocks noChangeShapeType="1"/>
          </p:cNvSpPr>
          <p:nvPr/>
        </p:nvSpPr>
        <p:spPr bwMode="gray">
          <a:xfrm>
            <a:off x="8151752" y="2832098"/>
            <a:ext cx="433388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49" name="Line 50">
            <a:extLst>
              <a:ext uri="{FF2B5EF4-FFF2-40B4-BE49-F238E27FC236}">
                <a16:creationId xmlns:a16="http://schemas.microsoft.com/office/drawing/2014/main" id="{A7F6FF40-2543-574B-E598-4E386C0A0177}"/>
              </a:ext>
            </a:extLst>
          </p:cNvPr>
          <p:cNvSpPr>
            <a:spLocks noChangeShapeType="1"/>
          </p:cNvSpPr>
          <p:nvPr/>
        </p:nvSpPr>
        <p:spPr bwMode="gray">
          <a:xfrm>
            <a:off x="3338452" y="2832098"/>
            <a:ext cx="433388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50" name="Line 51">
            <a:extLst>
              <a:ext uri="{FF2B5EF4-FFF2-40B4-BE49-F238E27FC236}">
                <a16:creationId xmlns:a16="http://schemas.microsoft.com/office/drawing/2014/main" id="{E185A79F-CCD4-D82B-F7FA-EF8298D76E30}"/>
              </a:ext>
            </a:extLst>
          </p:cNvPr>
          <p:cNvSpPr>
            <a:spLocks noChangeShapeType="1"/>
          </p:cNvSpPr>
          <p:nvPr/>
        </p:nvSpPr>
        <p:spPr bwMode="gray">
          <a:xfrm>
            <a:off x="4938652" y="2832098"/>
            <a:ext cx="433388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51" name="Line 52">
            <a:extLst>
              <a:ext uri="{FF2B5EF4-FFF2-40B4-BE49-F238E27FC236}">
                <a16:creationId xmlns:a16="http://schemas.microsoft.com/office/drawing/2014/main" id="{E11C420D-E1FF-327B-7171-AF8CD7E8FEE3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9769415" y="2830511"/>
            <a:ext cx="252412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52" name="Line 53">
            <a:extLst>
              <a:ext uri="{FF2B5EF4-FFF2-40B4-BE49-F238E27FC236}">
                <a16:creationId xmlns:a16="http://schemas.microsoft.com/office/drawing/2014/main" id="{EFE7F938-B766-EFD8-0A4B-2FCF03DA61BC}"/>
              </a:ext>
            </a:extLst>
          </p:cNvPr>
          <p:cNvSpPr>
            <a:spLocks noChangeShapeType="1"/>
          </p:cNvSpPr>
          <p:nvPr/>
        </p:nvSpPr>
        <p:spPr bwMode="gray">
          <a:xfrm>
            <a:off x="2012890" y="2836861"/>
            <a:ext cx="163512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53" name="Line 54">
            <a:extLst>
              <a:ext uri="{FF2B5EF4-FFF2-40B4-BE49-F238E27FC236}">
                <a16:creationId xmlns:a16="http://schemas.microsoft.com/office/drawing/2014/main" id="{67431B82-16C3-CF6D-FB05-B06BD74A837A}"/>
              </a:ext>
            </a:extLst>
          </p:cNvPr>
          <p:cNvSpPr>
            <a:spLocks noChangeShapeType="1"/>
          </p:cNvSpPr>
          <p:nvPr/>
        </p:nvSpPr>
        <p:spPr bwMode="gray">
          <a:xfrm>
            <a:off x="9790052" y="3022598"/>
            <a:ext cx="279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54" name="Line 55">
            <a:extLst>
              <a:ext uri="{FF2B5EF4-FFF2-40B4-BE49-F238E27FC236}">
                <a16:creationId xmlns:a16="http://schemas.microsoft.com/office/drawing/2014/main" id="{2FB5DBE6-D867-5496-F9B7-64EA7AD76AEB}"/>
              </a:ext>
            </a:extLst>
          </p:cNvPr>
          <p:cNvSpPr>
            <a:spLocks noChangeShapeType="1"/>
          </p:cNvSpPr>
          <p:nvPr/>
        </p:nvSpPr>
        <p:spPr bwMode="gray">
          <a:xfrm flipH="1" flipV="1">
            <a:off x="6554727" y="2786061"/>
            <a:ext cx="0" cy="68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55" name="Line 56">
            <a:extLst>
              <a:ext uri="{FF2B5EF4-FFF2-40B4-BE49-F238E27FC236}">
                <a16:creationId xmlns:a16="http://schemas.microsoft.com/office/drawing/2014/main" id="{B5DA7036-33B0-98DC-71B6-40C6B5B78755}"/>
              </a:ext>
            </a:extLst>
          </p:cNvPr>
          <p:cNvSpPr>
            <a:spLocks noChangeShapeType="1"/>
          </p:cNvSpPr>
          <p:nvPr/>
        </p:nvSpPr>
        <p:spPr bwMode="gray">
          <a:xfrm flipH="1" flipV="1">
            <a:off x="5378390" y="2776536"/>
            <a:ext cx="0" cy="68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56" name="Line 57">
            <a:extLst>
              <a:ext uri="{FF2B5EF4-FFF2-40B4-BE49-F238E27FC236}">
                <a16:creationId xmlns:a16="http://schemas.microsoft.com/office/drawing/2014/main" id="{51F6ABD7-B7CC-E9ED-6079-0BBCBE6FB2EE}"/>
              </a:ext>
            </a:extLst>
          </p:cNvPr>
          <p:cNvSpPr>
            <a:spLocks noChangeShapeType="1"/>
          </p:cNvSpPr>
          <p:nvPr/>
        </p:nvSpPr>
        <p:spPr bwMode="gray">
          <a:xfrm flipH="1" flipV="1">
            <a:off x="6770627" y="2781298"/>
            <a:ext cx="0" cy="698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57" name="Line 58">
            <a:extLst>
              <a:ext uri="{FF2B5EF4-FFF2-40B4-BE49-F238E27FC236}">
                <a16:creationId xmlns:a16="http://schemas.microsoft.com/office/drawing/2014/main" id="{9B4383A8-1D60-D830-A9FF-E7D142FB6B1A}"/>
              </a:ext>
            </a:extLst>
          </p:cNvPr>
          <p:cNvSpPr>
            <a:spLocks noChangeShapeType="1"/>
          </p:cNvSpPr>
          <p:nvPr/>
        </p:nvSpPr>
        <p:spPr bwMode="gray">
          <a:xfrm flipH="1" flipV="1">
            <a:off x="5165665" y="2770186"/>
            <a:ext cx="0" cy="68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58" name="Line 59">
            <a:extLst>
              <a:ext uri="{FF2B5EF4-FFF2-40B4-BE49-F238E27FC236}">
                <a16:creationId xmlns:a16="http://schemas.microsoft.com/office/drawing/2014/main" id="{C4E0C937-E710-F98C-4E37-2EE254A5918D}"/>
              </a:ext>
            </a:extLst>
          </p:cNvPr>
          <p:cNvSpPr>
            <a:spLocks noChangeShapeType="1"/>
          </p:cNvSpPr>
          <p:nvPr/>
        </p:nvSpPr>
        <p:spPr bwMode="gray">
          <a:xfrm flipH="1" flipV="1">
            <a:off x="8374002" y="2774948"/>
            <a:ext cx="0" cy="698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59" name="Line 60">
            <a:extLst>
              <a:ext uri="{FF2B5EF4-FFF2-40B4-BE49-F238E27FC236}">
                <a16:creationId xmlns:a16="http://schemas.microsoft.com/office/drawing/2014/main" id="{72D742A1-86E3-86BF-B700-8CB34FA40929}"/>
              </a:ext>
            </a:extLst>
          </p:cNvPr>
          <p:cNvSpPr>
            <a:spLocks noChangeShapeType="1"/>
          </p:cNvSpPr>
          <p:nvPr/>
        </p:nvSpPr>
        <p:spPr bwMode="gray">
          <a:xfrm flipH="1" flipV="1">
            <a:off x="3563877" y="2779712"/>
            <a:ext cx="0" cy="714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60" name="Freeform 69">
            <a:extLst>
              <a:ext uri="{FF2B5EF4-FFF2-40B4-BE49-F238E27FC236}">
                <a16:creationId xmlns:a16="http://schemas.microsoft.com/office/drawing/2014/main" id="{76DC9A0C-9FD6-1E6E-9A31-0D0A1DF59505}"/>
              </a:ext>
            </a:extLst>
          </p:cNvPr>
          <p:cNvSpPr>
            <a:spLocks/>
          </p:cNvSpPr>
          <p:nvPr/>
        </p:nvSpPr>
        <p:spPr bwMode="gray">
          <a:xfrm>
            <a:off x="2627253" y="3211511"/>
            <a:ext cx="900113" cy="895350"/>
          </a:xfrm>
          <a:custGeom>
            <a:avLst/>
            <a:gdLst/>
            <a:ahLst/>
            <a:cxnLst>
              <a:cxn ang="0">
                <a:pos x="477" y="0"/>
              </a:cxn>
              <a:cxn ang="0">
                <a:pos x="15" y="390"/>
              </a:cxn>
              <a:cxn ang="0">
                <a:pos x="567" y="564"/>
              </a:cxn>
            </a:cxnLst>
            <a:rect l="0" t="0" r="r" b="b"/>
            <a:pathLst>
              <a:path w="567" h="564">
                <a:moveTo>
                  <a:pt x="477" y="0"/>
                </a:moveTo>
                <a:cubicBezTo>
                  <a:pt x="401" y="65"/>
                  <a:pt x="0" y="296"/>
                  <a:pt x="15" y="390"/>
                </a:cubicBezTo>
                <a:cubicBezTo>
                  <a:pt x="30" y="484"/>
                  <a:pt x="452" y="528"/>
                  <a:pt x="567" y="564"/>
                </a:cubicBezTo>
              </a:path>
            </a:pathLst>
          </a:custGeom>
          <a:noFill/>
          <a:ln w="127000" cmpd="sng">
            <a:solidFill>
              <a:srgbClr val="969696">
                <a:alpha val="50000"/>
              </a:srgbClr>
            </a:solidFill>
            <a:round/>
            <a:headEnd type="none" w="med" len="med"/>
            <a:tailEnd type="stealth" w="med" len="lg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61" name="Freeform 70">
            <a:extLst>
              <a:ext uri="{FF2B5EF4-FFF2-40B4-BE49-F238E27FC236}">
                <a16:creationId xmlns:a16="http://schemas.microsoft.com/office/drawing/2014/main" id="{A309A49C-BD99-456C-276C-D31DB72804E5}"/>
              </a:ext>
            </a:extLst>
          </p:cNvPr>
          <p:cNvSpPr>
            <a:spLocks/>
          </p:cNvSpPr>
          <p:nvPr/>
        </p:nvSpPr>
        <p:spPr bwMode="gray">
          <a:xfrm>
            <a:off x="7204015" y="4222749"/>
            <a:ext cx="2971800" cy="1427163"/>
          </a:xfrm>
          <a:custGeom>
            <a:avLst/>
            <a:gdLst/>
            <a:ahLst/>
            <a:cxnLst>
              <a:cxn ang="0">
                <a:pos x="1471" y="0"/>
              </a:cxn>
              <a:cxn ang="0">
                <a:pos x="1627" y="150"/>
              </a:cxn>
              <a:cxn ang="0">
                <a:pos x="0" y="899"/>
              </a:cxn>
            </a:cxnLst>
            <a:rect l="0" t="0" r="r" b="b"/>
            <a:pathLst>
              <a:path w="1872" h="899">
                <a:moveTo>
                  <a:pt x="1471" y="0"/>
                </a:moveTo>
                <a:cubicBezTo>
                  <a:pt x="1497" y="25"/>
                  <a:pt x="1872" y="0"/>
                  <a:pt x="1627" y="150"/>
                </a:cubicBezTo>
                <a:cubicBezTo>
                  <a:pt x="1382" y="300"/>
                  <a:pt x="339" y="743"/>
                  <a:pt x="0" y="899"/>
                </a:cubicBezTo>
              </a:path>
            </a:pathLst>
          </a:custGeom>
          <a:noFill/>
          <a:ln w="127000" cmpd="sng">
            <a:solidFill>
              <a:srgbClr val="969696">
                <a:alpha val="50000"/>
              </a:srgbClr>
            </a:solidFill>
            <a:round/>
            <a:headEnd type="none" w="med" len="med"/>
            <a:tailEnd type="stealth" w="med" len="lg"/>
          </a:ln>
          <a:effectLst/>
        </p:spPr>
        <p:txBody>
          <a:bodyPr/>
          <a:lstStyle/>
          <a:p>
            <a:endParaRPr lang="pt-BR"/>
          </a:p>
        </p:txBody>
      </p:sp>
      <p:grpSp>
        <p:nvGrpSpPr>
          <p:cNvPr id="62" name="Group 78">
            <a:extLst>
              <a:ext uri="{FF2B5EF4-FFF2-40B4-BE49-F238E27FC236}">
                <a16:creationId xmlns:a16="http://schemas.microsoft.com/office/drawing/2014/main" id="{30DC6A41-F7B7-7B16-0153-FE2DFE6D769F}"/>
              </a:ext>
            </a:extLst>
          </p:cNvPr>
          <p:cNvGrpSpPr>
            <a:grpSpLocks/>
          </p:cNvGrpSpPr>
          <p:nvPr/>
        </p:nvGrpSpPr>
        <p:grpSpPr bwMode="auto">
          <a:xfrm>
            <a:off x="3776603" y="3682998"/>
            <a:ext cx="5610225" cy="1023938"/>
            <a:chOff x="1470" y="2138"/>
            <a:chExt cx="3534" cy="645"/>
          </a:xfrm>
        </p:grpSpPr>
        <p:cxnSp>
          <p:nvCxnSpPr>
            <p:cNvPr id="63" name="AutoShape 62">
              <a:extLst>
                <a:ext uri="{FF2B5EF4-FFF2-40B4-BE49-F238E27FC236}">
                  <a16:creationId xmlns:a16="http://schemas.microsoft.com/office/drawing/2014/main" id="{1A043BCD-6C7A-A9DE-9D7B-A94A8FF0D91B}"/>
                </a:ext>
              </a:extLst>
            </p:cNvPr>
            <p:cNvCxnSpPr>
              <a:cxnSpLocks noChangeShapeType="1"/>
              <a:endCxn id="64" idx="1"/>
            </p:cNvCxnSpPr>
            <p:nvPr/>
          </p:nvCxnSpPr>
          <p:spPr bwMode="gray">
            <a:xfrm flipV="1">
              <a:off x="1470" y="2461"/>
              <a:ext cx="635" cy="6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ffectLst/>
          </p:spPr>
        </p:cxnSp>
        <p:sp>
          <p:nvSpPr>
            <p:cNvPr id="64" name="AutoShape 64">
              <a:extLst>
                <a:ext uri="{FF2B5EF4-FFF2-40B4-BE49-F238E27FC236}">
                  <a16:creationId xmlns:a16="http://schemas.microsoft.com/office/drawing/2014/main" id="{3661629F-9D9F-1388-6D07-98CEC09BEBE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17" y="2138"/>
              <a:ext cx="1701" cy="645"/>
            </a:xfrm>
            <a:prstGeom prst="flowChartProcess">
              <a:avLst/>
            </a:prstGeom>
            <a:solidFill>
              <a:srgbClr val="FFFFCC"/>
            </a:solidFill>
            <a:ln w="381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pt-BR" dirty="0">
                  <a:solidFill>
                    <a:srgbClr val="FF0000"/>
                  </a:solidFill>
                </a:rPr>
                <a:t>Filtro passa-baixa ideal</a:t>
              </a:r>
            </a:p>
            <a:p>
              <a:r>
                <a:rPr lang="pt-BR" i="1" dirty="0">
                  <a:solidFill>
                    <a:srgbClr val="FF0000"/>
                  </a:solidFill>
                  <a:latin typeface="Times New Roman" pitchFamily="18" charset="0"/>
                </a:rPr>
                <a:t>h</a:t>
              </a:r>
              <a:r>
                <a:rPr lang="pt-BR" dirty="0">
                  <a:solidFill>
                    <a:srgbClr val="FF0000"/>
                  </a:solidFill>
                  <a:latin typeface="Times New Roman" pitchFamily="18" charset="0"/>
                </a:rPr>
                <a:t>(</a:t>
              </a:r>
              <a:r>
                <a:rPr lang="pt-BR" i="1" dirty="0">
                  <a:solidFill>
                    <a:srgbClr val="FF0000"/>
                  </a:solidFill>
                  <a:latin typeface="Times New Roman" pitchFamily="18" charset="0"/>
                </a:rPr>
                <a:t>t</a:t>
              </a:r>
              <a:r>
                <a:rPr lang="pt-BR" dirty="0">
                  <a:solidFill>
                    <a:srgbClr val="FF0000"/>
                  </a:solidFill>
                  <a:latin typeface="Times New Roman" pitchFamily="18" charset="0"/>
                </a:rPr>
                <a:t>) </a:t>
              </a:r>
              <a:r>
                <a:rPr lang="pt-BR" dirty="0">
                  <a:solidFill>
                    <a:srgbClr val="FF0000"/>
                  </a:solidFill>
                  <a:latin typeface="Times New Roman" pitchFamily="18" charset="0"/>
                  <a:sym typeface="Symbol" pitchFamily="18" charset="2"/>
                </a:rPr>
                <a:t> </a:t>
              </a:r>
              <a:r>
                <a:rPr lang="pt-BR" i="1" dirty="0">
                  <a:solidFill>
                    <a:srgbClr val="FF0000"/>
                  </a:solidFill>
                  <a:latin typeface="Times New Roman" pitchFamily="18" charset="0"/>
                  <a:sym typeface="Symbol" pitchFamily="18" charset="2"/>
                </a:rPr>
                <a:t>H</a:t>
              </a:r>
              <a:r>
                <a:rPr lang="pt-BR" dirty="0">
                  <a:solidFill>
                    <a:srgbClr val="FF0000"/>
                  </a:solidFill>
                  <a:latin typeface="Times New Roman" pitchFamily="18" charset="0"/>
                  <a:sym typeface="Symbol" pitchFamily="18" charset="2"/>
                </a:rPr>
                <a:t>(</a:t>
              </a:r>
              <a:r>
                <a:rPr lang="pt-BR" baseline="-25000" dirty="0">
                  <a:solidFill>
                    <a:srgbClr val="FF0000"/>
                  </a:solidFill>
                  <a:latin typeface="Times New Roman" pitchFamily="18" charset="0"/>
                  <a:sym typeface="Symbol" pitchFamily="18" charset="2"/>
                </a:rPr>
                <a:t> </a:t>
              </a:r>
              <a:r>
                <a:rPr lang="pt-BR" i="1" dirty="0">
                  <a:solidFill>
                    <a:srgbClr val="FF0000"/>
                  </a:solidFill>
                  <a:latin typeface="Times New Roman" pitchFamily="18" charset="0"/>
                  <a:sym typeface="Symbol" pitchFamily="18" charset="2"/>
                </a:rPr>
                <a:t>f</a:t>
              </a:r>
              <a:r>
                <a:rPr lang="pt-BR" i="1" baseline="-25000" dirty="0">
                  <a:solidFill>
                    <a:srgbClr val="FF0000"/>
                  </a:solidFill>
                  <a:latin typeface="Times New Roman" pitchFamily="18" charset="0"/>
                  <a:sym typeface="Symbol" pitchFamily="18" charset="2"/>
                </a:rPr>
                <a:t>  </a:t>
              </a:r>
              <a:r>
                <a:rPr lang="pt-BR" dirty="0">
                  <a:solidFill>
                    <a:srgbClr val="FF0000"/>
                  </a:solidFill>
                  <a:latin typeface="Times New Roman" pitchFamily="18" charset="0"/>
                  <a:sym typeface="Symbol" pitchFamily="18" charset="2"/>
                </a:rPr>
                <a:t>)</a:t>
              </a:r>
              <a:endParaRPr lang="pt-BR" i="1" dirty="0">
                <a:solidFill>
                  <a:srgbClr val="FF0000"/>
                </a:solidFill>
                <a:latin typeface="Times New Roman" pitchFamily="18" charset="0"/>
              </a:endParaRPr>
            </a:p>
            <a:p>
              <a:r>
                <a:rPr lang="pt-BR" i="1" dirty="0" err="1">
                  <a:solidFill>
                    <a:srgbClr val="FF0000"/>
                  </a:solidFill>
                  <a:latin typeface="Times New Roman" pitchFamily="18" charset="0"/>
                </a:rPr>
                <a:t>f</a:t>
              </a:r>
              <a:r>
                <a:rPr lang="pt-BR" baseline="-25000" dirty="0" err="1">
                  <a:solidFill>
                    <a:srgbClr val="FF0000"/>
                  </a:solidFill>
                </a:rPr>
                <a:t>corte</a:t>
              </a:r>
              <a:r>
                <a:rPr lang="pt-BR" dirty="0">
                  <a:solidFill>
                    <a:srgbClr val="FF0000"/>
                  </a:solidFill>
                </a:rPr>
                <a:t> </a:t>
              </a:r>
              <a:r>
                <a:rPr lang="pt-BR" dirty="0">
                  <a:solidFill>
                    <a:srgbClr val="FF0000"/>
                  </a:solidFill>
                  <a:latin typeface="Times New Roman" pitchFamily="18" charset="0"/>
                </a:rPr>
                <a:t>=</a:t>
              </a:r>
              <a:r>
                <a:rPr lang="pt-BR" dirty="0">
                  <a:solidFill>
                    <a:srgbClr val="FF0000"/>
                  </a:solidFill>
                </a:rPr>
                <a:t> </a:t>
              </a:r>
              <a:r>
                <a:rPr lang="pt-BR" i="1" dirty="0" err="1">
                  <a:solidFill>
                    <a:srgbClr val="FF0000"/>
                  </a:solidFill>
                  <a:latin typeface="Times New Roman" pitchFamily="18" charset="0"/>
                </a:rPr>
                <a:t>f</a:t>
              </a:r>
              <a:r>
                <a:rPr lang="pt-BR" i="1" baseline="-25000" dirty="0" err="1">
                  <a:solidFill>
                    <a:srgbClr val="FF0000"/>
                  </a:solidFill>
                  <a:latin typeface="Times New Roman" pitchFamily="18" charset="0"/>
                </a:rPr>
                <a:t>s</a:t>
              </a:r>
              <a:r>
                <a:rPr lang="pt-BR" i="1" baseline="-25000" dirty="0">
                  <a:solidFill>
                    <a:srgbClr val="FF0000"/>
                  </a:solidFill>
                  <a:latin typeface="Times New Roman" pitchFamily="18" charset="0"/>
                </a:rPr>
                <a:t> </a:t>
              </a:r>
              <a:r>
                <a:rPr lang="pt-BR" dirty="0">
                  <a:solidFill>
                    <a:srgbClr val="FF0000"/>
                  </a:solidFill>
                  <a:latin typeface="Times New Roman" pitchFamily="18" charset="0"/>
                </a:rPr>
                <a:t>/2</a:t>
              </a:r>
              <a:endParaRPr lang="pt-BR" i="1" baseline="-25000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65" name="Text Box 65">
              <a:extLst>
                <a:ext uri="{FF2B5EF4-FFF2-40B4-BE49-F238E27FC236}">
                  <a16:creationId xmlns:a16="http://schemas.microsoft.com/office/drawing/2014/main" id="{F2EEEA79-BCB1-C80C-D477-C7D86203E6AD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481" y="2467"/>
              <a:ext cx="52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pt-BR" i="1">
                  <a:solidFill>
                    <a:srgbClr val="FF0000"/>
                  </a:solidFill>
                  <a:latin typeface="Times New Roman" pitchFamily="18" charset="0"/>
                </a:rPr>
                <a:t>X</a:t>
              </a:r>
              <a:r>
                <a:rPr lang="pt-BR" i="1" baseline="-25000">
                  <a:solidFill>
                    <a:srgbClr val="FF0000"/>
                  </a:solidFill>
                  <a:latin typeface="Times New Roman" pitchFamily="18" charset="0"/>
                </a:rPr>
                <a:t>s</a:t>
              </a:r>
              <a:r>
                <a:rPr lang="pt-BR">
                  <a:solidFill>
                    <a:srgbClr val="FF0000"/>
                  </a:solidFill>
                  <a:latin typeface="Times New Roman" pitchFamily="18" charset="0"/>
                </a:rPr>
                <a:t>(</a:t>
              </a:r>
              <a:r>
                <a:rPr lang="pt-BR" i="1">
                  <a:solidFill>
                    <a:srgbClr val="FF0000"/>
                  </a:solidFill>
                  <a:latin typeface="Times New Roman" pitchFamily="18" charset="0"/>
                </a:rPr>
                <a:t> f </a:t>
              </a:r>
              <a:r>
                <a:rPr lang="pt-BR">
                  <a:solidFill>
                    <a:srgbClr val="FF0000"/>
                  </a:solidFill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66" name="Text Box 66">
              <a:extLst>
                <a:ext uri="{FF2B5EF4-FFF2-40B4-BE49-F238E27FC236}">
                  <a16:creationId xmlns:a16="http://schemas.microsoft.com/office/drawing/2014/main" id="{7C5AB8DB-1797-E92C-38E9-CA7E45B748B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533" y="2193"/>
              <a:ext cx="4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i="1">
                  <a:solidFill>
                    <a:srgbClr val="FF0000"/>
                  </a:solidFill>
                  <a:latin typeface="Times New Roman" pitchFamily="18" charset="0"/>
                </a:rPr>
                <a:t>x</a:t>
              </a:r>
              <a:r>
                <a:rPr lang="pt-BR" i="1" baseline="-25000">
                  <a:solidFill>
                    <a:srgbClr val="FF0000"/>
                  </a:solidFill>
                  <a:latin typeface="Times New Roman" pitchFamily="18" charset="0"/>
                </a:rPr>
                <a:t>s</a:t>
              </a:r>
              <a:r>
                <a:rPr lang="pt-BR">
                  <a:solidFill>
                    <a:srgbClr val="FF0000"/>
                  </a:solidFill>
                  <a:latin typeface="Times New Roman" pitchFamily="18" charset="0"/>
                </a:rPr>
                <a:t>(</a:t>
              </a:r>
              <a:r>
                <a:rPr lang="pt-BR" i="1">
                  <a:solidFill>
                    <a:srgbClr val="FF0000"/>
                  </a:solidFill>
                  <a:latin typeface="Times New Roman" pitchFamily="18" charset="0"/>
                </a:rPr>
                <a:t>t</a:t>
              </a:r>
              <a:r>
                <a:rPr lang="pt-BR">
                  <a:solidFill>
                    <a:srgbClr val="FF0000"/>
                  </a:solidFill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67" name="Text Box 67">
              <a:extLst>
                <a:ext uri="{FF2B5EF4-FFF2-40B4-BE49-F238E27FC236}">
                  <a16:creationId xmlns:a16="http://schemas.microsoft.com/office/drawing/2014/main" id="{0E7EDD2B-E006-6784-2B71-538774FAC005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865" y="2471"/>
              <a:ext cx="88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pt-BR" i="1">
                  <a:solidFill>
                    <a:srgbClr val="FF0000"/>
                  </a:solidFill>
                  <a:latin typeface="Times New Roman" pitchFamily="18" charset="0"/>
                </a:rPr>
                <a:t>Y</a:t>
              </a:r>
              <a:r>
                <a:rPr lang="pt-BR">
                  <a:solidFill>
                    <a:srgbClr val="FF0000"/>
                  </a:solidFill>
                  <a:latin typeface="Times New Roman" pitchFamily="18" charset="0"/>
                </a:rPr>
                <a:t>( </a:t>
              </a:r>
              <a:r>
                <a:rPr lang="pt-BR" i="1">
                  <a:solidFill>
                    <a:srgbClr val="FF0000"/>
                  </a:solidFill>
                  <a:latin typeface="Times New Roman" pitchFamily="18" charset="0"/>
                </a:rPr>
                <a:t>f </a:t>
              </a:r>
              <a:r>
                <a:rPr lang="pt-BR">
                  <a:solidFill>
                    <a:srgbClr val="FF0000"/>
                  </a:solidFill>
                  <a:latin typeface="Times New Roman" pitchFamily="18" charset="0"/>
                </a:rPr>
                <a:t>)</a:t>
              </a:r>
              <a:r>
                <a:rPr lang="pt-BR" i="1">
                  <a:solidFill>
                    <a:srgbClr val="FF0000"/>
                  </a:solidFill>
                  <a:latin typeface="Times New Roman" pitchFamily="18" charset="0"/>
                </a:rPr>
                <a:t> </a:t>
              </a:r>
              <a:r>
                <a:rPr lang="pt-BR">
                  <a:solidFill>
                    <a:srgbClr val="FF0000"/>
                  </a:solidFill>
                  <a:latin typeface="Times New Roman" pitchFamily="18" charset="0"/>
                </a:rPr>
                <a:t>=</a:t>
              </a:r>
              <a:r>
                <a:rPr lang="pt-BR" i="1">
                  <a:solidFill>
                    <a:srgbClr val="FF0000"/>
                  </a:solidFill>
                  <a:latin typeface="Times New Roman" pitchFamily="18" charset="0"/>
                </a:rPr>
                <a:t> </a:t>
              </a:r>
              <a:r>
                <a:rPr lang="pt-BR" i="1" baseline="-25000">
                  <a:solidFill>
                    <a:srgbClr val="FF0000"/>
                  </a:solidFill>
                  <a:latin typeface="Times New Roman" pitchFamily="18" charset="0"/>
                </a:rPr>
                <a:t> </a:t>
              </a:r>
              <a:r>
                <a:rPr lang="pt-BR" i="1">
                  <a:solidFill>
                    <a:srgbClr val="FF0000"/>
                  </a:solidFill>
                  <a:latin typeface="Times New Roman" pitchFamily="18" charset="0"/>
                </a:rPr>
                <a:t>X</a:t>
              </a:r>
              <a:r>
                <a:rPr lang="pt-BR">
                  <a:solidFill>
                    <a:srgbClr val="FF0000"/>
                  </a:solidFill>
                  <a:latin typeface="Times New Roman" pitchFamily="18" charset="0"/>
                </a:rPr>
                <a:t>(</a:t>
              </a:r>
              <a:r>
                <a:rPr lang="pt-BR" i="1">
                  <a:solidFill>
                    <a:srgbClr val="FF0000"/>
                  </a:solidFill>
                  <a:latin typeface="Times New Roman" pitchFamily="18" charset="0"/>
                </a:rPr>
                <a:t> f </a:t>
              </a:r>
              <a:r>
                <a:rPr lang="pt-BR">
                  <a:solidFill>
                    <a:srgbClr val="FF0000"/>
                  </a:solidFill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68" name="Text Box 68">
              <a:extLst>
                <a:ext uri="{FF2B5EF4-FFF2-40B4-BE49-F238E27FC236}">
                  <a16:creationId xmlns:a16="http://schemas.microsoft.com/office/drawing/2014/main" id="{44CBC68D-5BDA-4D88-A839-42DF977A2415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961" y="2197"/>
              <a:ext cx="57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18000" rIns="18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i="1">
                  <a:solidFill>
                    <a:srgbClr val="FF0000"/>
                  </a:solidFill>
                  <a:latin typeface="Times New Roman" pitchFamily="18" charset="0"/>
                </a:rPr>
                <a:t>y</a:t>
              </a:r>
              <a:r>
                <a:rPr lang="pt-BR">
                  <a:solidFill>
                    <a:srgbClr val="FF0000"/>
                  </a:solidFill>
                  <a:latin typeface="Times New Roman" pitchFamily="18" charset="0"/>
                </a:rPr>
                <a:t>(</a:t>
              </a:r>
              <a:r>
                <a:rPr lang="pt-BR" i="1">
                  <a:solidFill>
                    <a:srgbClr val="FF0000"/>
                  </a:solidFill>
                  <a:latin typeface="Times New Roman" pitchFamily="18" charset="0"/>
                </a:rPr>
                <a:t>t</a:t>
              </a:r>
              <a:r>
                <a:rPr lang="pt-BR">
                  <a:solidFill>
                    <a:srgbClr val="FF0000"/>
                  </a:solidFill>
                  <a:latin typeface="Times New Roman" pitchFamily="18" charset="0"/>
                </a:rPr>
                <a:t>) =</a:t>
              </a:r>
              <a:r>
                <a:rPr lang="pt-BR"/>
                <a:t> </a:t>
              </a:r>
              <a:r>
                <a:rPr lang="pt-BR" i="1">
                  <a:solidFill>
                    <a:srgbClr val="FF0000"/>
                  </a:solidFill>
                  <a:latin typeface="Times New Roman" pitchFamily="18" charset="0"/>
                </a:rPr>
                <a:t>x</a:t>
              </a:r>
              <a:r>
                <a:rPr lang="pt-BR">
                  <a:solidFill>
                    <a:srgbClr val="FF0000"/>
                  </a:solidFill>
                  <a:latin typeface="Times New Roman" pitchFamily="18" charset="0"/>
                </a:rPr>
                <a:t>(</a:t>
              </a:r>
              <a:r>
                <a:rPr lang="pt-BR" i="1">
                  <a:solidFill>
                    <a:srgbClr val="FF0000"/>
                  </a:solidFill>
                  <a:latin typeface="Times New Roman" pitchFamily="18" charset="0"/>
                </a:rPr>
                <a:t>t</a:t>
              </a:r>
              <a:r>
                <a:rPr lang="pt-BR">
                  <a:solidFill>
                    <a:srgbClr val="FF0000"/>
                  </a:solidFill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69" name="Line 71">
              <a:extLst>
                <a:ext uri="{FF2B5EF4-FFF2-40B4-BE49-F238E27FC236}">
                  <a16:creationId xmlns:a16="http://schemas.microsoft.com/office/drawing/2014/main" id="{527FCF66-E287-FD70-837E-97B530986EB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3810" y="2474"/>
              <a:ext cx="119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70" name="Freeform 72">
            <a:extLst>
              <a:ext uri="{FF2B5EF4-FFF2-40B4-BE49-F238E27FC236}">
                <a16:creationId xmlns:a16="http://schemas.microsoft.com/office/drawing/2014/main" id="{0B49FA13-4DEF-E0EB-954F-50BE7D2B5F69}"/>
              </a:ext>
            </a:extLst>
          </p:cNvPr>
          <p:cNvSpPr>
            <a:spLocks/>
          </p:cNvSpPr>
          <p:nvPr/>
        </p:nvSpPr>
        <p:spPr bwMode="auto">
          <a:xfrm>
            <a:off x="2004952" y="1793873"/>
            <a:ext cx="8001000" cy="1042988"/>
          </a:xfrm>
          <a:custGeom>
            <a:avLst/>
            <a:gdLst/>
            <a:ahLst/>
            <a:cxnLst>
              <a:cxn ang="0">
                <a:pos x="0" y="654"/>
              </a:cxn>
              <a:cxn ang="0">
                <a:pos x="1992" y="657"/>
              </a:cxn>
              <a:cxn ang="0">
                <a:pos x="1992" y="0"/>
              </a:cxn>
              <a:cxn ang="0">
                <a:pos x="3003" y="0"/>
              </a:cxn>
              <a:cxn ang="0">
                <a:pos x="3003" y="657"/>
              </a:cxn>
              <a:cxn ang="0">
                <a:pos x="5040" y="654"/>
              </a:cxn>
            </a:cxnLst>
            <a:rect l="0" t="0" r="r" b="b"/>
            <a:pathLst>
              <a:path w="5040" h="657">
                <a:moveTo>
                  <a:pt x="0" y="654"/>
                </a:moveTo>
                <a:lnTo>
                  <a:pt x="1992" y="657"/>
                </a:lnTo>
                <a:lnTo>
                  <a:pt x="1992" y="0"/>
                </a:lnTo>
                <a:lnTo>
                  <a:pt x="3003" y="0"/>
                </a:lnTo>
                <a:lnTo>
                  <a:pt x="3003" y="657"/>
                </a:lnTo>
                <a:lnTo>
                  <a:pt x="5040" y="654"/>
                </a:lnTo>
              </a:path>
            </a:pathLst>
          </a:custGeom>
          <a:noFill/>
          <a:ln w="28575" cap="flat" cmpd="sng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71" name="Object 73">
            <a:extLst>
              <a:ext uri="{FF2B5EF4-FFF2-40B4-BE49-F238E27FC236}">
                <a16:creationId xmlns:a16="http://schemas.microsoft.com/office/drawing/2014/main" id="{CAAE5139-A646-9D2D-8B14-4F64987606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5386316"/>
              </p:ext>
            </p:extLst>
          </p:nvPr>
        </p:nvGraphicFramePr>
        <p:xfrm>
          <a:off x="6053078" y="1470024"/>
          <a:ext cx="474663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7160" imgH="228600" progId="Equation.3">
                  <p:embed/>
                </p:oleObj>
              </mc:Choice>
              <mc:Fallback>
                <p:oleObj name="Equation" r:id="rId2" imgW="317160" imgH="228600" progId="Equation.3">
                  <p:embed/>
                  <p:pic>
                    <p:nvPicPr>
                      <p:cNvPr id="698441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3078" y="1470024"/>
                        <a:ext cx="474663" cy="34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74">
            <a:extLst>
              <a:ext uri="{FF2B5EF4-FFF2-40B4-BE49-F238E27FC236}">
                <a16:creationId xmlns:a16="http://schemas.microsoft.com/office/drawing/2014/main" id="{B36A5218-3A8E-5142-E424-39E7C1BB6A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6690323"/>
              </p:ext>
            </p:extLst>
          </p:nvPr>
        </p:nvGraphicFramePr>
        <p:xfrm>
          <a:off x="7050028" y="1643061"/>
          <a:ext cx="627063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9040" imgH="203040" progId="Equation.3">
                  <p:embed/>
                </p:oleObj>
              </mc:Choice>
              <mc:Fallback>
                <p:oleObj name="Equation" r:id="rId4" imgW="419040" imgH="203040" progId="Equation.3">
                  <p:embed/>
                  <p:pic>
                    <p:nvPicPr>
                      <p:cNvPr id="698442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0028" y="1643061"/>
                        <a:ext cx="627063" cy="303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Line 75">
            <a:extLst>
              <a:ext uri="{FF2B5EF4-FFF2-40B4-BE49-F238E27FC236}">
                <a16:creationId xmlns:a16="http://schemas.microsoft.com/office/drawing/2014/main" id="{3F21A61E-C535-D66C-7621-9FF8152A03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1740" y="1806573"/>
            <a:ext cx="254000" cy="10160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 type="triangle" w="sm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74" name="Object 82">
            <a:extLst>
              <a:ext uri="{FF2B5EF4-FFF2-40B4-BE49-F238E27FC236}">
                <a16:creationId xmlns:a16="http://schemas.microsoft.com/office/drawing/2014/main" id="{383EFB92-6875-985D-CF74-91BA674148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2699695"/>
              </p:ext>
            </p:extLst>
          </p:nvPr>
        </p:nvGraphicFramePr>
        <p:xfrm>
          <a:off x="6761102" y="3052761"/>
          <a:ext cx="5715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5320" imgH="228600" progId="Equation.3">
                  <p:embed/>
                </p:oleObj>
              </mc:Choice>
              <mc:Fallback>
                <p:oleObj name="Equation" r:id="rId6" imgW="355320" imgH="228600" progId="Equation.3">
                  <p:embed/>
                  <p:pic>
                    <p:nvPicPr>
                      <p:cNvPr id="698450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1102" y="3052761"/>
                        <a:ext cx="571500" cy="366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Freeform 83">
            <a:extLst>
              <a:ext uri="{FF2B5EF4-FFF2-40B4-BE49-F238E27FC236}">
                <a16:creationId xmlns:a16="http://schemas.microsoft.com/office/drawing/2014/main" id="{09933CD9-D296-2BD5-5ED1-FE132B4B3426}"/>
              </a:ext>
            </a:extLst>
          </p:cNvPr>
          <p:cNvSpPr>
            <a:spLocks/>
          </p:cNvSpPr>
          <p:nvPr/>
        </p:nvSpPr>
        <p:spPr bwMode="auto">
          <a:xfrm>
            <a:off x="6767453" y="2884487"/>
            <a:ext cx="42863" cy="333375"/>
          </a:xfrm>
          <a:custGeom>
            <a:avLst/>
            <a:gdLst/>
            <a:ahLst/>
            <a:cxnLst>
              <a:cxn ang="0">
                <a:pos x="24" y="159"/>
              </a:cxn>
              <a:cxn ang="0">
                <a:pos x="6" y="138"/>
              </a:cxn>
              <a:cxn ang="0">
                <a:pos x="0" y="0"/>
              </a:cxn>
            </a:cxnLst>
            <a:rect l="0" t="0" r="r" b="b"/>
            <a:pathLst>
              <a:path w="24" h="165">
                <a:moveTo>
                  <a:pt x="24" y="159"/>
                </a:moveTo>
                <a:cubicBezTo>
                  <a:pt x="21" y="155"/>
                  <a:pt x="10" y="165"/>
                  <a:pt x="6" y="138"/>
                </a:cubicBezTo>
                <a:cubicBezTo>
                  <a:pt x="2" y="111"/>
                  <a:pt x="1" y="29"/>
                  <a:pt x="0" y="0"/>
                </a:cubicBez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sm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76" name="Object 84">
            <a:extLst>
              <a:ext uri="{FF2B5EF4-FFF2-40B4-BE49-F238E27FC236}">
                <a16:creationId xmlns:a16="http://schemas.microsoft.com/office/drawing/2014/main" id="{969DFB0E-9EDB-2DC9-3805-A3D3780A7A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636708"/>
              </p:ext>
            </p:extLst>
          </p:nvPr>
        </p:nvGraphicFramePr>
        <p:xfrm>
          <a:off x="4449703" y="3054349"/>
          <a:ext cx="695325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31640" imgH="228600" progId="Equation.3">
                  <p:embed/>
                </p:oleObj>
              </mc:Choice>
              <mc:Fallback>
                <p:oleObj name="Equation" r:id="rId8" imgW="431640" imgH="228600" progId="Equation.3">
                  <p:embed/>
                  <p:pic>
                    <p:nvPicPr>
                      <p:cNvPr id="698452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9703" y="3054349"/>
                        <a:ext cx="695325" cy="366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Freeform 85">
            <a:extLst>
              <a:ext uri="{FF2B5EF4-FFF2-40B4-BE49-F238E27FC236}">
                <a16:creationId xmlns:a16="http://schemas.microsoft.com/office/drawing/2014/main" id="{C1BCBFFA-785D-83B1-91DB-FF9982A25699}"/>
              </a:ext>
            </a:extLst>
          </p:cNvPr>
          <p:cNvSpPr>
            <a:spLocks/>
          </p:cNvSpPr>
          <p:nvPr/>
        </p:nvSpPr>
        <p:spPr bwMode="auto">
          <a:xfrm flipH="1">
            <a:off x="5122803" y="2887662"/>
            <a:ext cx="42863" cy="333375"/>
          </a:xfrm>
          <a:custGeom>
            <a:avLst/>
            <a:gdLst/>
            <a:ahLst/>
            <a:cxnLst>
              <a:cxn ang="0">
                <a:pos x="24" y="159"/>
              </a:cxn>
              <a:cxn ang="0">
                <a:pos x="6" y="138"/>
              </a:cxn>
              <a:cxn ang="0">
                <a:pos x="0" y="0"/>
              </a:cxn>
            </a:cxnLst>
            <a:rect l="0" t="0" r="r" b="b"/>
            <a:pathLst>
              <a:path w="24" h="165">
                <a:moveTo>
                  <a:pt x="24" y="159"/>
                </a:moveTo>
                <a:cubicBezTo>
                  <a:pt x="21" y="155"/>
                  <a:pt x="10" y="165"/>
                  <a:pt x="6" y="138"/>
                </a:cubicBezTo>
                <a:cubicBezTo>
                  <a:pt x="2" y="111"/>
                  <a:pt x="1" y="29"/>
                  <a:pt x="0" y="0"/>
                </a:cubicBez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sm" len="med"/>
          </a:ln>
          <a:effectLst/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9499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0" grpId="0" animBg="1"/>
      <p:bldP spid="61" grpId="0" animBg="1"/>
      <p:bldP spid="70" grpId="0" animBg="1"/>
      <p:bldP spid="73" grpId="0" animBg="1"/>
      <p:bldP spid="75" grpId="0" animBg="1"/>
      <p:bldP spid="7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98AD28-66C2-A355-2FCB-725E9B63F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Resposta </a:t>
            </a:r>
            <a:r>
              <a:rPr lang="pt-BR" dirty="0" err="1"/>
              <a:t>impulsional</a:t>
            </a:r>
            <a:r>
              <a:rPr lang="pt-BR" dirty="0"/>
              <a:t> de um filtro passa-baixa ideal</a:t>
            </a:r>
          </a:p>
        </p:txBody>
      </p:sp>
      <p:grpSp>
        <p:nvGrpSpPr>
          <p:cNvPr id="3" name="Group 11">
            <a:extLst>
              <a:ext uri="{FF2B5EF4-FFF2-40B4-BE49-F238E27FC236}">
                <a16:creationId xmlns:a16="http://schemas.microsoft.com/office/drawing/2014/main" id="{D0FAC195-E998-56F9-0303-757B99F7DED4}"/>
              </a:ext>
            </a:extLst>
          </p:cNvPr>
          <p:cNvGrpSpPr>
            <a:grpSpLocks/>
          </p:cNvGrpSpPr>
          <p:nvPr/>
        </p:nvGrpSpPr>
        <p:grpSpPr bwMode="auto">
          <a:xfrm>
            <a:off x="5203364" y="1318068"/>
            <a:ext cx="5024437" cy="2301875"/>
            <a:chOff x="2325" y="1236"/>
            <a:chExt cx="3165" cy="1450"/>
          </a:xfrm>
        </p:grpSpPr>
        <p:pic>
          <p:nvPicPr>
            <p:cNvPr id="4" name="Picture 12" descr="lathi4">
              <a:extLst>
                <a:ext uri="{FF2B5EF4-FFF2-40B4-BE49-F238E27FC236}">
                  <a16:creationId xmlns:a16="http://schemas.microsoft.com/office/drawing/2014/main" id="{52A1B350-6315-8D4B-3ABA-15B3E36CDA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 b="12894"/>
            <a:stretch>
              <a:fillRect/>
            </a:stretch>
          </p:blipFill>
          <p:spPr bwMode="gray">
            <a:xfrm>
              <a:off x="2325" y="1236"/>
              <a:ext cx="3165" cy="1450"/>
            </a:xfrm>
            <a:prstGeom prst="rect">
              <a:avLst/>
            </a:prstGeom>
            <a:noFill/>
          </p:spPr>
        </p:pic>
        <p:sp>
          <p:nvSpPr>
            <p:cNvPr id="5" name="Text Box 13">
              <a:extLst>
                <a:ext uri="{FF2B5EF4-FFF2-40B4-BE49-F238E27FC236}">
                  <a16:creationId xmlns:a16="http://schemas.microsoft.com/office/drawing/2014/main" id="{7738C68F-FF54-73D5-40CF-A6172D23BAED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010" y="2483"/>
              <a:ext cx="114" cy="17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i="1">
                  <a:latin typeface="Times New Roman" pitchFamily="18" charset="0"/>
                </a:rPr>
                <a:t>t</a:t>
              </a:r>
            </a:p>
          </p:txBody>
        </p:sp>
        <p:graphicFrame>
          <p:nvGraphicFramePr>
            <p:cNvPr id="6" name="Object 14">
              <a:extLst>
                <a:ext uri="{FF2B5EF4-FFF2-40B4-BE49-F238E27FC236}">
                  <a16:creationId xmlns:a16="http://schemas.microsoft.com/office/drawing/2014/main" id="{B0FEDED9-23C9-3AE4-F967-A80C66AC2AA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10" y="1284"/>
            <a:ext cx="319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91960" imgH="203040" progId="Equation.3">
                    <p:embed/>
                  </p:oleObj>
                </mc:Choice>
                <mc:Fallback>
                  <p:oleObj name="Equation" r:id="rId3" imgW="291960" imgH="203040" progId="Equation.3">
                    <p:embed/>
                    <p:pic>
                      <p:nvPicPr>
                        <p:cNvPr id="69019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t="-17731" r="-24661" b="-17731"/>
                        <a:stretch>
                          <a:fillRect/>
                        </a:stretch>
                      </p:blipFill>
                      <p:spPr bwMode="gray">
                        <a:xfrm>
                          <a:off x="3910" y="1284"/>
                          <a:ext cx="319" cy="24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15">
              <a:extLst>
                <a:ext uri="{FF2B5EF4-FFF2-40B4-BE49-F238E27FC236}">
                  <a16:creationId xmlns:a16="http://schemas.microsoft.com/office/drawing/2014/main" id="{5645924F-2E07-12B6-D8FE-CA12B23BEB7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73" y="1516"/>
            <a:ext cx="124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14120" imgH="164880" progId="Equation.3">
                    <p:embed/>
                  </p:oleObj>
                </mc:Choice>
                <mc:Fallback>
                  <p:oleObj name="Equation" r:id="rId5" imgW="114120" imgH="164880" progId="Equation.3">
                    <p:embed/>
                    <p:pic>
                      <p:nvPicPr>
                        <p:cNvPr id="690191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t="-17731" r="-24661" b="-17731"/>
                        <a:stretch>
                          <a:fillRect/>
                        </a:stretch>
                      </p:blipFill>
                      <p:spPr bwMode="gray">
                        <a:xfrm>
                          <a:off x="3773" y="1516"/>
                          <a:ext cx="124" cy="19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ectangle 16">
              <a:extLst>
                <a:ext uri="{FF2B5EF4-FFF2-40B4-BE49-F238E27FC236}">
                  <a16:creationId xmlns:a16="http://schemas.microsoft.com/office/drawing/2014/main" id="{0641FEBA-B9D2-B30C-DD84-A832DCC1C5B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924" y="1524"/>
              <a:ext cx="210" cy="13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aphicFrame>
          <p:nvGraphicFramePr>
            <p:cNvPr id="9" name="Object 17">
              <a:extLst>
                <a:ext uri="{FF2B5EF4-FFF2-40B4-BE49-F238E27FC236}">
                  <a16:creationId xmlns:a16="http://schemas.microsoft.com/office/drawing/2014/main" id="{9167021F-D9AA-E7FF-D693-D9151402714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90" y="1991"/>
            <a:ext cx="144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64880" imgH="228600" progId="Equation.3">
                    <p:embed/>
                  </p:oleObj>
                </mc:Choice>
                <mc:Fallback>
                  <p:oleObj name="Equation" r:id="rId7" imgW="164880" imgH="228600" progId="Equation.3">
                    <p:embed/>
                    <p:pic>
                      <p:nvPicPr>
                        <p:cNvPr id="690193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4190" y="1991"/>
                          <a:ext cx="144" cy="20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8">
              <a:extLst>
                <a:ext uri="{FF2B5EF4-FFF2-40B4-BE49-F238E27FC236}">
                  <a16:creationId xmlns:a16="http://schemas.microsoft.com/office/drawing/2014/main" id="{805DF955-0D60-0FC7-B6C1-2CE5B60EDBB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07" y="1991"/>
            <a:ext cx="242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79360" imgH="228600" progId="Equation.3">
                    <p:embed/>
                  </p:oleObj>
                </mc:Choice>
                <mc:Fallback>
                  <p:oleObj name="Equation" r:id="rId9" imgW="279360" imgH="228600" progId="Equation.3">
                    <p:embed/>
                    <p:pic>
                      <p:nvPicPr>
                        <p:cNvPr id="690194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3307" y="1991"/>
                          <a:ext cx="242" cy="20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Rectangle 19">
              <a:extLst>
                <a:ext uri="{FF2B5EF4-FFF2-40B4-BE49-F238E27FC236}">
                  <a16:creationId xmlns:a16="http://schemas.microsoft.com/office/drawing/2014/main" id="{7BE255B8-939D-7AE7-A0D9-6BB45A0C087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636" y="2373"/>
              <a:ext cx="222" cy="19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2" name="Rectangle 20">
              <a:extLst>
                <a:ext uri="{FF2B5EF4-FFF2-40B4-BE49-F238E27FC236}">
                  <a16:creationId xmlns:a16="http://schemas.microsoft.com/office/drawing/2014/main" id="{137B3898-522C-0869-5B3F-AB0C95736B2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909" y="2379"/>
              <a:ext cx="222" cy="19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3" name="Rectangle 21">
              <a:extLst>
                <a:ext uri="{FF2B5EF4-FFF2-40B4-BE49-F238E27FC236}">
                  <a16:creationId xmlns:a16="http://schemas.microsoft.com/office/drawing/2014/main" id="{DD983EA4-E02E-5C1A-43C1-3BB56C8B963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416" y="2373"/>
              <a:ext cx="222" cy="19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4" name="Rectangle 22">
              <a:extLst>
                <a:ext uri="{FF2B5EF4-FFF2-40B4-BE49-F238E27FC236}">
                  <a16:creationId xmlns:a16="http://schemas.microsoft.com/office/drawing/2014/main" id="{E400397B-F2D1-6E9A-3F3C-FE8236EBA8B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120" y="2373"/>
              <a:ext cx="222" cy="19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5" name="Line 23">
              <a:extLst>
                <a:ext uri="{FF2B5EF4-FFF2-40B4-BE49-F238E27FC236}">
                  <a16:creationId xmlns:a16="http://schemas.microsoft.com/office/drawing/2014/main" id="{190E0909-76A2-1B96-F2F6-5AACB6A419E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3524" y="2176"/>
              <a:ext cx="88" cy="1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sm" len="lg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Line 24">
              <a:extLst>
                <a:ext uri="{FF2B5EF4-FFF2-40B4-BE49-F238E27FC236}">
                  <a16:creationId xmlns:a16="http://schemas.microsoft.com/office/drawing/2014/main" id="{FF5C2D7D-EA81-8727-28AD-866F4685059A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4152" y="2140"/>
              <a:ext cx="48" cy="2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sm" len="lg"/>
            </a:ln>
            <a:effectLst/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17" name="Object 25">
              <a:extLst>
                <a:ext uri="{FF2B5EF4-FFF2-40B4-BE49-F238E27FC236}">
                  <a16:creationId xmlns:a16="http://schemas.microsoft.com/office/drawing/2014/main" id="{7DD88B0B-FBC0-C1CE-6A48-FBE0856104A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67" y="2335"/>
            <a:ext cx="137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26720" imgH="177480" progId="Equation.3">
                    <p:embed/>
                  </p:oleObj>
                </mc:Choice>
                <mc:Fallback>
                  <p:oleObj name="Equation" r:id="rId11" imgW="126720" imgH="177480" progId="Equation.3">
                    <p:embed/>
                    <p:pic>
                      <p:nvPicPr>
                        <p:cNvPr id="690201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t="-17731" r="-24661" b="-17731"/>
                        <a:stretch>
                          <a:fillRect/>
                        </a:stretch>
                      </p:blipFill>
                      <p:spPr bwMode="gray">
                        <a:xfrm>
                          <a:off x="3767" y="2335"/>
                          <a:ext cx="137" cy="2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26">
              <a:extLst>
                <a:ext uri="{FF2B5EF4-FFF2-40B4-BE49-F238E27FC236}">
                  <a16:creationId xmlns:a16="http://schemas.microsoft.com/office/drawing/2014/main" id="{5B117819-708C-D3B6-ED6C-8D1D3EB8FE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96" y="2465"/>
            <a:ext cx="221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53800" imgH="228600" progId="Equation.3">
                    <p:embed/>
                  </p:oleObj>
                </mc:Choice>
                <mc:Fallback>
                  <p:oleObj name="Equation" r:id="rId13" imgW="253800" imgH="228600" progId="Equation.3">
                    <p:embed/>
                    <p:pic>
                      <p:nvPicPr>
                        <p:cNvPr id="690202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4496" y="2465"/>
                          <a:ext cx="221" cy="20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Line 27">
              <a:extLst>
                <a:ext uri="{FF2B5EF4-FFF2-40B4-BE49-F238E27FC236}">
                  <a16:creationId xmlns:a16="http://schemas.microsoft.com/office/drawing/2014/main" id="{48E237E1-B2E7-8A51-874F-F0898E8922E0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4416" y="2352"/>
              <a:ext cx="8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sm" len="lg"/>
            </a:ln>
            <a:effectLst/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20" name="Object 28">
              <a:extLst>
                <a:ext uri="{FF2B5EF4-FFF2-40B4-BE49-F238E27FC236}">
                  <a16:creationId xmlns:a16="http://schemas.microsoft.com/office/drawing/2014/main" id="{D338F583-3AE9-A4C3-D5F0-6B8016ECDB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46" y="2465"/>
            <a:ext cx="308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355320" imgH="228600" progId="Equation.3">
                    <p:embed/>
                  </p:oleObj>
                </mc:Choice>
                <mc:Fallback>
                  <p:oleObj name="Equation" r:id="rId15" imgW="355320" imgH="228600" progId="Equation.3">
                    <p:embed/>
                    <p:pic>
                      <p:nvPicPr>
                        <p:cNvPr id="690204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2946" y="2465"/>
                          <a:ext cx="308" cy="20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Line 29">
              <a:extLst>
                <a:ext uri="{FF2B5EF4-FFF2-40B4-BE49-F238E27FC236}">
                  <a16:creationId xmlns:a16="http://schemas.microsoft.com/office/drawing/2014/main" id="{8BB5843F-1E56-F60A-E46A-785F650CC41C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228" y="2353"/>
              <a:ext cx="120" cy="1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sm" len="lg"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2" name="Group 30">
            <a:extLst>
              <a:ext uri="{FF2B5EF4-FFF2-40B4-BE49-F238E27FC236}">
                <a16:creationId xmlns:a16="http://schemas.microsoft.com/office/drawing/2014/main" id="{AE35D1D1-792C-5D51-D982-B9F1373895C1}"/>
              </a:ext>
            </a:extLst>
          </p:cNvPr>
          <p:cNvGrpSpPr>
            <a:grpSpLocks/>
          </p:cNvGrpSpPr>
          <p:nvPr/>
        </p:nvGrpSpPr>
        <p:grpSpPr bwMode="auto">
          <a:xfrm>
            <a:off x="2193464" y="1524443"/>
            <a:ext cx="2528887" cy="2112963"/>
            <a:chOff x="429" y="1366"/>
            <a:chExt cx="1593" cy="1331"/>
          </a:xfrm>
        </p:grpSpPr>
        <p:sp>
          <p:nvSpPr>
            <p:cNvPr id="23" name="Freeform 31">
              <a:extLst>
                <a:ext uri="{FF2B5EF4-FFF2-40B4-BE49-F238E27FC236}">
                  <a16:creationId xmlns:a16="http://schemas.microsoft.com/office/drawing/2014/main" id="{08BE623A-920C-E747-E6E4-567A4073F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" y="1746"/>
              <a:ext cx="1572" cy="612"/>
            </a:xfrm>
            <a:custGeom>
              <a:avLst/>
              <a:gdLst/>
              <a:ahLst/>
              <a:cxnLst>
                <a:cxn ang="0">
                  <a:pos x="0" y="612"/>
                </a:cxn>
                <a:cxn ang="0">
                  <a:pos x="312" y="612"/>
                </a:cxn>
                <a:cxn ang="0">
                  <a:pos x="312" y="0"/>
                </a:cxn>
                <a:cxn ang="0">
                  <a:pos x="1095" y="0"/>
                </a:cxn>
                <a:cxn ang="0">
                  <a:pos x="1095" y="612"/>
                </a:cxn>
                <a:cxn ang="0">
                  <a:pos x="1572" y="612"/>
                </a:cxn>
              </a:cxnLst>
              <a:rect l="0" t="0" r="r" b="b"/>
              <a:pathLst>
                <a:path w="1572" h="612">
                  <a:moveTo>
                    <a:pt x="0" y="612"/>
                  </a:moveTo>
                  <a:lnTo>
                    <a:pt x="312" y="612"/>
                  </a:lnTo>
                  <a:lnTo>
                    <a:pt x="312" y="0"/>
                  </a:lnTo>
                  <a:lnTo>
                    <a:pt x="1095" y="0"/>
                  </a:lnTo>
                  <a:lnTo>
                    <a:pt x="1095" y="612"/>
                  </a:lnTo>
                  <a:lnTo>
                    <a:pt x="1572" y="612"/>
                  </a:lnTo>
                </a:path>
              </a:pathLst>
            </a:custGeom>
            <a:solidFill>
              <a:srgbClr val="DDDDDD"/>
            </a:solidFill>
            <a:ln w="3810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Line 32">
              <a:extLst>
                <a:ext uri="{FF2B5EF4-FFF2-40B4-BE49-F238E27FC236}">
                  <a16:creationId xmlns:a16="http://schemas.microsoft.com/office/drawing/2014/main" id="{0C2CB17A-BA74-2FB1-6B1C-4810C9E7E3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2361"/>
              <a:ext cx="15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Line 33">
              <a:extLst>
                <a:ext uri="{FF2B5EF4-FFF2-40B4-BE49-F238E27FC236}">
                  <a16:creationId xmlns:a16="http://schemas.microsoft.com/office/drawing/2014/main" id="{F24576B8-BCDC-6102-94E7-7C964CE71E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34" y="1388"/>
              <a:ext cx="0" cy="11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26" name="Object 34">
              <a:extLst>
                <a:ext uri="{FF2B5EF4-FFF2-40B4-BE49-F238E27FC236}">
                  <a16:creationId xmlns:a16="http://schemas.microsoft.com/office/drawing/2014/main" id="{D5336627-EE0F-FCC0-FC31-A4A54F49058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16" y="2365"/>
            <a:ext cx="111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26720" imgH="177480" progId="Equation.3">
                    <p:embed/>
                  </p:oleObj>
                </mc:Choice>
                <mc:Fallback>
                  <p:oleObj name="Equation" r:id="rId17" imgW="126720" imgH="177480" progId="Equation.3">
                    <p:embed/>
                    <p:pic>
                      <p:nvPicPr>
                        <p:cNvPr id="69021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6" y="2365"/>
                          <a:ext cx="111" cy="1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35">
              <a:extLst>
                <a:ext uri="{FF2B5EF4-FFF2-40B4-BE49-F238E27FC236}">
                  <a16:creationId xmlns:a16="http://schemas.microsoft.com/office/drawing/2014/main" id="{87A60DCB-4600-98B9-E21B-F333496F7B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8" y="2374"/>
            <a:ext cx="299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342720" imgH="368280" progId="Equation.3">
                    <p:embed/>
                  </p:oleObj>
                </mc:Choice>
                <mc:Fallback>
                  <p:oleObj name="Equation" r:id="rId19" imgW="342720" imgH="368280" progId="Equation.3">
                    <p:embed/>
                    <p:pic>
                      <p:nvPicPr>
                        <p:cNvPr id="690211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8" y="2374"/>
                          <a:ext cx="299" cy="3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36">
              <a:extLst>
                <a:ext uri="{FF2B5EF4-FFF2-40B4-BE49-F238E27FC236}">
                  <a16:creationId xmlns:a16="http://schemas.microsoft.com/office/drawing/2014/main" id="{E60B37E3-C0F7-9F27-5289-0DCA9AD0E20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25" y="2374"/>
            <a:ext cx="200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228600" imgH="368280" progId="Equation.3">
                    <p:embed/>
                  </p:oleObj>
                </mc:Choice>
                <mc:Fallback>
                  <p:oleObj name="Equation" r:id="rId21" imgW="228600" imgH="368280" progId="Equation.3">
                    <p:embed/>
                    <p:pic>
                      <p:nvPicPr>
                        <p:cNvPr id="690212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5" y="2374"/>
                          <a:ext cx="200" cy="3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37">
              <a:extLst>
                <a:ext uri="{FF2B5EF4-FFF2-40B4-BE49-F238E27FC236}">
                  <a16:creationId xmlns:a16="http://schemas.microsoft.com/office/drawing/2014/main" id="{831A7BC6-D808-2E6E-AFC3-EB59C9252A0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56" y="2392"/>
            <a:ext cx="144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64880" imgH="203040" progId="Equation.3">
                    <p:embed/>
                  </p:oleObj>
                </mc:Choice>
                <mc:Fallback>
                  <p:oleObj name="Equation" r:id="rId23" imgW="164880" imgH="203040" progId="Equation.3">
                    <p:embed/>
                    <p:pic>
                      <p:nvPicPr>
                        <p:cNvPr id="690213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6" y="2392"/>
                          <a:ext cx="144" cy="17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Line 38">
              <a:extLst>
                <a:ext uri="{FF2B5EF4-FFF2-40B4-BE49-F238E27FC236}">
                  <a16:creationId xmlns:a16="http://schemas.microsoft.com/office/drawing/2014/main" id="{AA4ED25C-3D29-4FA7-59F1-B6E7FE5FD4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5" y="2493"/>
              <a:ext cx="14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sm" len="lg"/>
            </a:ln>
            <a:effectLst/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31" name="Object 39">
              <a:extLst>
                <a:ext uri="{FF2B5EF4-FFF2-40B4-BE49-F238E27FC236}">
                  <a16:creationId xmlns:a16="http://schemas.microsoft.com/office/drawing/2014/main" id="{C1FCB302-56D3-0833-7DFD-1895A163D0C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79" y="1550"/>
            <a:ext cx="14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164880" imgH="228600" progId="Equation.3">
                    <p:embed/>
                  </p:oleObj>
                </mc:Choice>
                <mc:Fallback>
                  <p:oleObj name="Equation" r:id="rId25" imgW="164880" imgH="228600" progId="Equation.3">
                    <p:embed/>
                    <p:pic>
                      <p:nvPicPr>
                        <p:cNvPr id="690215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9" y="1550"/>
                          <a:ext cx="144" cy="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40">
              <a:extLst>
                <a:ext uri="{FF2B5EF4-FFF2-40B4-BE49-F238E27FC236}">
                  <a16:creationId xmlns:a16="http://schemas.microsoft.com/office/drawing/2014/main" id="{75E2236A-52E6-89E7-021C-8A56B514570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47" y="1366"/>
            <a:ext cx="366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419040" imgH="203040" progId="Equation.3">
                    <p:embed/>
                  </p:oleObj>
                </mc:Choice>
                <mc:Fallback>
                  <p:oleObj name="Equation" r:id="rId26" imgW="419040" imgH="203040" progId="Equation.3">
                    <p:embed/>
                    <p:pic>
                      <p:nvPicPr>
                        <p:cNvPr id="690216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7" y="1366"/>
                          <a:ext cx="366" cy="17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" name="Object 41">
            <a:extLst>
              <a:ext uri="{FF2B5EF4-FFF2-40B4-BE49-F238E27FC236}">
                <a16:creationId xmlns:a16="http://schemas.microsoft.com/office/drawing/2014/main" id="{97D93E1F-2F50-5D59-022A-12ABDE4EC8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4357992"/>
              </p:ext>
            </p:extLst>
          </p:nvPr>
        </p:nvGraphicFramePr>
        <p:xfrm>
          <a:off x="2153776" y="4369243"/>
          <a:ext cx="2517775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396800" imgH="431640" progId="Equation.3">
                  <p:embed/>
                </p:oleObj>
              </mc:Choice>
              <mc:Fallback>
                <p:oleObj name="Equation" r:id="rId28" imgW="1396800" imgH="431640" progId="Equation.3">
                  <p:embed/>
                  <p:pic>
                    <p:nvPicPr>
                      <p:cNvPr id="690217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3776" y="4369243"/>
                        <a:ext cx="2517775" cy="777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42">
            <a:extLst>
              <a:ext uri="{FF2B5EF4-FFF2-40B4-BE49-F238E27FC236}">
                <a16:creationId xmlns:a16="http://schemas.microsoft.com/office/drawing/2014/main" id="{B338F9F9-5D35-E316-CB06-FA5B9565EA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1417071"/>
              </p:ext>
            </p:extLst>
          </p:nvPr>
        </p:nvGraphicFramePr>
        <p:xfrm>
          <a:off x="6295563" y="4556567"/>
          <a:ext cx="24257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0" imgW="1346040" imgH="901440" progId="Equation.3">
                  <p:embed/>
                </p:oleObj>
              </mc:Choice>
              <mc:Fallback>
                <p:oleObj name="Equação" r:id="rId30" imgW="1346040" imgH="901440" progId="Equation.3">
                  <p:embed/>
                  <p:pic>
                    <p:nvPicPr>
                      <p:cNvPr id="690218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5563" y="4556567"/>
                        <a:ext cx="2425700" cy="162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AutoShape 43">
            <a:extLst>
              <a:ext uri="{FF2B5EF4-FFF2-40B4-BE49-F238E27FC236}">
                <a16:creationId xmlns:a16="http://schemas.microsoft.com/office/drawing/2014/main" id="{BFE59F0A-72B9-3B6E-5945-D230CFBE8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8575" y="4651817"/>
            <a:ext cx="838200" cy="152400"/>
          </a:xfrm>
          <a:prstGeom prst="rightArrow">
            <a:avLst>
              <a:gd name="adj1" fmla="val 50000"/>
              <a:gd name="adj2" fmla="val 137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5163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ECDE1A-39D8-5306-7A52-6540FADCE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Reconstrução do sinal contínuo usando interpolador ideal</a:t>
            </a:r>
          </a:p>
        </p:txBody>
      </p:sp>
      <p:sp>
        <p:nvSpPr>
          <p:cNvPr id="3" name="Line 4">
            <a:extLst>
              <a:ext uri="{FF2B5EF4-FFF2-40B4-BE49-F238E27FC236}">
                <a16:creationId xmlns:a16="http://schemas.microsoft.com/office/drawing/2014/main" id="{44B3F152-A6E0-451C-AC88-D7B673C5B4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44975" y="2737915"/>
            <a:ext cx="319087" cy="1603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sm" len="lg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4" name="Line 6">
            <a:extLst>
              <a:ext uri="{FF2B5EF4-FFF2-40B4-BE49-F238E27FC236}">
                <a16:creationId xmlns:a16="http://schemas.microsoft.com/office/drawing/2014/main" id="{E199132B-EC79-6ABA-4F81-8ED1C3467C9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63949" y="2363265"/>
            <a:ext cx="0" cy="36576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5" name="Line 7">
            <a:extLst>
              <a:ext uri="{FF2B5EF4-FFF2-40B4-BE49-F238E27FC236}">
                <a16:creationId xmlns:a16="http://schemas.microsoft.com/office/drawing/2014/main" id="{510F654B-12D6-B3AF-8E81-106DFF5D85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862511" y="2363265"/>
            <a:ext cx="0" cy="36576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902F9CB8-5E40-1E7E-7DA3-F3C29C80972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1236" y="2363265"/>
            <a:ext cx="0" cy="36576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943584EC-798D-95F7-E3C2-219422C01F8C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1074" y="2363265"/>
            <a:ext cx="0" cy="36576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8" name="Line 10">
            <a:extLst>
              <a:ext uri="{FF2B5EF4-FFF2-40B4-BE49-F238E27FC236}">
                <a16:creationId xmlns:a16="http://schemas.microsoft.com/office/drawing/2014/main" id="{AE476B6A-AC62-948F-1B39-0286029DF1D8}"/>
              </a:ext>
            </a:extLst>
          </p:cNvPr>
          <p:cNvSpPr>
            <a:spLocks noChangeShapeType="1"/>
          </p:cNvSpPr>
          <p:nvPr/>
        </p:nvSpPr>
        <p:spPr bwMode="auto">
          <a:xfrm>
            <a:off x="8567736" y="2363265"/>
            <a:ext cx="0" cy="36576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0614C8CD-B999-0E6B-80A7-4E12DCE1559E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9949" y="2363265"/>
            <a:ext cx="0" cy="36576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graphicFrame>
        <p:nvGraphicFramePr>
          <p:cNvPr id="10" name="Object 12">
            <a:extLst>
              <a:ext uri="{FF2B5EF4-FFF2-40B4-BE49-F238E27FC236}">
                <a16:creationId xmlns:a16="http://schemas.microsoft.com/office/drawing/2014/main" id="{ADB88D8A-CE46-B6A6-30CF-B334988810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470092"/>
              </p:ext>
            </p:extLst>
          </p:nvPr>
        </p:nvGraphicFramePr>
        <p:xfrm>
          <a:off x="4584700" y="2479154"/>
          <a:ext cx="611187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4560" imgH="203040" progId="Equation.3">
                  <p:embed/>
                </p:oleObj>
              </mc:Choice>
              <mc:Fallback>
                <p:oleObj name="Equation" r:id="rId2" imgW="304560" imgH="203040" progId="Equation.3">
                  <p:embed/>
                  <p:pic>
                    <p:nvPicPr>
                      <p:cNvPr id="70042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4700" y="2479154"/>
                        <a:ext cx="611187" cy="407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3">
            <a:extLst>
              <a:ext uri="{FF2B5EF4-FFF2-40B4-BE49-F238E27FC236}">
                <a16:creationId xmlns:a16="http://schemas.microsoft.com/office/drawing/2014/main" id="{7D3F3FAF-25D3-F6D6-0A63-AFDBAE0E3A5A}"/>
              </a:ext>
            </a:extLst>
          </p:cNvPr>
          <p:cNvGrpSpPr>
            <a:grpSpLocks/>
          </p:cNvGrpSpPr>
          <p:nvPr/>
        </p:nvGrpSpPr>
        <p:grpSpPr bwMode="auto">
          <a:xfrm>
            <a:off x="9440862" y="6255815"/>
            <a:ext cx="593725" cy="457200"/>
            <a:chOff x="4992" y="2388"/>
            <a:chExt cx="374" cy="288"/>
          </a:xfrm>
        </p:grpSpPr>
        <p:sp>
          <p:nvSpPr>
            <p:cNvPr id="12" name="Text Box 14">
              <a:extLst>
                <a:ext uri="{FF2B5EF4-FFF2-40B4-BE49-F238E27FC236}">
                  <a16:creationId xmlns:a16="http://schemas.microsoft.com/office/drawing/2014/main" id="{4AB71807-761F-86E5-E921-E1F424EF5D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2388"/>
              <a:ext cx="22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pt-BR" sz="2400" i="1"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13" name="Line 15">
              <a:extLst>
                <a:ext uri="{FF2B5EF4-FFF2-40B4-BE49-F238E27FC236}">
                  <a16:creationId xmlns:a16="http://schemas.microsoft.com/office/drawing/2014/main" id="{9D7B7AB6-9F8D-3A6F-0655-44866A5FCB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42" y="2555"/>
              <a:ext cx="22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  <p:graphicFrame>
        <p:nvGraphicFramePr>
          <p:cNvPr id="14" name="Object 16">
            <a:extLst>
              <a:ext uri="{FF2B5EF4-FFF2-40B4-BE49-F238E27FC236}">
                <a16:creationId xmlns:a16="http://schemas.microsoft.com/office/drawing/2014/main" id="{2A3CD460-892E-6AB9-77CF-523D244E92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5951668"/>
              </p:ext>
            </p:extLst>
          </p:nvPr>
        </p:nvGraphicFramePr>
        <p:xfrm>
          <a:off x="3951287" y="1215504"/>
          <a:ext cx="4289425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11200" imgH="495000" progId="Equation.3">
                  <p:embed/>
                </p:oleObj>
              </mc:Choice>
              <mc:Fallback>
                <p:oleObj name="Equation" r:id="rId4" imgW="2311200" imgH="495000" progId="Equation.3">
                  <p:embed/>
                  <p:pic>
                    <p:nvPicPr>
                      <p:cNvPr id="70043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477" t="-7874" r="-1477" b="-7874"/>
                      <a:stretch>
                        <a:fillRect/>
                      </a:stretch>
                    </p:blipFill>
                    <p:spPr bwMode="auto">
                      <a:xfrm>
                        <a:off x="3951287" y="1215504"/>
                        <a:ext cx="4289425" cy="103663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effectLst>
                        <a:outerShdw dist="81320" dir="3080412" algn="ctr" rotWithShape="0">
                          <a:srgbClr val="DDDDDD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Freeform 17">
            <a:extLst>
              <a:ext uri="{FF2B5EF4-FFF2-40B4-BE49-F238E27FC236}">
                <a16:creationId xmlns:a16="http://schemas.microsoft.com/office/drawing/2014/main" id="{C2193573-ABEA-D95D-FF7B-C681721AA0C0}"/>
              </a:ext>
            </a:extLst>
          </p:cNvPr>
          <p:cNvSpPr>
            <a:spLocks/>
          </p:cNvSpPr>
          <p:nvPr/>
        </p:nvSpPr>
        <p:spPr bwMode="auto">
          <a:xfrm>
            <a:off x="2078037" y="2828403"/>
            <a:ext cx="8023225" cy="3136900"/>
          </a:xfrm>
          <a:custGeom>
            <a:avLst/>
            <a:gdLst/>
            <a:ahLst/>
            <a:cxnLst>
              <a:cxn ang="0">
                <a:pos x="0" y="1115"/>
              </a:cxn>
              <a:cxn ang="0">
                <a:pos x="276" y="731"/>
              </a:cxn>
              <a:cxn ang="0">
                <a:pos x="628" y="323"/>
              </a:cxn>
              <a:cxn ang="0">
                <a:pos x="899" y="96"/>
              </a:cxn>
              <a:cxn ang="0">
                <a:pos x="1225" y="16"/>
              </a:cxn>
              <a:cxn ang="0">
                <a:pos x="1563" y="195"/>
              </a:cxn>
              <a:cxn ang="0">
                <a:pos x="1899" y="770"/>
              </a:cxn>
              <a:cxn ang="0">
                <a:pos x="2175" y="1269"/>
              </a:cxn>
              <a:cxn ang="0">
                <a:pos x="2405" y="1728"/>
              </a:cxn>
              <a:cxn ang="0">
                <a:pos x="2744" y="1975"/>
              </a:cxn>
              <a:cxn ang="0">
                <a:pos x="3201" y="1720"/>
              </a:cxn>
              <a:cxn ang="0">
                <a:pos x="3563" y="1398"/>
              </a:cxn>
              <a:cxn ang="0">
                <a:pos x="4098" y="1261"/>
              </a:cxn>
              <a:cxn ang="0">
                <a:pos x="4563" y="867"/>
              </a:cxn>
              <a:cxn ang="0">
                <a:pos x="5054" y="717"/>
              </a:cxn>
            </a:cxnLst>
            <a:rect l="0" t="0" r="r" b="b"/>
            <a:pathLst>
              <a:path w="5054" h="1976">
                <a:moveTo>
                  <a:pt x="0" y="1115"/>
                </a:moveTo>
                <a:cubicBezTo>
                  <a:pt x="85" y="987"/>
                  <a:pt x="171" y="862"/>
                  <a:pt x="276" y="731"/>
                </a:cubicBezTo>
                <a:cubicBezTo>
                  <a:pt x="381" y="600"/>
                  <a:pt x="524" y="429"/>
                  <a:pt x="628" y="323"/>
                </a:cubicBezTo>
                <a:cubicBezTo>
                  <a:pt x="731" y="217"/>
                  <a:pt x="800" y="147"/>
                  <a:pt x="899" y="96"/>
                </a:cubicBezTo>
                <a:cubicBezTo>
                  <a:pt x="998" y="45"/>
                  <a:pt x="1115" y="0"/>
                  <a:pt x="1225" y="16"/>
                </a:cubicBezTo>
                <a:cubicBezTo>
                  <a:pt x="1336" y="32"/>
                  <a:pt x="1451" y="69"/>
                  <a:pt x="1563" y="195"/>
                </a:cubicBezTo>
                <a:cubicBezTo>
                  <a:pt x="1675" y="321"/>
                  <a:pt x="1797" y="591"/>
                  <a:pt x="1899" y="770"/>
                </a:cubicBezTo>
                <a:cubicBezTo>
                  <a:pt x="2001" y="948"/>
                  <a:pt x="2090" y="1109"/>
                  <a:pt x="2175" y="1269"/>
                </a:cubicBezTo>
                <a:cubicBezTo>
                  <a:pt x="2260" y="1428"/>
                  <a:pt x="2310" y="1610"/>
                  <a:pt x="2405" y="1728"/>
                </a:cubicBezTo>
                <a:cubicBezTo>
                  <a:pt x="2500" y="1845"/>
                  <a:pt x="2612" y="1976"/>
                  <a:pt x="2744" y="1975"/>
                </a:cubicBezTo>
                <a:cubicBezTo>
                  <a:pt x="2876" y="1974"/>
                  <a:pt x="3064" y="1816"/>
                  <a:pt x="3201" y="1720"/>
                </a:cubicBezTo>
                <a:cubicBezTo>
                  <a:pt x="3337" y="1624"/>
                  <a:pt x="3414" y="1475"/>
                  <a:pt x="3563" y="1398"/>
                </a:cubicBezTo>
                <a:cubicBezTo>
                  <a:pt x="3712" y="1321"/>
                  <a:pt x="3931" y="1349"/>
                  <a:pt x="4098" y="1261"/>
                </a:cubicBezTo>
                <a:cubicBezTo>
                  <a:pt x="4265" y="1173"/>
                  <a:pt x="4404" y="958"/>
                  <a:pt x="4563" y="867"/>
                </a:cubicBezTo>
                <a:cubicBezTo>
                  <a:pt x="4722" y="776"/>
                  <a:pt x="4952" y="748"/>
                  <a:pt x="5054" y="717"/>
                </a:cubicBezTo>
              </a:path>
            </a:pathLst>
          </a:custGeom>
          <a:noFill/>
          <a:ln w="38100" cap="flat" cmpd="sng">
            <a:solidFill>
              <a:srgbClr val="FFC9C9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16" name="Freeform 18">
            <a:extLst>
              <a:ext uri="{FF2B5EF4-FFF2-40B4-BE49-F238E27FC236}">
                <a16:creationId xmlns:a16="http://schemas.microsoft.com/office/drawing/2014/main" id="{0D234665-CABE-FA50-6885-CEF2182AF0EA}"/>
              </a:ext>
            </a:extLst>
          </p:cNvPr>
          <p:cNvSpPr>
            <a:spLocks/>
          </p:cNvSpPr>
          <p:nvPr/>
        </p:nvSpPr>
        <p:spPr bwMode="auto">
          <a:xfrm>
            <a:off x="2011362" y="2890315"/>
            <a:ext cx="7967663" cy="2025650"/>
          </a:xfrm>
          <a:custGeom>
            <a:avLst/>
            <a:gdLst/>
            <a:ahLst/>
            <a:cxnLst>
              <a:cxn ang="0">
                <a:pos x="0" y="1174"/>
              </a:cxn>
              <a:cxn ang="0">
                <a:pos x="267" y="976"/>
              </a:cxn>
              <a:cxn ang="0">
                <a:pos x="1056" y="28"/>
              </a:cxn>
              <a:cxn ang="0">
                <a:pos x="2004" y="1141"/>
              </a:cxn>
              <a:cxn ang="0">
                <a:pos x="2880" y="841"/>
              </a:cxn>
              <a:cxn ang="0">
                <a:pos x="3699" y="1051"/>
              </a:cxn>
              <a:cxn ang="0">
                <a:pos x="4461" y="904"/>
              </a:cxn>
              <a:cxn ang="0">
                <a:pos x="5019" y="991"/>
              </a:cxn>
            </a:cxnLst>
            <a:rect l="0" t="0" r="r" b="b"/>
            <a:pathLst>
              <a:path w="5019" h="1276">
                <a:moveTo>
                  <a:pt x="0" y="1174"/>
                </a:moveTo>
                <a:cubicBezTo>
                  <a:pt x="44" y="1141"/>
                  <a:pt x="91" y="1167"/>
                  <a:pt x="267" y="976"/>
                </a:cubicBezTo>
                <a:cubicBezTo>
                  <a:pt x="443" y="785"/>
                  <a:pt x="766" y="0"/>
                  <a:pt x="1056" y="28"/>
                </a:cubicBezTo>
                <a:cubicBezTo>
                  <a:pt x="1346" y="56"/>
                  <a:pt x="1700" y="1006"/>
                  <a:pt x="2004" y="1141"/>
                </a:cubicBezTo>
                <a:cubicBezTo>
                  <a:pt x="2308" y="1276"/>
                  <a:pt x="2598" y="856"/>
                  <a:pt x="2880" y="841"/>
                </a:cubicBezTo>
                <a:cubicBezTo>
                  <a:pt x="3162" y="826"/>
                  <a:pt x="3436" y="1041"/>
                  <a:pt x="3699" y="1051"/>
                </a:cubicBezTo>
                <a:cubicBezTo>
                  <a:pt x="3962" y="1061"/>
                  <a:pt x="4241" y="914"/>
                  <a:pt x="4461" y="904"/>
                </a:cubicBezTo>
                <a:cubicBezTo>
                  <a:pt x="4681" y="894"/>
                  <a:pt x="4903" y="973"/>
                  <a:pt x="5019" y="991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17" name="Freeform 19">
            <a:extLst>
              <a:ext uri="{FF2B5EF4-FFF2-40B4-BE49-F238E27FC236}">
                <a16:creationId xmlns:a16="http://schemas.microsoft.com/office/drawing/2014/main" id="{4CB60FAB-D778-902D-7913-7CE4B7E0D872}"/>
              </a:ext>
            </a:extLst>
          </p:cNvPr>
          <p:cNvSpPr>
            <a:spLocks/>
          </p:cNvSpPr>
          <p:nvPr/>
        </p:nvSpPr>
        <p:spPr bwMode="auto">
          <a:xfrm>
            <a:off x="2020887" y="4025378"/>
            <a:ext cx="7089775" cy="512762"/>
          </a:xfrm>
          <a:custGeom>
            <a:avLst/>
            <a:gdLst/>
            <a:ahLst/>
            <a:cxnLst>
              <a:cxn ang="0">
                <a:pos x="0" y="71"/>
              </a:cxn>
              <a:cxn ang="0">
                <a:pos x="386" y="37"/>
              </a:cxn>
              <a:cxn ang="0">
                <a:pos x="1270" y="293"/>
              </a:cxn>
              <a:cxn ang="0">
                <a:pos x="2212" y="219"/>
              </a:cxn>
              <a:cxn ang="0">
                <a:pos x="2822" y="271"/>
              </a:cxn>
              <a:cxn ang="0">
                <a:pos x="3608" y="239"/>
              </a:cxn>
              <a:cxn ang="0">
                <a:pos x="4466" y="263"/>
              </a:cxn>
            </a:cxnLst>
            <a:rect l="0" t="0" r="r" b="b"/>
            <a:pathLst>
              <a:path w="4466" h="323">
                <a:moveTo>
                  <a:pt x="0" y="71"/>
                </a:moveTo>
                <a:cubicBezTo>
                  <a:pt x="64" y="65"/>
                  <a:pt x="174" y="0"/>
                  <a:pt x="386" y="37"/>
                </a:cubicBezTo>
                <a:cubicBezTo>
                  <a:pt x="598" y="74"/>
                  <a:pt x="966" y="263"/>
                  <a:pt x="1270" y="293"/>
                </a:cubicBezTo>
                <a:cubicBezTo>
                  <a:pt x="1574" y="323"/>
                  <a:pt x="1953" y="223"/>
                  <a:pt x="2212" y="219"/>
                </a:cubicBezTo>
                <a:cubicBezTo>
                  <a:pt x="2471" y="215"/>
                  <a:pt x="2589" y="268"/>
                  <a:pt x="2822" y="271"/>
                </a:cubicBezTo>
                <a:cubicBezTo>
                  <a:pt x="3055" y="274"/>
                  <a:pt x="3334" y="240"/>
                  <a:pt x="3608" y="239"/>
                </a:cubicBezTo>
                <a:cubicBezTo>
                  <a:pt x="3882" y="238"/>
                  <a:pt x="4287" y="258"/>
                  <a:pt x="4466" y="263"/>
                </a:cubicBezTo>
              </a:path>
            </a:pathLst>
          </a:custGeom>
          <a:noFill/>
          <a:ln w="19050" cap="flat" cmpd="sng">
            <a:solidFill>
              <a:srgbClr val="9966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18" name="Freeform 20">
            <a:extLst>
              <a:ext uri="{FF2B5EF4-FFF2-40B4-BE49-F238E27FC236}">
                <a16:creationId xmlns:a16="http://schemas.microsoft.com/office/drawing/2014/main" id="{6EC37578-ED10-E1FC-5AEE-5217B111CFC8}"/>
              </a:ext>
            </a:extLst>
          </p:cNvPr>
          <p:cNvSpPr>
            <a:spLocks/>
          </p:cNvSpPr>
          <p:nvPr/>
        </p:nvSpPr>
        <p:spPr bwMode="auto">
          <a:xfrm>
            <a:off x="2027237" y="3660254"/>
            <a:ext cx="8112125" cy="1038225"/>
          </a:xfrm>
          <a:custGeom>
            <a:avLst/>
            <a:gdLst/>
            <a:ahLst/>
            <a:cxnLst>
              <a:cxn ang="0">
                <a:pos x="0" y="435"/>
              </a:cxn>
              <a:cxn ang="0">
                <a:pos x="172" y="465"/>
              </a:cxn>
              <a:cxn ang="0">
                <a:pos x="836" y="577"/>
              </a:cxn>
              <a:cxn ang="0">
                <a:pos x="1794" y="1"/>
              </a:cxn>
              <a:cxn ang="0">
                <a:pos x="2764" y="581"/>
              </a:cxn>
              <a:cxn ang="0">
                <a:pos x="3650" y="425"/>
              </a:cxn>
              <a:cxn ang="0">
                <a:pos x="4434" y="527"/>
              </a:cxn>
              <a:cxn ang="0">
                <a:pos x="5110" y="465"/>
              </a:cxn>
            </a:cxnLst>
            <a:rect l="0" t="0" r="r" b="b"/>
            <a:pathLst>
              <a:path w="5110" h="654">
                <a:moveTo>
                  <a:pt x="0" y="435"/>
                </a:moveTo>
                <a:cubicBezTo>
                  <a:pt x="29" y="440"/>
                  <a:pt x="33" y="441"/>
                  <a:pt x="172" y="465"/>
                </a:cubicBezTo>
                <a:cubicBezTo>
                  <a:pt x="311" y="489"/>
                  <a:pt x="566" y="654"/>
                  <a:pt x="836" y="577"/>
                </a:cubicBezTo>
                <a:cubicBezTo>
                  <a:pt x="1106" y="500"/>
                  <a:pt x="1473" y="0"/>
                  <a:pt x="1794" y="1"/>
                </a:cubicBezTo>
                <a:cubicBezTo>
                  <a:pt x="2115" y="2"/>
                  <a:pt x="2455" y="510"/>
                  <a:pt x="2764" y="581"/>
                </a:cubicBezTo>
                <a:cubicBezTo>
                  <a:pt x="3073" y="652"/>
                  <a:pt x="3372" y="434"/>
                  <a:pt x="3650" y="425"/>
                </a:cubicBezTo>
                <a:cubicBezTo>
                  <a:pt x="3928" y="416"/>
                  <a:pt x="4191" y="520"/>
                  <a:pt x="4434" y="527"/>
                </a:cubicBezTo>
                <a:cubicBezTo>
                  <a:pt x="4677" y="534"/>
                  <a:pt x="4969" y="478"/>
                  <a:pt x="5110" y="465"/>
                </a:cubicBezTo>
              </a:path>
            </a:pathLst>
          </a:custGeom>
          <a:noFill/>
          <a:ln w="19050" cap="flat" cmpd="sng">
            <a:solidFill>
              <a:srgbClr val="0099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19" name="Freeform 21">
            <a:extLst>
              <a:ext uri="{FF2B5EF4-FFF2-40B4-BE49-F238E27FC236}">
                <a16:creationId xmlns:a16="http://schemas.microsoft.com/office/drawing/2014/main" id="{6A142723-F591-E963-A54B-A3F056A70406}"/>
              </a:ext>
            </a:extLst>
          </p:cNvPr>
          <p:cNvSpPr>
            <a:spLocks/>
          </p:cNvSpPr>
          <p:nvPr/>
        </p:nvSpPr>
        <p:spPr bwMode="auto">
          <a:xfrm>
            <a:off x="2046286" y="3968229"/>
            <a:ext cx="8096250" cy="1811337"/>
          </a:xfrm>
          <a:custGeom>
            <a:avLst/>
            <a:gdLst/>
            <a:ahLst/>
            <a:cxnLst>
              <a:cxn ang="0">
                <a:pos x="0" y="233"/>
              </a:cxn>
              <a:cxn ang="0">
                <a:pos x="260" y="293"/>
              </a:cxn>
              <a:cxn ang="0">
                <a:pos x="768" y="393"/>
              </a:cxn>
              <a:cxn ang="0">
                <a:pos x="1582" y="125"/>
              </a:cxn>
              <a:cxn ang="0">
                <a:pos x="2560" y="1141"/>
              </a:cxn>
              <a:cxn ang="0">
                <a:pos x="3516" y="125"/>
              </a:cxn>
              <a:cxn ang="0">
                <a:pos x="4382" y="393"/>
              </a:cxn>
              <a:cxn ang="0">
                <a:pos x="4884" y="279"/>
              </a:cxn>
              <a:cxn ang="0">
                <a:pos x="5100" y="233"/>
              </a:cxn>
            </a:cxnLst>
            <a:rect l="0" t="0" r="r" b="b"/>
            <a:pathLst>
              <a:path w="5100" h="1141">
                <a:moveTo>
                  <a:pt x="0" y="233"/>
                </a:moveTo>
                <a:cubicBezTo>
                  <a:pt x="43" y="243"/>
                  <a:pt x="132" y="266"/>
                  <a:pt x="260" y="293"/>
                </a:cubicBezTo>
                <a:cubicBezTo>
                  <a:pt x="388" y="320"/>
                  <a:pt x="548" y="421"/>
                  <a:pt x="768" y="393"/>
                </a:cubicBezTo>
                <a:cubicBezTo>
                  <a:pt x="988" y="365"/>
                  <a:pt x="1283" y="0"/>
                  <a:pt x="1582" y="125"/>
                </a:cubicBezTo>
                <a:cubicBezTo>
                  <a:pt x="1881" y="250"/>
                  <a:pt x="2238" y="1141"/>
                  <a:pt x="2560" y="1141"/>
                </a:cubicBezTo>
                <a:cubicBezTo>
                  <a:pt x="2882" y="1141"/>
                  <a:pt x="3212" y="250"/>
                  <a:pt x="3516" y="125"/>
                </a:cubicBezTo>
                <a:cubicBezTo>
                  <a:pt x="3820" y="0"/>
                  <a:pt x="4154" y="367"/>
                  <a:pt x="4382" y="393"/>
                </a:cubicBezTo>
                <a:cubicBezTo>
                  <a:pt x="4610" y="419"/>
                  <a:pt x="4764" y="306"/>
                  <a:pt x="4884" y="279"/>
                </a:cubicBezTo>
                <a:cubicBezTo>
                  <a:pt x="5004" y="252"/>
                  <a:pt x="5055" y="243"/>
                  <a:pt x="5100" y="233"/>
                </a:cubicBezTo>
              </a:path>
            </a:pathLst>
          </a:custGeom>
          <a:noFill/>
          <a:ln w="19050" cap="flat" cmpd="sng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0" name="Freeform 22">
            <a:extLst>
              <a:ext uri="{FF2B5EF4-FFF2-40B4-BE49-F238E27FC236}">
                <a16:creationId xmlns:a16="http://schemas.microsoft.com/office/drawing/2014/main" id="{CBE9E832-8D28-5708-756B-5A6FF7A0A0FE}"/>
              </a:ext>
            </a:extLst>
          </p:cNvPr>
          <p:cNvSpPr>
            <a:spLocks/>
          </p:cNvSpPr>
          <p:nvPr/>
        </p:nvSpPr>
        <p:spPr bwMode="auto">
          <a:xfrm>
            <a:off x="2017712" y="4066653"/>
            <a:ext cx="8118475" cy="1365250"/>
          </a:xfrm>
          <a:custGeom>
            <a:avLst/>
            <a:gdLst/>
            <a:ahLst/>
            <a:cxnLst>
              <a:cxn ang="0">
                <a:pos x="0" y="257"/>
              </a:cxn>
              <a:cxn ang="0">
                <a:pos x="266" y="221"/>
              </a:cxn>
              <a:cxn ang="0">
                <a:pos x="676" y="157"/>
              </a:cxn>
              <a:cxn ang="0">
                <a:pos x="1500" y="303"/>
              </a:cxn>
              <a:cxn ang="0">
                <a:pos x="2378" y="101"/>
              </a:cxn>
              <a:cxn ang="0">
                <a:pos x="3340" y="859"/>
              </a:cxn>
              <a:cxn ang="0">
                <a:pos x="4304" y="105"/>
              </a:cxn>
              <a:cxn ang="0">
                <a:pos x="4916" y="227"/>
              </a:cxn>
              <a:cxn ang="0">
                <a:pos x="5114" y="283"/>
              </a:cxn>
            </a:cxnLst>
            <a:rect l="0" t="0" r="r" b="b"/>
            <a:pathLst>
              <a:path w="5114" h="860">
                <a:moveTo>
                  <a:pt x="0" y="257"/>
                </a:moveTo>
                <a:cubicBezTo>
                  <a:pt x="44" y="251"/>
                  <a:pt x="153" y="238"/>
                  <a:pt x="266" y="221"/>
                </a:cubicBezTo>
                <a:cubicBezTo>
                  <a:pt x="379" y="204"/>
                  <a:pt x="470" y="143"/>
                  <a:pt x="676" y="157"/>
                </a:cubicBezTo>
                <a:cubicBezTo>
                  <a:pt x="882" y="171"/>
                  <a:pt x="1216" y="312"/>
                  <a:pt x="1500" y="303"/>
                </a:cubicBezTo>
                <a:cubicBezTo>
                  <a:pt x="1784" y="294"/>
                  <a:pt x="2071" y="8"/>
                  <a:pt x="2378" y="101"/>
                </a:cubicBezTo>
                <a:cubicBezTo>
                  <a:pt x="2685" y="194"/>
                  <a:pt x="3019" y="858"/>
                  <a:pt x="3340" y="859"/>
                </a:cubicBezTo>
                <a:cubicBezTo>
                  <a:pt x="3661" y="860"/>
                  <a:pt x="4041" y="210"/>
                  <a:pt x="4304" y="105"/>
                </a:cubicBezTo>
                <a:cubicBezTo>
                  <a:pt x="4567" y="0"/>
                  <a:pt x="4781" y="197"/>
                  <a:pt x="4916" y="227"/>
                </a:cubicBezTo>
                <a:cubicBezTo>
                  <a:pt x="5051" y="257"/>
                  <a:pt x="5073" y="271"/>
                  <a:pt x="5114" y="283"/>
                </a:cubicBezTo>
              </a:path>
            </a:pathLst>
          </a:custGeom>
          <a:noFill/>
          <a:ln w="19050" cap="flat" cmpd="sng">
            <a:solidFill>
              <a:srgbClr val="FF5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1" name="Line 24">
            <a:extLst>
              <a:ext uri="{FF2B5EF4-FFF2-40B4-BE49-F238E27FC236}">
                <a16:creationId xmlns:a16="http://schemas.microsoft.com/office/drawing/2014/main" id="{9901E9E6-091E-AC16-98CC-F96680BEADB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2686" y="2352153"/>
            <a:ext cx="0" cy="36576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22" name="Line 26">
            <a:extLst>
              <a:ext uri="{FF2B5EF4-FFF2-40B4-BE49-F238E27FC236}">
                <a16:creationId xmlns:a16="http://schemas.microsoft.com/office/drawing/2014/main" id="{E4F35A14-D910-E187-8E49-387BC236B63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0411" y="4433365"/>
            <a:ext cx="8115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3" name="Freeform 27">
            <a:extLst>
              <a:ext uri="{FF2B5EF4-FFF2-40B4-BE49-F238E27FC236}">
                <a16:creationId xmlns:a16="http://schemas.microsoft.com/office/drawing/2014/main" id="{688259CE-02A2-E22B-DA87-980E61544B7F}"/>
              </a:ext>
            </a:extLst>
          </p:cNvPr>
          <p:cNvSpPr>
            <a:spLocks/>
          </p:cNvSpPr>
          <p:nvPr/>
        </p:nvSpPr>
        <p:spPr bwMode="auto">
          <a:xfrm>
            <a:off x="2024061" y="4276204"/>
            <a:ext cx="8115300" cy="585787"/>
          </a:xfrm>
          <a:custGeom>
            <a:avLst/>
            <a:gdLst/>
            <a:ahLst/>
            <a:cxnLst>
              <a:cxn ang="0">
                <a:pos x="0" y="79"/>
              </a:cxn>
              <a:cxn ang="0">
                <a:pos x="708" y="111"/>
              </a:cxn>
              <a:cxn ang="0">
                <a:pos x="1414" y="69"/>
              </a:cxn>
              <a:cxn ang="0">
                <a:pos x="2222" y="127"/>
              </a:cxn>
              <a:cxn ang="0">
                <a:pos x="3098" y="39"/>
              </a:cxn>
              <a:cxn ang="0">
                <a:pos x="4046" y="359"/>
              </a:cxn>
              <a:cxn ang="0">
                <a:pos x="4842" y="101"/>
              </a:cxn>
              <a:cxn ang="0">
                <a:pos x="5112" y="37"/>
              </a:cxn>
            </a:cxnLst>
            <a:rect l="0" t="0" r="r" b="b"/>
            <a:pathLst>
              <a:path w="5112" h="369">
                <a:moveTo>
                  <a:pt x="0" y="79"/>
                </a:moveTo>
                <a:cubicBezTo>
                  <a:pt x="118" y="84"/>
                  <a:pt x="472" y="113"/>
                  <a:pt x="708" y="111"/>
                </a:cubicBezTo>
                <a:cubicBezTo>
                  <a:pt x="944" y="109"/>
                  <a:pt x="1162" y="66"/>
                  <a:pt x="1414" y="69"/>
                </a:cubicBezTo>
                <a:cubicBezTo>
                  <a:pt x="1666" y="72"/>
                  <a:pt x="1941" y="132"/>
                  <a:pt x="2222" y="127"/>
                </a:cubicBezTo>
                <a:cubicBezTo>
                  <a:pt x="2503" y="122"/>
                  <a:pt x="2794" y="0"/>
                  <a:pt x="3098" y="39"/>
                </a:cubicBezTo>
                <a:cubicBezTo>
                  <a:pt x="3402" y="78"/>
                  <a:pt x="3755" y="349"/>
                  <a:pt x="4046" y="359"/>
                </a:cubicBezTo>
                <a:cubicBezTo>
                  <a:pt x="4337" y="369"/>
                  <a:pt x="4664" y="155"/>
                  <a:pt x="4842" y="101"/>
                </a:cubicBezTo>
                <a:cubicBezTo>
                  <a:pt x="5020" y="47"/>
                  <a:pt x="5056" y="50"/>
                  <a:pt x="5112" y="37"/>
                </a:cubicBezTo>
              </a:path>
            </a:pathLst>
          </a:custGeom>
          <a:noFill/>
          <a:ln w="19050" cap="flat" cmpd="sng">
            <a:solidFill>
              <a:srgbClr val="66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4" name="Freeform 28">
            <a:extLst>
              <a:ext uri="{FF2B5EF4-FFF2-40B4-BE49-F238E27FC236}">
                <a16:creationId xmlns:a16="http://schemas.microsoft.com/office/drawing/2014/main" id="{D22F6572-6DD8-E231-7AD6-85EEB9C017F3}"/>
              </a:ext>
            </a:extLst>
          </p:cNvPr>
          <p:cNvSpPr>
            <a:spLocks/>
          </p:cNvSpPr>
          <p:nvPr/>
        </p:nvSpPr>
        <p:spPr bwMode="auto">
          <a:xfrm>
            <a:off x="2020887" y="4017441"/>
            <a:ext cx="8118475" cy="550863"/>
          </a:xfrm>
          <a:custGeom>
            <a:avLst/>
            <a:gdLst/>
            <a:ahLst/>
            <a:cxnLst>
              <a:cxn ang="0">
                <a:pos x="5114" y="62"/>
              </a:cxn>
              <a:cxn ang="0">
                <a:pos x="4736" y="42"/>
              </a:cxn>
              <a:cxn ang="0">
                <a:pos x="3856" y="314"/>
              </a:cxn>
              <a:cxn ang="0">
                <a:pos x="3036" y="240"/>
              </a:cxn>
              <a:cxn ang="0">
                <a:pos x="2198" y="284"/>
              </a:cxn>
              <a:cxn ang="0">
                <a:pos x="1400" y="246"/>
              </a:cxn>
              <a:cxn ang="0">
                <a:pos x="638" y="276"/>
              </a:cxn>
              <a:cxn ang="0">
                <a:pos x="0" y="254"/>
              </a:cxn>
            </a:cxnLst>
            <a:rect l="0" t="0" r="r" b="b"/>
            <a:pathLst>
              <a:path w="5114" h="347">
                <a:moveTo>
                  <a:pt x="5114" y="62"/>
                </a:moveTo>
                <a:cubicBezTo>
                  <a:pt x="5051" y="59"/>
                  <a:pt x="4945" y="0"/>
                  <a:pt x="4736" y="42"/>
                </a:cubicBezTo>
                <a:cubicBezTo>
                  <a:pt x="4527" y="84"/>
                  <a:pt x="4139" y="281"/>
                  <a:pt x="3856" y="314"/>
                </a:cubicBezTo>
                <a:cubicBezTo>
                  <a:pt x="3573" y="347"/>
                  <a:pt x="3312" y="245"/>
                  <a:pt x="3036" y="240"/>
                </a:cubicBezTo>
                <a:cubicBezTo>
                  <a:pt x="2760" y="235"/>
                  <a:pt x="2471" y="283"/>
                  <a:pt x="2198" y="284"/>
                </a:cubicBezTo>
                <a:cubicBezTo>
                  <a:pt x="1925" y="285"/>
                  <a:pt x="1660" y="247"/>
                  <a:pt x="1400" y="246"/>
                </a:cubicBezTo>
                <a:cubicBezTo>
                  <a:pt x="1140" y="245"/>
                  <a:pt x="871" y="275"/>
                  <a:pt x="638" y="276"/>
                </a:cubicBezTo>
                <a:cubicBezTo>
                  <a:pt x="405" y="277"/>
                  <a:pt x="133" y="259"/>
                  <a:pt x="0" y="254"/>
                </a:cubicBezTo>
              </a:path>
            </a:pathLst>
          </a:custGeom>
          <a:noFill/>
          <a:ln w="19050" cap="flat" cmpd="sng">
            <a:solidFill>
              <a:srgbClr val="3366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5" name="Oval 29">
            <a:extLst>
              <a:ext uri="{FF2B5EF4-FFF2-40B4-BE49-F238E27FC236}">
                <a16:creationId xmlns:a16="http://schemas.microsoft.com/office/drawing/2014/main" id="{9DA400EE-E954-CC3B-8111-067FC1CD85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92362" y="4007915"/>
            <a:ext cx="119063" cy="122238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6" name="Oval 30">
            <a:extLst>
              <a:ext uri="{FF2B5EF4-FFF2-40B4-BE49-F238E27FC236}">
                <a16:creationId xmlns:a16="http://schemas.microsoft.com/office/drawing/2014/main" id="{EB1292AC-0AB7-DDDF-48CE-FD3D451E14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00449" y="2863329"/>
            <a:ext cx="119062" cy="12223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7" name="Oval 31">
            <a:extLst>
              <a:ext uri="{FF2B5EF4-FFF2-40B4-BE49-F238E27FC236}">
                <a16:creationId xmlns:a16="http://schemas.microsoft.com/office/drawing/2014/main" id="{86FA4813-112D-05C2-B692-C7E2C8B61F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08537" y="3585640"/>
            <a:ext cx="119063" cy="122238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8" name="Oval 32">
            <a:extLst>
              <a:ext uri="{FF2B5EF4-FFF2-40B4-BE49-F238E27FC236}">
                <a16:creationId xmlns:a16="http://schemas.microsoft.com/office/drawing/2014/main" id="{869E869A-6396-280E-A452-83D611CD80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35674" y="5717654"/>
            <a:ext cx="119062" cy="12223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9" name="Oval 33">
            <a:extLst>
              <a:ext uri="{FF2B5EF4-FFF2-40B4-BE49-F238E27FC236}">
                <a16:creationId xmlns:a16="http://schemas.microsoft.com/office/drawing/2014/main" id="{EF7467BA-5EEB-B5CC-4D01-205AD2AF51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72337" y="5363640"/>
            <a:ext cx="119063" cy="122238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0" name="Oval 34">
            <a:extLst>
              <a:ext uri="{FF2B5EF4-FFF2-40B4-BE49-F238E27FC236}">
                <a16:creationId xmlns:a16="http://schemas.microsoft.com/office/drawing/2014/main" id="{B1B8EA9C-8ED8-6C98-58FE-EC0ABF444D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08999" y="4781029"/>
            <a:ext cx="119062" cy="12223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1" name="Oval 35">
            <a:extLst>
              <a:ext uri="{FF2B5EF4-FFF2-40B4-BE49-F238E27FC236}">
                <a16:creationId xmlns:a16="http://schemas.microsoft.com/office/drawing/2014/main" id="{1864B03B-652B-B430-0420-F2909551F7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698037" y="3988865"/>
            <a:ext cx="119063" cy="122238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2" name="Freeform 36">
            <a:extLst>
              <a:ext uri="{FF2B5EF4-FFF2-40B4-BE49-F238E27FC236}">
                <a16:creationId xmlns:a16="http://schemas.microsoft.com/office/drawing/2014/main" id="{5C4C8457-8FE3-A0D6-6340-67B6D46BC9EC}"/>
              </a:ext>
            </a:extLst>
          </p:cNvPr>
          <p:cNvSpPr>
            <a:spLocks/>
          </p:cNvSpPr>
          <p:nvPr/>
        </p:nvSpPr>
        <p:spPr bwMode="auto">
          <a:xfrm>
            <a:off x="2076450" y="2826815"/>
            <a:ext cx="8023225" cy="3136900"/>
          </a:xfrm>
          <a:custGeom>
            <a:avLst/>
            <a:gdLst/>
            <a:ahLst/>
            <a:cxnLst>
              <a:cxn ang="0">
                <a:pos x="0" y="1115"/>
              </a:cxn>
              <a:cxn ang="0">
                <a:pos x="276" y="731"/>
              </a:cxn>
              <a:cxn ang="0">
                <a:pos x="628" y="323"/>
              </a:cxn>
              <a:cxn ang="0">
                <a:pos x="899" y="96"/>
              </a:cxn>
              <a:cxn ang="0">
                <a:pos x="1225" y="16"/>
              </a:cxn>
              <a:cxn ang="0">
                <a:pos x="1563" y="195"/>
              </a:cxn>
              <a:cxn ang="0">
                <a:pos x="1899" y="770"/>
              </a:cxn>
              <a:cxn ang="0">
                <a:pos x="2175" y="1269"/>
              </a:cxn>
              <a:cxn ang="0">
                <a:pos x="2405" y="1728"/>
              </a:cxn>
              <a:cxn ang="0">
                <a:pos x="2744" y="1975"/>
              </a:cxn>
              <a:cxn ang="0">
                <a:pos x="3201" y="1720"/>
              </a:cxn>
              <a:cxn ang="0">
                <a:pos x="3563" y="1398"/>
              </a:cxn>
              <a:cxn ang="0">
                <a:pos x="4098" y="1261"/>
              </a:cxn>
              <a:cxn ang="0">
                <a:pos x="4563" y="867"/>
              </a:cxn>
              <a:cxn ang="0">
                <a:pos x="5054" y="717"/>
              </a:cxn>
            </a:cxnLst>
            <a:rect l="0" t="0" r="r" b="b"/>
            <a:pathLst>
              <a:path w="5054" h="1976">
                <a:moveTo>
                  <a:pt x="0" y="1115"/>
                </a:moveTo>
                <a:cubicBezTo>
                  <a:pt x="85" y="987"/>
                  <a:pt x="171" y="862"/>
                  <a:pt x="276" y="731"/>
                </a:cubicBezTo>
                <a:cubicBezTo>
                  <a:pt x="381" y="600"/>
                  <a:pt x="524" y="429"/>
                  <a:pt x="628" y="323"/>
                </a:cubicBezTo>
                <a:cubicBezTo>
                  <a:pt x="731" y="217"/>
                  <a:pt x="800" y="147"/>
                  <a:pt x="899" y="96"/>
                </a:cubicBezTo>
                <a:cubicBezTo>
                  <a:pt x="998" y="45"/>
                  <a:pt x="1115" y="0"/>
                  <a:pt x="1225" y="16"/>
                </a:cubicBezTo>
                <a:cubicBezTo>
                  <a:pt x="1336" y="32"/>
                  <a:pt x="1451" y="69"/>
                  <a:pt x="1563" y="195"/>
                </a:cubicBezTo>
                <a:cubicBezTo>
                  <a:pt x="1675" y="321"/>
                  <a:pt x="1797" y="591"/>
                  <a:pt x="1899" y="770"/>
                </a:cubicBezTo>
                <a:cubicBezTo>
                  <a:pt x="2001" y="948"/>
                  <a:pt x="2090" y="1109"/>
                  <a:pt x="2175" y="1269"/>
                </a:cubicBezTo>
                <a:cubicBezTo>
                  <a:pt x="2260" y="1428"/>
                  <a:pt x="2310" y="1610"/>
                  <a:pt x="2405" y="1728"/>
                </a:cubicBezTo>
                <a:cubicBezTo>
                  <a:pt x="2500" y="1845"/>
                  <a:pt x="2612" y="1976"/>
                  <a:pt x="2744" y="1975"/>
                </a:cubicBezTo>
                <a:cubicBezTo>
                  <a:pt x="2876" y="1974"/>
                  <a:pt x="3064" y="1816"/>
                  <a:pt x="3201" y="1720"/>
                </a:cubicBezTo>
                <a:cubicBezTo>
                  <a:pt x="3337" y="1624"/>
                  <a:pt x="3414" y="1475"/>
                  <a:pt x="3563" y="1398"/>
                </a:cubicBezTo>
                <a:cubicBezTo>
                  <a:pt x="3712" y="1321"/>
                  <a:pt x="3931" y="1349"/>
                  <a:pt x="4098" y="1261"/>
                </a:cubicBezTo>
                <a:cubicBezTo>
                  <a:pt x="4265" y="1173"/>
                  <a:pt x="4404" y="958"/>
                  <a:pt x="4563" y="867"/>
                </a:cubicBezTo>
                <a:cubicBezTo>
                  <a:pt x="4722" y="776"/>
                  <a:pt x="4952" y="748"/>
                  <a:pt x="5054" y="717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3" name="Line 41">
            <a:extLst>
              <a:ext uri="{FF2B5EF4-FFF2-40B4-BE49-F238E27FC236}">
                <a16:creationId xmlns:a16="http://schemas.microsoft.com/office/drawing/2014/main" id="{B976F833-7B64-83D5-84E8-2CE4D3B5C7D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8061" y="2944290"/>
            <a:ext cx="1238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lg"/>
            <a:tailEnd type="triangle" w="med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34" name="Object 40">
            <a:extLst>
              <a:ext uri="{FF2B5EF4-FFF2-40B4-BE49-F238E27FC236}">
                <a16:creationId xmlns:a16="http://schemas.microsoft.com/office/drawing/2014/main" id="{86A91B12-AC52-5BC9-7997-966FD872C8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0301769"/>
              </p:ext>
            </p:extLst>
          </p:nvPr>
        </p:nvGraphicFramePr>
        <p:xfrm>
          <a:off x="6557961" y="2737915"/>
          <a:ext cx="35560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480" imgH="228600" progId="Equation.3">
                  <p:embed/>
                </p:oleObj>
              </mc:Choice>
              <mc:Fallback>
                <p:oleObj name="Equation" r:id="rId6" imgW="177480" imgH="228600" progId="Equation.3">
                  <p:embed/>
                  <p:pic>
                    <p:nvPicPr>
                      <p:cNvPr id="700456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7961" y="2737915"/>
                        <a:ext cx="355600" cy="4587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42">
            <a:extLst>
              <a:ext uri="{FF2B5EF4-FFF2-40B4-BE49-F238E27FC236}">
                <a16:creationId xmlns:a16="http://schemas.microsoft.com/office/drawing/2014/main" id="{5A08C49C-CE2B-EFD9-4852-00F4E9DA5F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8715268"/>
              </p:ext>
            </p:extLst>
          </p:nvPr>
        </p:nvGraphicFramePr>
        <p:xfrm>
          <a:off x="2238374" y="6035153"/>
          <a:ext cx="42545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400" imgH="228600" progId="Equation.3">
                  <p:embed/>
                </p:oleObj>
              </mc:Choice>
              <mc:Fallback>
                <p:oleObj name="Equation" r:id="rId8" imgW="266400" imgH="228600" progId="Equation.3">
                  <p:embed/>
                  <p:pic>
                    <p:nvPicPr>
                      <p:cNvPr id="700458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8374" y="6035153"/>
                        <a:ext cx="425450" cy="366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43">
            <a:extLst>
              <a:ext uri="{FF2B5EF4-FFF2-40B4-BE49-F238E27FC236}">
                <a16:creationId xmlns:a16="http://schemas.microsoft.com/office/drawing/2014/main" id="{B2299A05-3FA1-86E1-72AB-160679B048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0939510"/>
              </p:ext>
            </p:extLst>
          </p:nvPr>
        </p:nvGraphicFramePr>
        <p:xfrm>
          <a:off x="3227386" y="6035153"/>
          <a:ext cx="852488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33160" imgH="228600" progId="Equation.3">
                  <p:embed/>
                </p:oleObj>
              </mc:Choice>
              <mc:Fallback>
                <p:oleObj name="Equation" r:id="rId10" imgW="533160" imgH="228600" progId="Equation.3">
                  <p:embed/>
                  <p:pic>
                    <p:nvPicPr>
                      <p:cNvPr id="700459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7386" y="6035153"/>
                        <a:ext cx="852488" cy="366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44">
            <a:extLst>
              <a:ext uri="{FF2B5EF4-FFF2-40B4-BE49-F238E27FC236}">
                <a16:creationId xmlns:a16="http://schemas.microsoft.com/office/drawing/2014/main" id="{B840948F-1DBE-91C1-22FD-5965B37362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2470569"/>
              </p:ext>
            </p:extLst>
          </p:nvPr>
        </p:nvGraphicFramePr>
        <p:xfrm>
          <a:off x="4422775" y="6035153"/>
          <a:ext cx="873125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45760" imgH="228600" progId="Equation.3">
                  <p:embed/>
                </p:oleObj>
              </mc:Choice>
              <mc:Fallback>
                <p:oleObj name="Equation" r:id="rId12" imgW="545760" imgH="228600" progId="Equation.3">
                  <p:embed/>
                  <p:pic>
                    <p:nvPicPr>
                      <p:cNvPr id="70046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2775" y="6035153"/>
                        <a:ext cx="873125" cy="366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45">
            <a:extLst>
              <a:ext uri="{FF2B5EF4-FFF2-40B4-BE49-F238E27FC236}">
                <a16:creationId xmlns:a16="http://schemas.microsoft.com/office/drawing/2014/main" id="{27429A5B-81F4-1A1C-671C-EDD3008FF8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992743"/>
              </p:ext>
            </p:extLst>
          </p:nvPr>
        </p:nvGraphicFramePr>
        <p:xfrm>
          <a:off x="5649912" y="6035153"/>
          <a:ext cx="873125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45760" imgH="228600" progId="Equation.3">
                  <p:embed/>
                </p:oleObj>
              </mc:Choice>
              <mc:Fallback>
                <p:oleObj name="Equation" r:id="rId14" imgW="545760" imgH="228600" progId="Equation.3">
                  <p:embed/>
                  <p:pic>
                    <p:nvPicPr>
                      <p:cNvPr id="700461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9912" y="6035153"/>
                        <a:ext cx="873125" cy="366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46">
            <a:extLst>
              <a:ext uri="{FF2B5EF4-FFF2-40B4-BE49-F238E27FC236}">
                <a16:creationId xmlns:a16="http://schemas.microsoft.com/office/drawing/2014/main" id="{F42C1AEC-9E31-6622-B1C6-7F903594B0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0946696"/>
              </p:ext>
            </p:extLst>
          </p:nvPr>
        </p:nvGraphicFramePr>
        <p:xfrm>
          <a:off x="6886575" y="6035153"/>
          <a:ext cx="873125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45760" imgH="228600" progId="Equation.3">
                  <p:embed/>
                </p:oleObj>
              </mc:Choice>
              <mc:Fallback>
                <p:oleObj name="Equation" r:id="rId16" imgW="545760" imgH="228600" progId="Equation.3">
                  <p:embed/>
                  <p:pic>
                    <p:nvPicPr>
                      <p:cNvPr id="700462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6575" y="6035153"/>
                        <a:ext cx="873125" cy="366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47">
            <a:extLst>
              <a:ext uri="{FF2B5EF4-FFF2-40B4-BE49-F238E27FC236}">
                <a16:creationId xmlns:a16="http://schemas.microsoft.com/office/drawing/2014/main" id="{8A477948-4D3D-3425-5421-03C42306A7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1681535"/>
              </p:ext>
            </p:extLst>
          </p:nvPr>
        </p:nvGraphicFramePr>
        <p:xfrm>
          <a:off x="8123237" y="6035153"/>
          <a:ext cx="873125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45760" imgH="228600" progId="Equation.3">
                  <p:embed/>
                </p:oleObj>
              </mc:Choice>
              <mc:Fallback>
                <p:oleObj name="Equation" r:id="rId18" imgW="545760" imgH="228600" progId="Equation.3">
                  <p:embed/>
                  <p:pic>
                    <p:nvPicPr>
                      <p:cNvPr id="700463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3237" y="6035153"/>
                        <a:ext cx="873125" cy="366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48">
            <a:extLst>
              <a:ext uri="{FF2B5EF4-FFF2-40B4-BE49-F238E27FC236}">
                <a16:creationId xmlns:a16="http://schemas.microsoft.com/office/drawing/2014/main" id="{ACB84755-AD24-C7F3-BFF9-065D8EB9C3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6340930"/>
              </p:ext>
            </p:extLst>
          </p:nvPr>
        </p:nvGraphicFramePr>
        <p:xfrm>
          <a:off x="9312275" y="6035153"/>
          <a:ext cx="873125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45760" imgH="228600" progId="Equation.3">
                  <p:embed/>
                </p:oleObj>
              </mc:Choice>
              <mc:Fallback>
                <p:oleObj name="Equation" r:id="rId20" imgW="545760" imgH="228600" progId="Equation.3">
                  <p:embed/>
                  <p:pic>
                    <p:nvPicPr>
                      <p:cNvPr id="700464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12275" y="6035153"/>
                        <a:ext cx="873125" cy="366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860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3" grpId="0" animBg="1"/>
      <p:bldP spid="24" grpId="0" animBg="1"/>
      <p:bldP spid="3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A9A4D5-FD1C-2B9D-5552-9A0F30CC0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Aliasing</a:t>
            </a:r>
            <a:r>
              <a:rPr lang="pt-BR" i="1" dirty="0"/>
              <a:t> </a:t>
            </a:r>
            <a:r>
              <a:rPr lang="pt-BR" dirty="0"/>
              <a:t>(dobramento espectral)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427B124-BFF8-963B-52DC-E4C762AE3BA0}"/>
              </a:ext>
            </a:extLst>
          </p:cNvPr>
          <p:cNvSpPr>
            <a:spLocks noChangeArrowheads="1"/>
          </p:cNvSpPr>
          <p:nvPr/>
        </p:nvSpPr>
        <p:spPr bwMode="gray">
          <a:xfrm>
            <a:off x="4916890" y="2190751"/>
            <a:ext cx="2024062" cy="1257300"/>
          </a:xfrm>
          <a:prstGeom prst="rect">
            <a:avLst/>
          </a:prstGeom>
          <a:solidFill>
            <a:srgbClr val="CCFFCC"/>
          </a:solidFill>
          <a:ln w="28575">
            <a:solidFill>
              <a:srgbClr val="008000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0625B0DF-DE88-FB6D-D2F8-35240154106F}"/>
              </a:ext>
            </a:extLst>
          </p:cNvPr>
          <p:cNvSpPr>
            <a:spLocks noChangeShapeType="1"/>
          </p:cNvSpPr>
          <p:nvPr/>
        </p:nvSpPr>
        <p:spPr bwMode="gray">
          <a:xfrm flipH="1" flipV="1">
            <a:off x="6942540" y="3362327"/>
            <a:ext cx="0" cy="984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5FC0DD4-6374-F0DE-2989-7BA3BBEC1E4B}"/>
              </a:ext>
            </a:extLst>
          </p:cNvPr>
          <p:cNvSpPr>
            <a:spLocks noChangeShapeType="1"/>
          </p:cNvSpPr>
          <p:nvPr/>
        </p:nvSpPr>
        <p:spPr bwMode="gray">
          <a:xfrm flipH="1" flipV="1">
            <a:off x="4920065" y="3359152"/>
            <a:ext cx="0" cy="968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BFDE0B5F-8F10-6DF8-9DEF-3A92F779517C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221690" y="1584327"/>
            <a:ext cx="7683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 i="1">
                <a:latin typeface="Times New Roman" pitchFamily="18" charset="0"/>
              </a:rPr>
              <a:t>X</a:t>
            </a:r>
            <a:r>
              <a:rPr lang="pt-BR" i="1" baseline="-25000">
                <a:latin typeface="Times New Roman" pitchFamily="18" charset="0"/>
              </a:rPr>
              <a:t>s</a:t>
            </a:r>
            <a:r>
              <a:rPr lang="pt-BR">
                <a:latin typeface="Times New Roman" pitchFamily="18" charset="0"/>
              </a:rPr>
              <a:t>(</a:t>
            </a:r>
            <a:r>
              <a:rPr lang="pt-BR" i="1">
                <a:latin typeface="Times New Roman" pitchFamily="18" charset="0"/>
              </a:rPr>
              <a:t> f </a:t>
            </a:r>
            <a:r>
              <a:rPr lang="pt-BR">
                <a:latin typeface="Times New Roman" pitchFamily="18" charset="0"/>
              </a:rPr>
              <a:t>)</a:t>
            </a:r>
            <a:endParaRPr lang="pt-BR" i="1">
              <a:latin typeface="Times New Roman" pitchFamily="18" charset="0"/>
            </a:endParaRPr>
          </a:p>
        </p:txBody>
      </p:sp>
      <p:grpSp>
        <p:nvGrpSpPr>
          <p:cNvPr id="7" name="Group 8">
            <a:extLst>
              <a:ext uri="{FF2B5EF4-FFF2-40B4-BE49-F238E27FC236}">
                <a16:creationId xmlns:a16="http://schemas.microsoft.com/office/drawing/2014/main" id="{DF8482D0-8E7A-5FC3-D689-0D849F7E93D9}"/>
              </a:ext>
            </a:extLst>
          </p:cNvPr>
          <p:cNvGrpSpPr>
            <a:grpSpLocks/>
          </p:cNvGrpSpPr>
          <p:nvPr/>
        </p:nvGrpSpPr>
        <p:grpSpPr bwMode="auto">
          <a:xfrm>
            <a:off x="9547627" y="3509963"/>
            <a:ext cx="654050" cy="382588"/>
            <a:chOff x="5098" y="1959"/>
            <a:chExt cx="412" cy="241"/>
          </a:xfrm>
        </p:grpSpPr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D3EDAF4C-B65D-9266-1EA8-CCE447B3C78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098" y="1959"/>
              <a:ext cx="209" cy="2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tIns="0" bIns="1080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pt-BR" i="1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9" name="Line 10">
              <a:extLst>
                <a:ext uri="{FF2B5EF4-FFF2-40B4-BE49-F238E27FC236}">
                  <a16:creationId xmlns:a16="http://schemas.microsoft.com/office/drawing/2014/main" id="{193B81C7-D6F6-B392-6A19-55F0CD08518C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264" y="2065"/>
              <a:ext cx="246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10" name="Text Box 11">
            <a:extLst>
              <a:ext uri="{FF2B5EF4-FFF2-40B4-BE49-F238E27FC236}">
                <a16:creationId xmlns:a16="http://schemas.microsoft.com/office/drawing/2014/main" id="{B65364C5-2194-2382-BA6F-620A1DE662F9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663015" y="3509963"/>
            <a:ext cx="3048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latin typeface="Times New Roman" pitchFamily="18" charset="0"/>
              </a:rPr>
              <a:t>0</a:t>
            </a:r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9A1C30B1-8D7B-848E-8C55-EAF8FAB07E65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5936065" y="1630364"/>
            <a:ext cx="0" cy="20558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403FB911-4C12-7DA1-1EC3-FF57B8D81C8B}"/>
              </a:ext>
            </a:extLst>
          </p:cNvPr>
          <p:cNvSpPr>
            <a:spLocks noChangeShapeType="1"/>
          </p:cNvSpPr>
          <p:nvPr/>
        </p:nvSpPr>
        <p:spPr bwMode="gray">
          <a:xfrm>
            <a:off x="5910666" y="2413001"/>
            <a:ext cx="1555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3" name="Freeform 14">
            <a:extLst>
              <a:ext uri="{FF2B5EF4-FFF2-40B4-BE49-F238E27FC236}">
                <a16:creationId xmlns:a16="http://schemas.microsoft.com/office/drawing/2014/main" id="{B6B912F3-4079-1D09-79CE-370863A76CE6}"/>
              </a:ext>
            </a:extLst>
          </p:cNvPr>
          <p:cNvSpPr>
            <a:spLocks/>
          </p:cNvSpPr>
          <p:nvPr/>
        </p:nvSpPr>
        <p:spPr bwMode="gray">
          <a:xfrm>
            <a:off x="4358090" y="2411413"/>
            <a:ext cx="3148012" cy="1036638"/>
          </a:xfrm>
          <a:custGeom>
            <a:avLst/>
            <a:gdLst/>
            <a:ahLst/>
            <a:cxnLst>
              <a:cxn ang="0">
                <a:pos x="0" y="552"/>
              </a:cxn>
              <a:cxn ang="0">
                <a:pos x="261" y="414"/>
              </a:cxn>
              <a:cxn ang="0">
                <a:pos x="726" y="0"/>
              </a:cxn>
              <a:cxn ang="0">
                <a:pos x="1194" y="417"/>
              </a:cxn>
              <a:cxn ang="0">
                <a:pos x="1452" y="552"/>
              </a:cxn>
            </a:cxnLst>
            <a:rect l="0" t="0" r="r" b="b"/>
            <a:pathLst>
              <a:path w="1452" h="552">
                <a:moveTo>
                  <a:pt x="0" y="552"/>
                </a:moveTo>
                <a:cubicBezTo>
                  <a:pt x="44" y="529"/>
                  <a:pt x="140" y="506"/>
                  <a:pt x="261" y="414"/>
                </a:cubicBezTo>
                <a:cubicBezTo>
                  <a:pt x="382" y="322"/>
                  <a:pt x="571" y="0"/>
                  <a:pt x="726" y="0"/>
                </a:cubicBezTo>
                <a:cubicBezTo>
                  <a:pt x="881" y="0"/>
                  <a:pt x="1073" y="325"/>
                  <a:pt x="1194" y="417"/>
                </a:cubicBezTo>
                <a:cubicBezTo>
                  <a:pt x="1315" y="509"/>
                  <a:pt x="1398" y="524"/>
                  <a:pt x="1452" y="552"/>
                </a:cubicBezTo>
              </a:path>
            </a:pathLst>
          </a:custGeom>
          <a:noFill/>
          <a:ln w="38100" cmpd="sng">
            <a:solidFill>
              <a:srgbClr val="FF0066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4" name="Freeform 15">
            <a:extLst>
              <a:ext uri="{FF2B5EF4-FFF2-40B4-BE49-F238E27FC236}">
                <a16:creationId xmlns:a16="http://schemas.microsoft.com/office/drawing/2014/main" id="{3F2650CE-3AA1-BBA4-F12F-65D12F579CC9}"/>
              </a:ext>
            </a:extLst>
          </p:cNvPr>
          <p:cNvSpPr>
            <a:spLocks/>
          </p:cNvSpPr>
          <p:nvPr/>
        </p:nvSpPr>
        <p:spPr bwMode="gray">
          <a:xfrm>
            <a:off x="6367865" y="2411413"/>
            <a:ext cx="3149600" cy="1036638"/>
          </a:xfrm>
          <a:custGeom>
            <a:avLst/>
            <a:gdLst/>
            <a:ahLst/>
            <a:cxnLst>
              <a:cxn ang="0">
                <a:pos x="0" y="552"/>
              </a:cxn>
              <a:cxn ang="0">
                <a:pos x="261" y="414"/>
              </a:cxn>
              <a:cxn ang="0">
                <a:pos x="726" y="0"/>
              </a:cxn>
              <a:cxn ang="0">
                <a:pos x="1194" y="417"/>
              </a:cxn>
              <a:cxn ang="0">
                <a:pos x="1452" y="552"/>
              </a:cxn>
            </a:cxnLst>
            <a:rect l="0" t="0" r="r" b="b"/>
            <a:pathLst>
              <a:path w="1452" h="552">
                <a:moveTo>
                  <a:pt x="0" y="552"/>
                </a:moveTo>
                <a:cubicBezTo>
                  <a:pt x="44" y="529"/>
                  <a:pt x="140" y="506"/>
                  <a:pt x="261" y="414"/>
                </a:cubicBezTo>
                <a:cubicBezTo>
                  <a:pt x="382" y="322"/>
                  <a:pt x="571" y="0"/>
                  <a:pt x="726" y="0"/>
                </a:cubicBezTo>
                <a:cubicBezTo>
                  <a:pt x="881" y="0"/>
                  <a:pt x="1073" y="325"/>
                  <a:pt x="1194" y="417"/>
                </a:cubicBezTo>
                <a:cubicBezTo>
                  <a:pt x="1315" y="509"/>
                  <a:pt x="1398" y="524"/>
                  <a:pt x="1452" y="552"/>
                </a:cubicBezTo>
              </a:path>
            </a:pathLst>
          </a:custGeom>
          <a:noFill/>
          <a:ln w="38100" cmpd="sng">
            <a:solidFill>
              <a:srgbClr val="FF0066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5" name="Freeform 16">
            <a:extLst>
              <a:ext uri="{FF2B5EF4-FFF2-40B4-BE49-F238E27FC236}">
                <a16:creationId xmlns:a16="http://schemas.microsoft.com/office/drawing/2014/main" id="{70CABD88-F2F3-85A5-7622-D5303106F861}"/>
              </a:ext>
            </a:extLst>
          </p:cNvPr>
          <p:cNvSpPr>
            <a:spLocks/>
          </p:cNvSpPr>
          <p:nvPr/>
        </p:nvSpPr>
        <p:spPr bwMode="gray">
          <a:xfrm>
            <a:off x="2340377" y="2411413"/>
            <a:ext cx="3149600" cy="1036638"/>
          </a:xfrm>
          <a:custGeom>
            <a:avLst/>
            <a:gdLst/>
            <a:ahLst/>
            <a:cxnLst>
              <a:cxn ang="0">
                <a:pos x="0" y="552"/>
              </a:cxn>
              <a:cxn ang="0">
                <a:pos x="261" y="414"/>
              </a:cxn>
              <a:cxn ang="0">
                <a:pos x="726" y="0"/>
              </a:cxn>
              <a:cxn ang="0">
                <a:pos x="1194" y="417"/>
              </a:cxn>
              <a:cxn ang="0">
                <a:pos x="1452" y="552"/>
              </a:cxn>
            </a:cxnLst>
            <a:rect l="0" t="0" r="r" b="b"/>
            <a:pathLst>
              <a:path w="1452" h="552">
                <a:moveTo>
                  <a:pt x="0" y="552"/>
                </a:moveTo>
                <a:cubicBezTo>
                  <a:pt x="44" y="529"/>
                  <a:pt x="140" y="506"/>
                  <a:pt x="261" y="414"/>
                </a:cubicBezTo>
                <a:cubicBezTo>
                  <a:pt x="382" y="322"/>
                  <a:pt x="571" y="0"/>
                  <a:pt x="726" y="0"/>
                </a:cubicBezTo>
                <a:cubicBezTo>
                  <a:pt x="881" y="0"/>
                  <a:pt x="1073" y="325"/>
                  <a:pt x="1194" y="417"/>
                </a:cubicBezTo>
                <a:cubicBezTo>
                  <a:pt x="1315" y="509"/>
                  <a:pt x="1398" y="524"/>
                  <a:pt x="1452" y="552"/>
                </a:cubicBezTo>
              </a:path>
            </a:pathLst>
          </a:custGeom>
          <a:noFill/>
          <a:ln w="38100" cmpd="sng">
            <a:solidFill>
              <a:srgbClr val="FF0066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E4B7889A-DEE1-3C12-E205-A8EF65BD5A56}"/>
              </a:ext>
            </a:extLst>
          </p:cNvPr>
          <p:cNvSpPr>
            <a:spLocks/>
          </p:cNvSpPr>
          <p:nvPr/>
        </p:nvSpPr>
        <p:spPr bwMode="gray">
          <a:xfrm>
            <a:off x="8409390" y="2408238"/>
            <a:ext cx="1790700" cy="1030288"/>
          </a:xfrm>
          <a:custGeom>
            <a:avLst/>
            <a:gdLst/>
            <a:ahLst/>
            <a:cxnLst>
              <a:cxn ang="0">
                <a:pos x="0" y="548"/>
              </a:cxn>
              <a:cxn ang="0">
                <a:pos x="66" y="520"/>
              </a:cxn>
              <a:cxn ang="0">
                <a:pos x="168" y="472"/>
              </a:cxn>
              <a:cxn ang="0">
                <a:pos x="266" y="410"/>
              </a:cxn>
              <a:cxn ang="0">
                <a:pos x="362" y="308"/>
              </a:cxn>
              <a:cxn ang="0">
                <a:pos x="446" y="208"/>
              </a:cxn>
              <a:cxn ang="0">
                <a:pos x="524" y="120"/>
              </a:cxn>
              <a:cxn ang="0">
                <a:pos x="604" y="46"/>
              </a:cxn>
              <a:cxn ang="0">
                <a:pos x="670" y="10"/>
              </a:cxn>
              <a:cxn ang="0">
                <a:pos x="720" y="0"/>
              </a:cxn>
              <a:cxn ang="0">
                <a:pos x="776" y="8"/>
              </a:cxn>
              <a:cxn ang="0">
                <a:pos x="826" y="40"/>
              </a:cxn>
            </a:cxnLst>
            <a:rect l="0" t="0" r="r" b="b"/>
            <a:pathLst>
              <a:path w="826" h="548">
                <a:moveTo>
                  <a:pt x="0" y="548"/>
                </a:moveTo>
                <a:cubicBezTo>
                  <a:pt x="19" y="540"/>
                  <a:pt x="38" y="533"/>
                  <a:pt x="66" y="520"/>
                </a:cubicBezTo>
                <a:cubicBezTo>
                  <a:pt x="94" y="507"/>
                  <a:pt x="135" y="490"/>
                  <a:pt x="168" y="472"/>
                </a:cubicBezTo>
                <a:cubicBezTo>
                  <a:pt x="201" y="454"/>
                  <a:pt x="234" y="437"/>
                  <a:pt x="266" y="410"/>
                </a:cubicBezTo>
                <a:cubicBezTo>
                  <a:pt x="298" y="383"/>
                  <a:pt x="332" y="342"/>
                  <a:pt x="362" y="308"/>
                </a:cubicBezTo>
                <a:cubicBezTo>
                  <a:pt x="392" y="274"/>
                  <a:pt x="419" y="239"/>
                  <a:pt x="446" y="208"/>
                </a:cubicBezTo>
                <a:cubicBezTo>
                  <a:pt x="473" y="177"/>
                  <a:pt x="498" y="147"/>
                  <a:pt x="524" y="120"/>
                </a:cubicBezTo>
                <a:cubicBezTo>
                  <a:pt x="550" y="93"/>
                  <a:pt x="580" y="64"/>
                  <a:pt x="604" y="46"/>
                </a:cubicBezTo>
                <a:cubicBezTo>
                  <a:pt x="628" y="28"/>
                  <a:pt x="651" y="18"/>
                  <a:pt x="670" y="10"/>
                </a:cubicBezTo>
                <a:cubicBezTo>
                  <a:pt x="689" y="2"/>
                  <a:pt x="702" y="0"/>
                  <a:pt x="720" y="0"/>
                </a:cubicBezTo>
                <a:cubicBezTo>
                  <a:pt x="738" y="0"/>
                  <a:pt x="758" y="1"/>
                  <a:pt x="776" y="8"/>
                </a:cubicBezTo>
                <a:cubicBezTo>
                  <a:pt x="794" y="15"/>
                  <a:pt x="819" y="35"/>
                  <a:pt x="826" y="40"/>
                </a:cubicBezTo>
              </a:path>
            </a:pathLst>
          </a:custGeom>
          <a:noFill/>
          <a:ln w="38100" cmpd="sng">
            <a:solidFill>
              <a:srgbClr val="FF0066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7" name="Freeform 18">
            <a:extLst>
              <a:ext uri="{FF2B5EF4-FFF2-40B4-BE49-F238E27FC236}">
                <a16:creationId xmlns:a16="http://schemas.microsoft.com/office/drawing/2014/main" id="{AF573220-BF80-5B8C-E100-E4B8EB31D11F}"/>
              </a:ext>
            </a:extLst>
          </p:cNvPr>
          <p:cNvSpPr>
            <a:spLocks/>
          </p:cNvSpPr>
          <p:nvPr/>
        </p:nvSpPr>
        <p:spPr bwMode="gray">
          <a:xfrm flipH="1">
            <a:off x="1714902" y="2420938"/>
            <a:ext cx="1790700" cy="1030288"/>
          </a:xfrm>
          <a:custGeom>
            <a:avLst/>
            <a:gdLst/>
            <a:ahLst/>
            <a:cxnLst>
              <a:cxn ang="0">
                <a:pos x="0" y="548"/>
              </a:cxn>
              <a:cxn ang="0">
                <a:pos x="66" y="520"/>
              </a:cxn>
              <a:cxn ang="0">
                <a:pos x="168" y="472"/>
              </a:cxn>
              <a:cxn ang="0">
                <a:pos x="266" y="410"/>
              </a:cxn>
              <a:cxn ang="0">
                <a:pos x="362" y="308"/>
              </a:cxn>
              <a:cxn ang="0">
                <a:pos x="446" y="208"/>
              </a:cxn>
              <a:cxn ang="0">
                <a:pos x="524" y="120"/>
              </a:cxn>
              <a:cxn ang="0">
                <a:pos x="604" y="46"/>
              </a:cxn>
              <a:cxn ang="0">
                <a:pos x="670" y="10"/>
              </a:cxn>
              <a:cxn ang="0">
                <a:pos x="720" y="0"/>
              </a:cxn>
              <a:cxn ang="0">
                <a:pos x="776" y="8"/>
              </a:cxn>
              <a:cxn ang="0">
                <a:pos x="826" y="40"/>
              </a:cxn>
            </a:cxnLst>
            <a:rect l="0" t="0" r="r" b="b"/>
            <a:pathLst>
              <a:path w="826" h="548">
                <a:moveTo>
                  <a:pt x="0" y="548"/>
                </a:moveTo>
                <a:cubicBezTo>
                  <a:pt x="19" y="540"/>
                  <a:pt x="38" y="533"/>
                  <a:pt x="66" y="520"/>
                </a:cubicBezTo>
                <a:cubicBezTo>
                  <a:pt x="94" y="507"/>
                  <a:pt x="135" y="490"/>
                  <a:pt x="168" y="472"/>
                </a:cubicBezTo>
                <a:cubicBezTo>
                  <a:pt x="201" y="454"/>
                  <a:pt x="234" y="437"/>
                  <a:pt x="266" y="410"/>
                </a:cubicBezTo>
                <a:cubicBezTo>
                  <a:pt x="298" y="383"/>
                  <a:pt x="332" y="342"/>
                  <a:pt x="362" y="308"/>
                </a:cubicBezTo>
                <a:cubicBezTo>
                  <a:pt x="392" y="274"/>
                  <a:pt x="419" y="239"/>
                  <a:pt x="446" y="208"/>
                </a:cubicBezTo>
                <a:cubicBezTo>
                  <a:pt x="473" y="177"/>
                  <a:pt x="498" y="147"/>
                  <a:pt x="524" y="120"/>
                </a:cubicBezTo>
                <a:cubicBezTo>
                  <a:pt x="550" y="93"/>
                  <a:pt x="580" y="64"/>
                  <a:pt x="604" y="46"/>
                </a:cubicBezTo>
                <a:cubicBezTo>
                  <a:pt x="628" y="28"/>
                  <a:pt x="651" y="18"/>
                  <a:pt x="670" y="10"/>
                </a:cubicBezTo>
                <a:cubicBezTo>
                  <a:pt x="689" y="2"/>
                  <a:pt x="702" y="0"/>
                  <a:pt x="720" y="0"/>
                </a:cubicBezTo>
                <a:cubicBezTo>
                  <a:pt x="738" y="0"/>
                  <a:pt x="758" y="1"/>
                  <a:pt x="776" y="8"/>
                </a:cubicBezTo>
                <a:cubicBezTo>
                  <a:pt x="794" y="15"/>
                  <a:pt x="819" y="35"/>
                  <a:pt x="826" y="40"/>
                </a:cubicBezTo>
              </a:path>
            </a:pathLst>
          </a:custGeom>
          <a:noFill/>
          <a:ln w="38100" cmpd="sng">
            <a:solidFill>
              <a:srgbClr val="FF0066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grpSp>
        <p:nvGrpSpPr>
          <p:cNvPr id="18" name="Group 82">
            <a:extLst>
              <a:ext uri="{FF2B5EF4-FFF2-40B4-BE49-F238E27FC236}">
                <a16:creationId xmlns:a16="http://schemas.microsoft.com/office/drawing/2014/main" id="{6FB78022-8115-DE9A-9A5F-321DBD7F159C}"/>
              </a:ext>
            </a:extLst>
          </p:cNvPr>
          <p:cNvGrpSpPr>
            <a:grpSpLocks/>
          </p:cNvGrpSpPr>
          <p:nvPr/>
        </p:nvGrpSpPr>
        <p:grpSpPr bwMode="auto">
          <a:xfrm>
            <a:off x="1706965" y="2406651"/>
            <a:ext cx="8488362" cy="550862"/>
            <a:chOff x="159" y="1063"/>
            <a:chExt cx="5347" cy="347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093B5403-B92C-EEBB-489D-55793021DB51}"/>
                </a:ext>
              </a:extLst>
            </p:cNvPr>
            <p:cNvSpPr>
              <a:spLocks/>
            </p:cNvSpPr>
            <p:nvPr/>
          </p:nvSpPr>
          <p:spPr bwMode="gray">
            <a:xfrm>
              <a:off x="3430" y="1066"/>
              <a:ext cx="1333" cy="341"/>
            </a:xfrm>
            <a:custGeom>
              <a:avLst/>
              <a:gdLst/>
              <a:ahLst/>
              <a:cxnLst>
                <a:cxn ang="0">
                  <a:pos x="0" y="281"/>
                </a:cxn>
                <a:cxn ang="0">
                  <a:pos x="54" y="279"/>
                </a:cxn>
                <a:cxn ang="0">
                  <a:pos x="178" y="225"/>
                </a:cxn>
                <a:cxn ang="0">
                  <a:pos x="350" y="59"/>
                </a:cxn>
                <a:cxn ang="0">
                  <a:pos x="484" y="0"/>
                </a:cxn>
                <a:cxn ang="0">
                  <a:pos x="610" y="59"/>
                </a:cxn>
                <a:cxn ang="0">
                  <a:pos x="790" y="229"/>
                </a:cxn>
                <a:cxn ang="0">
                  <a:pos x="908" y="273"/>
                </a:cxn>
                <a:cxn ang="0">
                  <a:pos x="976" y="281"/>
                </a:cxn>
              </a:cxnLst>
              <a:rect l="0" t="0" r="r" b="b"/>
              <a:pathLst>
                <a:path w="976" h="288">
                  <a:moveTo>
                    <a:pt x="0" y="281"/>
                  </a:moveTo>
                  <a:cubicBezTo>
                    <a:pt x="9" y="281"/>
                    <a:pt x="25" y="288"/>
                    <a:pt x="54" y="279"/>
                  </a:cubicBezTo>
                  <a:cubicBezTo>
                    <a:pt x="83" y="270"/>
                    <a:pt x="129" y="262"/>
                    <a:pt x="178" y="225"/>
                  </a:cubicBezTo>
                  <a:cubicBezTo>
                    <a:pt x="227" y="188"/>
                    <a:pt x="299" y="96"/>
                    <a:pt x="350" y="59"/>
                  </a:cubicBezTo>
                  <a:cubicBezTo>
                    <a:pt x="401" y="22"/>
                    <a:pt x="441" y="0"/>
                    <a:pt x="484" y="0"/>
                  </a:cubicBezTo>
                  <a:cubicBezTo>
                    <a:pt x="527" y="0"/>
                    <a:pt x="559" y="21"/>
                    <a:pt x="610" y="59"/>
                  </a:cubicBezTo>
                  <a:cubicBezTo>
                    <a:pt x="661" y="97"/>
                    <a:pt x="740" y="193"/>
                    <a:pt x="790" y="229"/>
                  </a:cubicBezTo>
                  <a:cubicBezTo>
                    <a:pt x="840" y="265"/>
                    <a:pt x="877" y="264"/>
                    <a:pt x="908" y="273"/>
                  </a:cubicBezTo>
                  <a:cubicBezTo>
                    <a:pt x="939" y="282"/>
                    <a:pt x="962" y="279"/>
                    <a:pt x="976" y="281"/>
                  </a:cubicBez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99E9E855-D2DC-B07C-6562-891AF6036E00}"/>
                </a:ext>
              </a:extLst>
            </p:cNvPr>
            <p:cNvSpPr>
              <a:spLocks/>
            </p:cNvSpPr>
            <p:nvPr/>
          </p:nvSpPr>
          <p:spPr bwMode="gray">
            <a:xfrm>
              <a:off x="4703" y="1063"/>
              <a:ext cx="803" cy="340"/>
            </a:xfrm>
            <a:custGeom>
              <a:avLst/>
              <a:gdLst/>
              <a:ahLst/>
              <a:cxnLst>
                <a:cxn ang="0">
                  <a:pos x="0" y="279"/>
                </a:cxn>
                <a:cxn ang="0">
                  <a:pos x="44" y="283"/>
                </a:cxn>
                <a:cxn ang="0">
                  <a:pos x="128" y="255"/>
                </a:cxn>
                <a:cxn ang="0">
                  <a:pos x="206" y="203"/>
                </a:cxn>
                <a:cxn ang="0">
                  <a:pos x="280" y="125"/>
                </a:cxn>
                <a:cxn ang="0">
                  <a:pos x="334" y="71"/>
                </a:cxn>
                <a:cxn ang="0">
                  <a:pos x="392" y="31"/>
                </a:cxn>
                <a:cxn ang="0">
                  <a:pos x="444" y="5"/>
                </a:cxn>
                <a:cxn ang="0">
                  <a:pos x="498" y="1"/>
                </a:cxn>
                <a:cxn ang="0">
                  <a:pos x="542" y="13"/>
                </a:cxn>
                <a:cxn ang="0">
                  <a:pos x="588" y="43"/>
                </a:cxn>
              </a:cxnLst>
              <a:rect l="0" t="0" r="r" b="b"/>
              <a:pathLst>
                <a:path w="588" h="287">
                  <a:moveTo>
                    <a:pt x="0" y="279"/>
                  </a:moveTo>
                  <a:cubicBezTo>
                    <a:pt x="11" y="283"/>
                    <a:pt x="23" y="287"/>
                    <a:pt x="44" y="283"/>
                  </a:cubicBezTo>
                  <a:cubicBezTo>
                    <a:pt x="65" y="279"/>
                    <a:pt x="101" y="268"/>
                    <a:pt x="128" y="255"/>
                  </a:cubicBezTo>
                  <a:cubicBezTo>
                    <a:pt x="155" y="242"/>
                    <a:pt x="181" y="225"/>
                    <a:pt x="206" y="203"/>
                  </a:cubicBezTo>
                  <a:cubicBezTo>
                    <a:pt x="231" y="181"/>
                    <a:pt x="259" y="147"/>
                    <a:pt x="280" y="125"/>
                  </a:cubicBezTo>
                  <a:cubicBezTo>
                    <a:pt x="301" y="103"/>
                    <a:pt x="315" y="87"/>
                    <a:pt x="334" y="71"/>
                  </a:cubicBezTo>
                  <a:cubicBezTo>
                    <a:pt x="353" y="55"/>
                    <a:pt x="374" y="42"/>
                    <a:pt x="392" y="31"/>
                  </a:cubicBezTo>
                  <a:cubicBezTo>
                    <a:pt x="410" y="20"/>
                    <a:pt x="426" y="10"/>
                    <a:pt x="444" y="5"/>
                  </a:cubicBezTo>
                  <a:cubicBezTo>
                    <a:pt x="462" y="0"/>
                    <a:pt x="482" y="0"/>
                    <a:pt x="498" y="1"/>
                  </a:cubicBezTo>
                  <a:cubicBezTo>
                    <a:pt x="514" y="2"/>
                    <a:pt x="527" y="6"/>
                    <a:pt x="542" y="13"/>
                  </a:cubicBezTo>
                  <a:cubicBezTo>
                    <a:pt x="557" y="20"/>
                    <a:pt x="581" y="38"/>
                    <a:pt x="588" y="43"/>
                  </a:cubicBez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137AD723-16C0-2AB3-8AF2-D4715A522CE5}"/>
                </a:ext>
              </a:extLst>
            </p:cNvPr>
            <p:cNvSpPr>
              <a:spLocks/>
            </p:cNvSpPr>
            <p:nvPr/>
          </p:nvSpPr>
          <p:spPr bwMode="gray">
            <a:xfrm>
              <a:off x="2162" y="1066"/>
              <a:ext cx="1333" cy="341"/>
            </a:xfrm>
            <a:custGeom>
              <a:avLst/>
              <a:gdLst/>
              <a:ahLst/>
              <a:cxnLst>
                <a:cxn ang="0">
                  <a:pos x="0" y="281"/>
                </a:cxn>
                <a:cxn ang="0">
                  <a:pos x="54" y="279"/>
                </a:cxn>
                <a:cxn ang="0">
                  <a:pos x="178" y="225"/>
                </a:cxn>
                <a:cxn ang="0">
                  <a:pos x="350" y="59"/>
                </a:cxn>
                <a:cxn ang="0">
                  <a:pos x="484" y="0"/>
                </a:cxn>
                <a:cxn ang="0">
                  <a:pos x="610" y="59"/>
                </a:cxn>
                <a:cxn ang="0">
                  <a:pos x="790" y="229"/>
                </a:cxn>
                <a:cxn ang="0">
                  <a:pos x="908" y="273"/>
                </a:cxn>
                <a:cxn ang="0">
                  <a:pos x="976" y="281"/>
                </a:cxn>
              </a:cxnLst>
              <a:rect l="0" t="0" r="r" b="b"/>
              <a:pathLst>
                <a:path w="976" h="288">
                  <a:moveTo>
                    <a:pt x="0" y="281"/>
                  </a:moveTo>
                  <a:cubicBezTo>
                    <a:pt x="9" y="281"/>
                    <a:pt x="25" y="288"/>
                    <a:pt x="54" y="279"/>
                  </a:cubicBezTo>
                  <a:cubicBezTo>
                    <a:pt x="83" y="270"/>
                    <a:pt x="129" y="262"/>
                    <a:pt x="178" y="225"/>
                  </a:cubicBezTo>
                  <a:cubicBezTo>
                    <a:pt x="227" y="188"/>
                    <a:pt x="299" y="96"/>
                    <a:pt x="350" y="59"/>
                  </a:cubicBezTo>
                  <a:cubicBezTo>
                    <a:pt x="401" y="22"/>
                    <a:pt x="441" y="0"/>
                    <a:pt x="484" y="0"/>
                  </a:cubicBezTo>
                  <a:cubicBezTo>
                    <a:pt x="527" y="0"/>
                    <a:pt x="559" y="21"/>
                    <a:pt x="610" y="59"/>
                  </a:cubicBezTo>
                  <a:cubicBezTo>
                    <a:pt x="661" y="97"/>
                    <a:pt x="740" y="193"/>
                    <a:pt x="790" y="229"/>
                  </a:cubicBezTo>
                  <a:cubicBezTo>
                    <a:pt x="840" y="265"/>
                    <a:pt x="877" y="264"/>
                    <a:pt x="908" y="273"/>
                  </a:cubicBezTo>
                  <a:cubicBezTo>
                    <a:pt x="939" y="282"/>
                    <a:pt x="962" y="279"/>
                    <a:pt x="976" y="281"/>
                  </a:cubicBez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A2B589D5-A145-33BC-36AB-C94AA03C3E41}"/>
                </a:ext>
              </a:extLst>
            </p:cNvPr>
            <p:cNvSpPr>
              <a:spLocks/>
            </p:cNvSpPr>
            <p:nvPr/>
          </p:nvSpPr>
          <p:spPr bwMode="gray">
            <a:xfrm>
              <a:off x="892" y="1068"/>
              <a:ext cx="1333" cy="341"/>
            </a:xfrm>
            <a:custGeom>
              <a:avLst/>
              <a:gdLst/>
              <a:ahLst/>
              <a:cxnLst>
                <a:cxn ang="0">
                  <a:pos x="0" y="281"/>
                </a:cxn>
                <a:cxn ang="0">
                  <a:pos x="54" y="279"/>
                </a:cxn>
                <a:cxn ang="0">
                  <a:pos x="178" y="225"/>
                </a:cxn>
                <a:cxn ang="0">
                  <a:pos x="350" y="59"/>
                </a:cxn>
                <a:cxn ang="0">
                  <a:pos x="484" y="0"/>
                </a:cxn>
                <a:cxn ang="0">
                  <a:pos x="610" y="59"/>
                </a:cxn>
                <a:cxn ang="0">
                  <a:pos x="790" y="229"/>
                </a:cxn>
                <a:cxn ang="0">
                  <a:pos x="908" y="273"/>
                </a:cxn>
                <a:cxn ang="0">
                  <a:pos x="976" y="281"/>
                </a:cxn>
              </a:cxnLst>
              <a:rect l="0" t="0" r="r" b="b"/>
              <a:pathLst>
                <a:path w="976" h="288">
                  <a:moveTo>
                    <a:pt x="0" y="281"/>
                  </a:moveTo>
                  <a:cubicBezTo>
                    <a:pt x="9" y="281"/>
                    <a:pt x="25" y="288"/>
                    <a:pt x="54" y="279"/>
                  </a:cubicBezTo>
                  <a:cubicBezTo>
                    <a:pt x="83" y="270"/>
                    <a:pt x="129" y="262"/>
                    <a:pt x="178" y="225"/>
                  </a:cubicBezTo>
                  <a:cubicBezTo>
                    <a:pt x="227" y="188"/>
                    <a:pt x="299" y="96"/>
                    <a:pt x="350" y="59"/>
                  </a:cubicBezTo>
                  <a:cubicBezTo>
                    <a:pt x="401" y="22"/>
                    <a:pt x="441" y="0"/>
                    <a:pt x="484" y="0"/>
                  </a:cubicBezTo>
                  <a:cubicBezTo>
                    <a:pt x="527" y="0"/>
                    <a:pt x="559" y="21"/>
                    <a:pt x="610" y="59"/>
                  </a:cubicBezTo>
                  <a:cubicBezTo>
                    <a:pt x="661" y="97"/>
                    <a:pt x="740" y="193"/>
                    <a:pt x="790" y="229"/>
                  </a:cubicBezTo>
                  <a:cubicBezTo>
                    <a:pt x="840" y="265"/>
                    <a:pt x="877" y="264"/>
                    <a:pt x="908" y="273"/>
                  </a:cubicBezTo>
                  <a:cubicBezTo>
                    <a:pt x="939" y="282"/>
                    <a:pt x="962" y="279"/>
                    <a:pt x="976" y="281"/>
                  </a:cubicBez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4490ADB9-0951-9A1A-B5C0-4810A74D9F65}"/>
                </a:ext>
              </a:extLst>
            </p:cNvPr>
            <p:cNvSpPr>
              <a:spLocks/>
            </p:cNvSpPr>
            <p:nvPr/>
          </p:nvSpPr>
          <p:spPr bwMode="gray">
            <a:xfrm flipH="1">
              <a:off x="159" y="1070"/>
              <a:ext cx="804" cy="340"/>
            </a:xfrm>
            <a:custGeom>
              <a:avLst/>
              <a:gdLst/>
              <a:ahLst/>
              <a:cxnLst>
                <a:cxn ang="0">
                  <a:pos x="0" y="279"/>
                </a:cxn>
                <a:cxn ang="0">
                  <a:pos x="44" y="283"/>
                </a:cxn>
                <a:cxn ang="0">
                  <a:pos x="128" y="255"/>
                </a:cxn>
                <a:cxn ang="0">
                  <a:pos x="206" y="203"/>
                </a:cxn>
                <a:cxn ang="0">
                  <a:pos x="280" y="125"/>
                </a:cxn>
                <a:cxn ang="0">
                  <a:pos x="334" y="71"/>
                </a:cxn>
                <a:cxn ang="0">
                  <a:pos x="392" y="31"/>
                </a:cxn>
                <a:cxn ang="0">
                  <a:pos x="444" y="5"/>
                </a:cxn>
                <a:cxn ang="0">
                  <a:pos x="498" y="1"/>
                </a:cxn>
                <a:cxn ang="0">
                  <a:pos x="542" y="13"/>
                </a:cxn>
                <a:cxn ang="0">
                  <a:pos x="588" y="43"/>
                </a:cxn>
              </a:cxnLst>
              <a:rect l="0" t="0" r="r" b="b"/>
              <a:pathLst>
                <a:path w="588" h="287">
                  <a:moveTo>
                    <a:pt x="0" y="279"/>
                  </a:moveTo>
                  <a:cubicBezTo>
                    <a:pt x="11" y="283"/>
                    <a:pt x="23" y="287"/>
                    <a:pt x="44" y="283"/>
                  </a:cubicBezTo>
                  <a:cubicBezTo>
                    <a:pt x="65" y="279"/>
                    <a:pt x="101" y="268"/>
                    <a:pt x="128" y="255"/>
                  </a:cubicBezTo>
                  <a:cubicBezTo>
                    <a:pt x="155" y="242"/>
                    <a:pt x="181" y="225"/>
                    <a:pt x="206" y="203"/>
                  </a:cubicBezTo>
                  <a:cubicBezTo>
                    <a:pt x="231" y="181"/>
                    <a:pt x="259" y="147"/>
                    <a:pt x="280" y="125"/>
                  </a:cubicBezTo>
                  <a:cubicBezTo>
                    <a:pt x="301" y="103"/>
                    <a:pt x="315" y="87"/>
                    <a:pt x="334" y="71"/>
                  </a:cubicBezTo>
                  <a:cubicBezTo>
                    <a:pt x="353" y="55"/>
                    <a:pt x="374" y="42"/>
                    <a:pt x="392" y="31"/>
                  </a:cubicBezTo>
                  <a:cubicBezTo>
                    <a:pt x="410" y="20"/>
                    <a:pt x="426" y="10"/>
                    <a:pt x="444" y="5"/>
                  </a:cubicBezTo>
                  <a:cubicBezTo>
                    <a:pt x="462" y="0"/>
                    <a:pt x="482" y="0"/>
                    <a:pt x="498" y="1"/>
                  </a:cubicBezTo>
                  <a:cubicBezTo>
                    <a:pt x="514" y="2"/>
                    <a:pt x="527" y="6"/>
                    <a:pt x="542" y="13"/>
                  </a:cubicBezTo>
                  <a:cubicBezTo>
                    <a:pt x="557" y="20"/>
                    <a:pt x="581" y="38"/>
                    <a:pt x="588" y="43"/>
                  </a:cubicBez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4" name="Line 24">
            <a:extLst>
              <a:ext uri="{FF2B5EF4-FFF2-40B4-BE49-F238E27FC236}">
                <a16:creationId xmlns:a16="http://schemas.microsoft.com/office/drawing/2014/main" id="{D28E7DB3-3035-1361-F47A-D12944943B76}"/>
              </a:ext>
            </a:extLst>
          </p:cNvPr>
          <p:cNvSpPr>
            <a:spLocks noChangeShapeType="1"/>
          </p:cNvSpPr>
          <p:nvPr/>
        </p:nvSpPr>
        <p:spPr bwMode="gray">
          <a:xfrm flipH="1" flipV="1">
            <a:off x="7488640" y="3362327"/>
            <a:ext cx="0" cy="984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5" name="Text Box 25">
            <a:extLst>
              <a:ext uri="{FF2B5EF4-FFF2-40B4-BE49-F238E27FC236}">
                <a16:creationId xmlns:a16="http://schemas.microsoft.com/office/drawing/2014/main" id="{D246EB1C-BE13-7011-729F-232F7466375D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7267977" y="3509963"/>
            <a:ext cx="4191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i="1">
                <a:latin typeface="Times New Roman" pitchFamily="18" charset="0"/>
              </a:rPr>
              <a:t>B</a:t>
            </a:r>
          </a:p>
        </p:txBody>
      </p:sp>
      <p:sp>
        <p:nvSpPr>
          <p:cNvPr id="26" name="Line 26">
            <a:extLst>
              <a:ext uri="{FF2B5EF4-FFF2-40B4-BE49-F238E27FC236}">
                <a16:creationId xmlns:a16="http://schemas.microsoft.com/office/drawing/2014/main" id="{16CD7A76-6F62-804C-B249-F0DCD019EDB6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7950602" y="2373313"/>
            <a:ext cx="0" cy="104775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27" name="Line 27">
            <a:extLst>
              <a:ext uri="{FF2B5EF4-FFF2-40B4-BE49-F238E27FC236}">
                <a16:creationId xmlns:a16="http://schemas.microsoft.com/office/drawing/2014/main" id="{D044657F-E76C-D344-41FC-383B464AAD33}"/>
              </a:ext>
            </a:extLst>
          </p:cNvPr>
          <p:cNvSpPr>
            <a:spLocks noChangeShapeType="1"/>
          </p:cNvSpPr>
          <p:nvPr/>
        </p:nvSpPr>
        <p:spPr bwMode="gray">
          <a:xfrm flipH="1" flipV="1">
            <a:off x="7950602" y="3362327"/>
            <a:ext cx="0" cy="984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8" name="Text Box 28">
            <a:extLst>
              <a:ext uri="{FF2B5EF4-FFF2-40B4-BE49-F238E27FC236}">
                <a16:creationId xmlns:a16="http://schemas.microsoft.com/office/drawing/2014/main" id="{EE1A4343-E6AA-D3C8-509B-07CBDFF5FF28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7710890" y="3509963"/>
            <a:ext cx="4826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i="1">
                <a:latin typeface="Times New Roman" pitchFamily="18" charset="0"/>
              </a:rPr>
              <a:t>f</a:t>
            </a:r>
            <a:r>
              <a:rPr lang="pt-BR" i="1" baseline="-25000">
                <a:latin typeface="Times New Roman" pitchFamily="18" charset="0"/>
              </a:rPr>
              <a:t>s</a:t>
            </a:r>
            <a:endParaRPr lang="pt-BR" i="1">
              <a:latin typeface="Times New Roman" pitchFamily="18" charset="0"/>
            </a:endParaRPr>
          </a:p>
        </p:txBody>
      </p:sp>
      <p:grpSp>
        <p:nvGrpSpPr>
          <p:cNvPr id="29" name="Group 29">
            <a:extLst>
              <a:ext uri="{FF2B5EF4-FFF2-40B4-BE49-F238E27FC236}">
                <a16:creationId xmlns:a16="http://schemas.microsoft.com/office/drawing/2014/main" id="{85DC49ED-77F3-D44F-B89E-AAF1CC9F0056}"/>
              </a:ext>
            </a:extLst>
          </p:cNvPr>
          <p:cNvGrpSpPr>
            <a:grpSpLocks/>
          </p:cNvGrpSpPr>
          <p:nvPr/>
        </p:nvGrpSpPr>
        <p:grpSpPr bwMode="auto">
          <a:xfrm>
            <a:off x="6758391" y="3471864"/>
            <a:ext cx="357187" cy="631825"/>
            <a:chOff x="3297" y="1951"/>
            <a:chExt cx="225" cy="398"/>
          </a:xfrm>
        </p:grpSpPr>
        <p:sp>
          <p:nvSpPr>
            <p:cNvPr id="30" name="Text Box 30">
              <a:extLst>
                <a:ext uri="{FF2B5EF4-FFF2-40B4-BE49-F238E27FC236}">
                  <a16:creationId xmlns:a16="http://schemas.microsoft.com/office/drawing/2014/main" id="{9E9132E4-2151-14F7-DD31-62D5834ED50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297" y="1951"/>
              <a:ext cx="225" cy="3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tIns="0" bIns="0">
              <a:spAutoFit/>
            </a:bodyPr>
            <a:lstStyle/>
            <a:p>
              <a:pPr>
                <a:lnSpc>
                  <a:spcPct val="115000"/>
                </a:lnSpc>
                <a:spcBef>
                  <a:spcPct val="50000"/>
                </a:spcBef>
              </a:pPr>
              <a:r>
                <a:rPr lang="pt-BR" i="1">
                  <a:latin typeface="Times New Roman" pitchFamily="18" charset="0"/>
                </a:rPr>
                <a:t>f</a:t>
              </a:r>
              <a:r>
                <a:rPr lang="pt-BR" i="1" baseline="-25000">
                  <a:latin typeface="Times New Roman" pitchFamily="18" charset="0"/>
                </a:rPr>
                <a:t>s</a:t>
              </a:r>
              <a:r>
                <a:rPr lang="pt-BR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1" name="Line 31">
              <a:extLst>
                <a:ext uri="{FF2B5EF4-FFF2-40B4-BE49-F238E27FC236}">
                  <a16:creationId xmlns:a16="http://schemas.microsoft.com/office/drawing/2014/main" id="{7F57D7E4-FA4F-2DF4-B822-DCB58E12229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3320" y="2184"/>
              <a:ext cx="15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2" name="Line 32">
            <a:extLst>
              <a:ext uri="{FF2B5EF4-FFF2-40B4-BE49-F238E27FC236}">
                <a16:creationId xmlns:a16="http://schemas.microsoft.com/office/drawing/2014/main" id="{BB2FF310-1FDF-7A3A-D2D6-878420679D54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3899302" y="2360613"/>
            <a:ext cx="0" cy="104775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33" name="Line 33">
            <a:extLst>
              <a:ext uri="{FF2B5EF4-FFF2-40B4-BE49-F238E27FC236}">
                <a16:creationId xmlns:a16="http://schemas.microsoft.com/office/drawing/2014/main" id="{0CBCA865-8A7D-A149-1EE5-5D8F487D4391}"/>
              </a:ext>
            </a:extLst>
          </p:cNvPr>
          <p:cNvSpPr>
            <a:spLocks noChangeShapeType="1"/>
          </p:cNvSpPr>
          <p:nvPr/>
        </p:nvSpPr>
        <p:spPr bwMode="gray">
          <a:xfrm flipH="1" flipV="1">
            <a:off x="3899302" y="3349627"/>
            <a:ext cx="0" cy="984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4" name="Text Box 34">
            <a:extLst>
              <a:ext uri="{FF2B5EF4-FFF2-40B4-BE49-F238E27FC236}">
                <a16:creationId xmlns:a16="http://schemas.microsoft.com/office/drawing/2014/main" id="{83C374B5-26AA-5D8A-7D6E-E01057D1043E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621490" y="3509963"/>
            <a:ext cx="4826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i="1">
                <a:latin typeface="Times New Roman" pitchFamily="18" charset="0"/>
              </a:rPr>
              <a:t>-</a:t>
            </a:r>
            <a:r>
              <a:rPr lang="pt-BR" i="1" baseline="-25000">
                <a:latin typeface="Times New Roman" pitchFamily="18" charset="0"/>
              </a:rPr>
              <a:t> </a:t>
            </a:r>
            <a:r>
              <a:rPr lang="pt-BR" i="1">
                <a:latin typeface="Times New Roman" pitchFamily="18" charset="0"/>
              </a:rPr>
              <a:t>f</a:t>
            </a:r>
            <a:r>
              <a:rPr lang="pt-BR" i="1" baseline="-25000">
                <a:latin typeface="Times New Roman" pitchFamily="18" charset="0"/>
              </a:rPr>
              <a:t>s</a:t>
            </a:r>
            <a:endParaRPr lang="pt-BR" i="1">
              <a:latin typeface="Times New Roman" pitchFamily="18" charset="0"/>
            </a:endParaRPr>
          </a:p>
        </p:txBody>
      </p:sp>
      <p:sp>
        <p:nvSpPr>
          <p:cNvPr id="35" name="Line 35">
            <a:extLst>
              <a:ext uri="{FF2B5EF4-FFF2-40B4-BE49-F238E27FC236}">
                <a16:creationId xmlns:a16="http://schemas.microsoft.com/office/drawing/2014/main" id="{DCC3F42B-06C9-1EA3-AF82-18AA3111A27C}"/>
              </a:ext>
            </a:extLst>
          </p:cNvPr>
          <p:cNvSpPr>
            <a:spLocks noChangeShapeType="1"/>
          </p:cNvSpPr>
          <p:nvPr/>
        </p:nvSpPr>
        <p:spPr bwMode="gray">
          <a:xfrm flipH="1" flipV="1">
            <a:off x="4354915" y="3346452"/>
            <a:ext cx="0" cy="968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6" name="Text Box 36">
            <a:extLst>
              <a:ext uri="{FF2B5EF4-FFF2-40B4-BE49-F238E27FC236}">
                <a16:creationId xmlns:a16="http://schemas.microsoft.com/office/drawing/2014/main" id="{F9A58EC2-73BE-4F1B-36EC-5EE74CF68E13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4119966" y="3509963"/>
            <a:ext cx="43973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 i="1">
                <a:latin typeface="Times New Roman" pitchFamily="18" charset="0"/>
              </a:rPr>
              <a:t>-B</a:t>
            </a:r>
          </a:p>
        </p:txBody>
      </p:sp>
      <p:grpSp>
        <p:nvGrpSpPr>
          <p:cNvPr id="37" name="Group 37">
            <a:extLst>
              <a:ext uri="{FF2B5EF4-FFF2-40B4-BE49-F238E27FC236}">
                <a16:creationId xmlns:a16="http://schemas.microsoft.com/office/drawing/2014/main" id="{212764D0-943C-8611-772B-6377BE43EFCF}"/>
              </a:ext>
            </a:extLst>
          </p:cNvPr>
          <p:cNvGrpSpPr>
            <a:grpSpLocks/>
          </p:cNvGrpSpPr>
          <p:nvPr/>
        </p:nvGrpSpPr>
        <p:grpSpPr bwMode="auto">
          <a:xfrm>
            <a:off x="4637491" y="3471864"/>
            <a:ext cx="509587" cy="631825"/>
            <a:chOff x="2005" y="1959"/>
            <a:chExt cx="321" cy="398"/>
          </a:xfrm>
        </p:grpSpPr>
        <p:sp>
          <p:nvSpPr>
            <p:cNvPr id="38" name="Text Box 38">
              <a:extLst>
                <a:ext uri="{FF2B5EF4-FFF2-40B4-BE49-F238E27FC236}">
                  <a16:creationId xmlns:a16="http://schemas.microsoft.com/office/drawing/2014/main" id="{CDC7B0E9-3C50-1C50-634B-8BF952604263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005" y="1959"/>
              <a:ext cx="321" cy="3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tIns="0" bIns="0">
              <a:spAutoFit/>
            </a:bodyPr>
            <a:lstStyle/>
            <a:p>
              <a:pPr>
                <a:lnSpc>
                  <a:spcPct val="115000"/>
                </a:lnSpc>
                <a:spcBef>
                  <a:spcPct val="50000"/>
                </a:spcBef>
              </a:pPr>
              <a:r>
                <a:rPr lang="pt-BR" i="1">
                  <a:latin typeface="Times New Roman" pitchFamily="18" charset="0"/>
                </a:rPr>
                <a:t>-</a:t>
              </a:r>
              <a:r>
                <a:rPr lang="pt-BR" i="1" baseline="-25000">
                  <a:latin typeface="Times New Roman" pitchFamily="18" charset="0"/>
                </a:rPr>
                <a:t> </a:t>
              </a:r>
              <a:r>
                <a:rPr lang="pt-BR" i="1">
                  <a:latin typeface="Times New Roman" pitchFamily="18" charset="0"/>
                </a:rPr>
                <a:t>f</a:t>
              </a:r>
              <a:r>
                <a:rPr lang="pt-BR" i="1" baseline="-25000">
                  <a:latin typeface="Times New Roman" pitchFamily="18" charset="0"/>
                </a:rPr>
                <a:t>s </a:t>
              </a:r>
              <a:r>
                <a:rPr lang="pt-BR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9" name="Line 39">
              <a:extLst>
                <a:ext uri="{FF2B5EF4-FFF2-40B4-BE49-F238E27FC236}">
                  <a16:creationId xmlns:a16="http://schemas.microsoft.com/office/drawing/2014/main" id="{4EF6DF5D-0104-C6EC-DC3F-108536C7CD5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084" y="2192"/>
              <a:ext cx="15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0" name="Line 40">
            <a:extLst>
              <a:ext uri="{FF2B5EF4-FFF2-40B4-BE49-F238E27FC236}">
                <a16:creationId xmlns:a16="http://schemas.microsoft.com/office/drawing/2014/main" id="{B10845D8-481D-A602-4811-63BFD419061F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1699028" y="3441702"/>
            <a:ext cx="8501063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41" name="Text Box 41">
            <a:extLst>
              <a:ext uri="{FF2B5EF4-FFF2-40B4-BE49-F238E27FC236}">
                <a16:creationId xmlns:a16="http://schemas.microsoft.com/office/drawing/2014/main" id="{A69D608B-98D0-AC07-9A75-A648FF985F6E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6931428" y="1485901"/>
            <a:ext cx="13620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/>
              <a:t>Filtro PB interpolador</a:t>
            </a:r>
          </a:p>
        </p:txBody>
      </p:sp>
      <p:sp>
        <p:nvSpPr>
          <p:cNvPr id="42" name="Line 42">
            <a:extLst>
              <a:ext uri="{FF2B5EF4-FFF2-40B4-BE49-F238E27FC236}">
                <a16:creationId xmlns:a16="http://schemas.microsoft.com/office/drawing/2014/main" id="{8911B1AD-FB72-13A8-1E7A-4002CB3EB4DD}"/>
              </a:ext>
            </a:extLst>
          </p:cNvPr>
          <p:cNvSpPr>
            <a:spLocks noChangeShapeType="1"/>
          </p:cNvSpPr>
          <p:nvPr/>
        </p:nvSpPr>
        <p:spPr bwMode="gray">
          <a:xfrm flipH="1">
            <a:off x="6617103" y="1866901"/>
            <a:ext cx="390525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pt-BR"/>
          </a:p>
        </p:txBody>
      </p:sp>
      <p:grpSp>
        <p:nvGrpSpPr>
          <p:cNvPr id="43" name="Group 84">
            <a:extLst>
              <a:ext uri="{FF2B5EF4-FFF2-40B4-BE49-F238E27FC236}">
                <a16:creationId xmlns:a16="http://schemas.microsoft.com/office/drawing/2014/main" id="{12D038EF-7760-0166-F184-F8FEBF934195}"/>
              </a:ext>
            </a:extLst>
          </p:cNvPr>
          <p:cNvGrpSpPr>
            <a:grpSpLocks/>
          </p:cNvGrpSpPr>
          <p:nvPr/>
        </p:nvGrpSpPr>
        <p:grpSpPr bwMode="auto">
          <a:xfrm>
            <a:off x="1706965" y="4349751"/>
            <a:ext cx="8502650" cy="2201862"/>
            <a:chOff x="159" y="2443"/>
            <a:chExt cx="5356" cy="1387"/>
          </a:xfrm>
        </p:grpSpPr>
        <p:sp>
          <p:nvSpPr>
            <p:cNvPr id="44" name="Freeform 72">
              <a:extLst>
                <a:ext uri="{FF2B5EF4-FFF2-40B4-BE49-F238E27FC236}">
                  <a16:creationId xmlns:a16="http://schemas.microsoft.com/office/drawing/2014/main" id="{746F6F16-3E2F-ECAC-E6B3-76EE73A01D67}"/>
                </a:ext>
              </a:extLst>
            </p:cNvPr>
            <p:cNvSpPr>
              <a:spLocks/>
            </p:cNvSpPr>
            <p:nvPr/>
          </p:nvSpPr>
          <p:spPr bwMode="gray">
            <a:xfrm>
              <a:off x="2182" y="2761"/>
              <a:ext cx="1286" cy="653"/>
            </a:xfrm>
            <a:custGeom>
              <a:avLst/>
              <a:gdLst/>
              <a:ahLst/>
              <a:cxnLst>
                <a:cxn ang="0">
                  <a:pos x="5" y="653"/>
                </a:cxn>
                <a:cxn ang="0">
                  <a:pos x="5" y="393"/>
                </a:cxn>
                <a:cxn ang="0">
                  <a:pos x="9" y="335"/>
                </a:cxn>
                <a:cxn ang="0">
                  <a:pos x="59" y="330"/>
                </a:cxn>
                <a:cxn ang="0">
                  <a:pos x="228" y="266"/>
                </a:cxn>
                <a:cxn ang="0">
                  <a:pos x="463" y="70"/>
                </a:cxn>
                <a:cxn ang="0">
                  <a:pos x="646" y="0"/>
                </a:cxn>
                <a:cxn ang="0">
                  <a:pos x="818" y="70"/>
                </a:cxn>
                <a:cxn ang="0">
                  <a:pos x="1064" y="271"/>
                </a:cxn>
                <a:cxn ang="0">
                  <a:pos x="1223" y="327"/>
                </a:cxn>
                <a:cxn ang="0">
                  <a:pos x="1277" y="337"/>
                </a:cxn>
                <a:cxn ang="0">
                  <a:pos x="1279" y="381"/>
                </a:cxn>
                <a:cxn ang="0">
                  <a:pos x="1279" y="649"/>
                </a:cxn>
              </a:cxnLst>
              <a:rect l="0" t="0" r="r" b="b"/>
              <a:pathLst>
                <a:path w="1286" h="653">
                  <a:moveTo>
                    <a:pt x="5" y="653"/>
                  </a:moveTo>
                  <a:cubicBezTo>
                    <a:pt x="5" y="610"/>
                    <a:pt x="4" y="446"/>
                    <a:pt x="5" y="393"/>
                  </a:cubicBezTo>
                  <a:cubicBezTo>
                    <a:pt x="6" y="340"/>
                    <a:pt x="0" y="345"/>
                    <a:pt x="9" y="335"/>
                  </a:cubicBezTo>
                  <a:cubicBezTo>
                    <a:pt x="18" y="325"/>
                    <a:pt x="23" y="341"/>
                    <a:pt x="59" y="330"/>
                  </a:cubicBezTo>
                  <a:cubicBezTo>
                    <a:pt x="95" y="319"/>
                    <a:pt x="161" y="310"/>
                    <a:pt x="228" y="266"/>
                  </a:cubicBezTo>
                  <a:cubicBezTo>
                    <a:pt x="295" y="223"/>
                    <a:pt x="393" y="114"/>
                    <a:pt x="463" y="70"/>
                  </a:cubicBezTo>
                  <a:cubicBezTo>
                    <a:pt x="533" y="26"/>
                    <a:pt x="587" y="0"/>
                    <a:pt x="646" y="0"/>
                  </a:cubicBezTo>
                  <a:cubicBezTo>
                    <a:pt x="705" y="0"/>
                    <a:pt x="748" y="25"/>
                    <a:pt x="818" y="70"/>
                  </a:cubicBezTo>
                  <a:cubicBezTo>
                    <a:pt x="888" y="115"/>
                    <a:pt x="997" y="228"/>
                    <a:pt x="1064" y="271"/>
                  </a:cubicBezTo>
                  <a:cubicBezTo>
                    <a:pt x="1131" y="314"/>
                    <a:pt x="1188" y="316"/>
                    <a:pt x="1223" y="327"/>
                  </a:cubicBezTo>
                  <a:cubicBezTo>
                    <a:pt x="1258" y="338"/>
                    <a:pt x="1268" y="328"/>
                    <a:pt x="1277" y="337"/>
                  </a:cubicBezTo>
                  <a:cubicBezTo>
                    <a:pt x="1286" y="346"/>
                    <a:pt x="1279" y="329"/>
                    <a:pt x="1279" y="381"/>
                  </a:cubicBezTo>
                  <a:cubicBezTo>
                    <a:pt x="1279" y="433"/>
                    <a:pt x="1279" y="593"/>
                    <a:pt x="1279" y="649"/>
                  </a:cubicBezTo>
                </a:path>
              </a:pathLst>
            </a:custGeom>
            <a:solidFill>
              <a:srgbClr val="CCECFF"/>
            </a:solidFill>
            <a:ln w="38100" cmpd="sng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C81F0E2C-628C-E4D8-E3B5-648A6290D34E}"/>
                </a:ext>
              </a:extLst>
            </p:cNvPr>
            <p:cNvSpPr>
              <a:spLocks/>
            </p:cNvSpPr>
            <p:nvPr/>
          </p:nvSpPr>
          <p:spPr bwMode="gray">
            <a:xfrm>
              <a:off x="3459" y="3259"/>
              <a:ext cx="350" cy="15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0" y="0"/>
                </a:cxn>
                <a:cxn ang="0">
                  <a:pos x="36" y="22"/>
                </a:cxn>
                <a:cxn ang="0">
                  <a:pos x="82" y="48"/>
                </a:cxn>
                <a:cxn ang="0">
                  <a:pos x="140" y="80"/>
                </a:cxn>
                <a:cxn ang="0">
                  <a:pos x="206" y="106"/>
                </a:cxn>
                <a:cxn ang="0">
                  <a:pos x="262" y="124"/>
                </a:cxn>
                <a:cxn ang="0">
                  <a:pos x="316" y="142"/>
                </a:cxn>
                <a:cxn ang="0">
                  <a:pos x="350" y="156"/>
                </a:cxn>
                <a:cxn ang="0">
                  <a:pos x="0" y="156"/>
                </a:cxn>
              </a:cxnLst>
              <a:rect l="0" t="0" r="r" b="b"/>
              <a:pathLst>
                <a:path w="350" h="156">
                  <a:moveTo>
                    <a:pt x="0" y="156"/>
                  </a:moveTo>
                  <a:lnTo>
                    <a:pt x="0" y="0"/>
                  </a:lnTo>
                  <a:lnTo>
                    <a:pt x="36" y="22"/>
                  </a:lnTo>
                  <a:lnTo>
                    <a:pt x="82" y="48"/>
                  </a:lnTo>
                  <a:lnTo>
                    <a:pt x="140" y="80"/>
                  </a:lnTo>
                  <a:lnTo>
                    <a:pt x="206" y="106"/>
                  </a:lnTo>
                  <a:lnTo>
                    <a:pt x="262" y="124"/>
                  </a:lnTo>
                  <a:lnTo>
                    <a:pt x="316" y="142"/>
                  </a:lnTo>
                  <a:lnTo>
                    <a:pt x="350" y="156"/>
                  </a:lnTo>
                  <a:lnTo>
                    <a:pt x="0" y="156"/>
                  </a:lnTo>
                  <a:close/>
                </a:path>
              </a:pathLst>
            </a:custGeom>
            <a:solidFill>
              <a:srgbClr val="FFCC66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Line 46">
              <a:extLst>
                <a:ext uri="{FF2B5EF4-FFF2-40B4-BE49-F238E27FC236}">
                  <a16:creationId xmlns:a16="http://schemas.microsoft.com/office/drawing/2014/main" id="{38DE488C-94AE-2D3A-95D5-A0F9D68BB9A9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3462" y="3363"/>
              <a:ext cx="0" cy="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7" name="Line 47">
              <a:extLst>
                <a:ext uri="{FF2B5EF4-FFF2-40B4-BE49-F238E27FC236}">
                  <a16:creationId xmlns:a16="http://schemas.microsoft.com/office/drawing/2014/main" id="{864DE089-8EA1-357A-25B4-DDF4AC1229BB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2188" y="3361"/>
              <a:ext cx="0" cy="6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8" name="Text Box 48">
              <a:extLst>
                <a:ext uri="{FF2B5EF4-FFF2-40B4-BE49-F238E27FC236}">
                  <a16:creationId xmlns:a16="http://schemas.microsoft.com/office/drawing/2014/main" id="{F389861C-59BE-81CA-7967-00BC652FB369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410" y="2443"/>
              <a:ext cx="48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tIns="0" bIns="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pt-BR" i="1">
                  <a:latin typeface="Times New Roman" pitchFamily="18" charset="0"/>
                </a:rPr>
                <a:t>Y</a:t>
              </a:r>
              <a:r>
                <a:rPr lang="pt-BR">
                  <a:latin typeface="Times New Roman" pitchFamily="18" charset="0"/>
                </a:rPr>
                <a:t>(</a:t>
              </a:r>
              <a:r>
                <a:rPr lang="pt-BR" i="1">
                  <a:latin typeface="Times New Roman" pitchFamily="18" charset="0"/>
                </a:rPr>
                <a:t> f </a:t>
              </a:r>
              <a:r>
                <a:rPr lang="pt-BR">
                  <a:latin typeface="Times New Roman" pitchFamily="18" charset="0"/>
                </a:rPr>
                <a:t>)</a:t>
              </a:r>
              <a:endParaRPr lang="pt-BR" i="1">
                <a:latin typeface="Times New Roman" pitchFamily="18" charset="0"/>
              </a:endParaRPr>
            </a:p>
          </p:txBody>
        </p:sp>
        <p:grpSp>
          <p:nvGrpSpPr>
            <p:cNvPr id="49" name="Group 49">
              <a:extLst>
                <a:ext uri="{FF2B5EF4-FFF2-40B4-BE49-F238E27FC236}">
                  <a16:creationId xmlns:a16="http://schemas.microsoft.com/office/drawing/2014/main" id="{DDEAA5E5-DDDE-C378-0BC6-922A707E51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03" y="3456"/>
              <a:ext cx="412" cy="241"/>
              <a:chOff x="5098" y="1959"/>
              <a:chExt cx="412" cy="241"/>
            </a:xfrm>
          </p:grpSpPr>
          <p:sp>
            <p:nvSpPr>
              <p:cNvPr id="80" name="Text Box 50">
                <a:extLst>
                  <a:ext uri="{FF2B5EF4-FFF2-40B4-BE49-F238E27FC236}">
                    <a16:creationId xmlns:a16="http://schemas.microsoft.com/office/drawing/2014/main" id="{AE0F51C9-FC74-2C07-CE63-A4473ECCE45E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5098" y="1959"/>
                <a:ext cx="209" cy="2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tIns="0" bIns="108000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pt-BR" i="1">
                    <a:latin typeface="Times New Roman" pitchFamily="18" charset="0"/>
                  </a:rPr>
                  <a:t>f</a:t>
                </a:r>
              </a:p>
            </p:txBody>
          </p:sp>
          <p:sp>
            <p:nvSpPr>
              <p:cNvPr id="81" name="Line 51">
                <a:extLst>
                  <a:ext uri="{FF2B5EF4-FFF2-40B4-BE49-F238E27FC236}">
                    <a16:creationId xmlns:a16="http://schemas.microsoft.com/office/drawing/2014/main" id="{0C70AE56-6618-6F34-9836-36D804BB6538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5264" y="2065"/>
                <a:ext cx="246" cy="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sm" len="med"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50" name="Text Box 52">
              <a:extLst>
                <a:ext uri="{FF2B5EF4-FFF2-40B4-BE49-F238E27FC236}">
                  <a16:creationId xmlns:a16="http://schemas.microsoft.com/office/drawing/2014/main" id="{9DEE7BAD-B011-551E-42FA-133D0FFF9F7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656" y="3456"/>
              <a:ext cx="19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t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51" name="Line 53">
              <a:extLst>
                <a:ext uri="{FF2B5EF4-FFF2-40B4-BE49-F238E27FC236}">
                  <a16:creationId xmlns:a16="http://schemas.microsoft.com/office/drawing/2014/main" id="{D7F7883E-6AEF-0CF1-5C38-8F7EBB355A8A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828" y="2472"/>
              <a:ext cx="0" cy="109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2" name="Line 54">
              <a:extLst>
                <a:ext uri="{FF2B5EF4-FFF2-40B4-BE49-F238E27FC236}">
                  <a16:creationId xmlns:a16="http://schemas.microsoft.com/office/drawing/2014/main" id="{A7303CF4-2448-0692-F80C-4195810026C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812" y="2765"/>
              <a:ext cx="9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53" name="Line 56">
              <a:extLst>
                <a:ext uri="{FF2B5EF4-FFF2-40B4-BE49-F238E27FC236}">
                  <a16:creationId xmlns:a16="http://schemas.microsoft.com/office/drawing/2014/main" id="{2C34423C-4B36-4ACD-3905-917B0531FDD6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3806" y="3363"/>
              <a:ext cx="0" cy="6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4" name="Text Box 57">
              <a:extLst>
                <a:ext uri="{FF2B5EF4-FFF2-40B4-BE49-F238E27FC236}">
                  <a16:creationId xmlns:a16="http://schemas.microsoft.com/office/drawing/2014/main" id="{8B294604-7103-A398-7BE6-60D69A69D04D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667" y="3456"/>
              <a:ext cx="26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t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i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55" name="Line 58">
              <a:extLst>
                <a:ext uri="{FF2B5EF4-FFF2-40B4-BE49-F238E27FC236}">
                  <a16:creationId xmlns:a16="http://schemas.microsoft.com/office/drawing/2014/main" id="{33DBAEFC-8711-ACBF-4E8C-3C6C7BD64686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4097" y="3363"/>
              <a:ext cx="0" cy="6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6" name="Text Box 59">
              <a:extLst>
                <a:ext uri="{FF2B5EF4-FFF2-40B4-BE49-F238E27FC236}">
                  <a16:creationId xmlns:a16="http://schemas.microsoft.com/office/drawing/2014/main" id="{05937EA0-C442-B4B2-9164-B684417BFDD2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946" y="3456"/>
              <a:ext cx="30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t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i="1">
                  <a:latin typeface="Times New Roman" pitchFamily="18" charset="0"/>
                </a:rPr>
                <a:t>f</a:t>
              </a:r>
              <a:r>
                <a:rPr lang="pt-BR" i="1" baseline="-25000">
                  <a:latin typeface="Times New Roman" pitchFamily="18" charset="0"/>
                </a:rPr>
                <a:t>s</a:t>
              </a:r>
              <a:endParaRPr lang="pt-BR" i="1">
                <a:latin typeface="Times New Roman" pitchFamily="18" charset="0"/>
              </a:endParaRPr>
            </a:p>
          </p:txBody>
        </p:sp>
        <p:grpSp>
          <p:nvGrpSpPr>
            <p:cNvPr id="57" name="Group 60">
              <a:extLst>
                <a:ext uri="{FF2B5EF4-FFF2-40B4-BE49-F238E27FC236}">
                  <a16:creationId xmlns:a16="http://schemas.microsoft.com/office/drawing/2014/main" id="{97E29EEB-8552-6443-6EAE-2373AD1D43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6" y="3432"/>
              <a:ext cx="225" cy="398"/>
              <a:chOff x="3297" y="1951"/>
              <a:chExt cx="225" cy="398"/>
            </a:xfrm>
          </p:grpSpPr>
          <p:sp>
            <p:nvSpPr>
              <p:cNvPr id="78" name="Text Box 61">
                <a:extLst>
                  <a:ext uri="{FF2B5EF4-FFF2-40B4-BE49-F238E27FC236}">
                    <a16:creationId xmlns:a16="http://schemas.microsoft.com/office/drawing/2014/main" id="{89F22ECB-CB5D-8972-51D6-9323D8D6CD42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3297" y="1951"/>
                <a:ext cx="225" cy="3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tIns="0" bIns="0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ct val="50000"/>
                  </a:spcBef>
                </a:pPr>
                <a:r>
                  <a:rPr lang="pt-BR" i="1">
                    <a:latin typeface="Times New Roman" pitchFamily="18" charset="0"/>
                  </a:rPr>
                  <a:t>f</a:t>
                </a:r>
                <a:r>
                  <a:rPr lang="pt-BR" i="1" baseline="-25000">
                    <a:latin typeface="Times New Roman" pitchFamily="18" charset="0"/>
                  </a:rPr>
                  <a:t>s</a:t>
                </a:r>
                <a:r>
                  <a:rPr lang="pt-BR"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79" name="Line 62">
                <a:extLst>
                  <a:ext uri="{FF2B5EF4-FFF2-40B4-BE49-F238E27FC236}">
                    <a16:creationId xmlns:a16="http://schemas.microsoft.com/office/drawing/2014/main" id="{84D4760C-83B5-122D-EF17-1B119032029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3320" y="2184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58" name="Line 63">
              <a:extLst>
                <a:ext uri="{FF2B5EF4-FFF2-40B4-BE49-F238E27FC236}">
                  <a16:creationId xmlns:a16="http://schemas.microsoft.com/office/drawing/2014/main" id="{E6C70A45-734D-C457-05B2-F5EFBCA8C30D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1545" y="3355"/>
              <a:ext cx="0" cy="6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9" name="Text Box 64">
              <a:extLst>
                <a:ext uri="{FF2B5EF4-FFF2-40B4-BE49-F238E27FC236}">
                  <a16:creationId xmlns:a16="http://schemas.microsoft.com/office/drawing/2014/main" id="{457E7D85-9081-3293-4CFF-B3482550A65D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370" y="3456"/>
              <a:ext cx="30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t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i="1">
                  <a:latin typeface="Times New Roman" pitchFamily="18" charset="0"/>
                </a:rPr>
                <a:t>-</a:t>
              </a:r>
              <a:r>
                <a:rPr lang="pt-BR" i="1" baseline="-25000">
                  <a:latin typeface="Times New Roman" pitchFamily="18" charset="0"/>
                </a:rPr>
                <a:t> </a:t>
              </a:r>
              <a:r>
                <a:rPr lang="pt-BR" i="1">
                  <a:latin typeface="Times New Roman" pitchFamily="18" charset="0"/>
                </a:rPr>
                <a:t>f</a:t>
              </a:r>
              <a:r>
                <a:rPr lang="pt-BR" i="1" baseline="-25000">
                  <a:latin typeface="Times New Roman" pitchFamily="18" charset="0"/>
                </a:rPr>
                <a:t>s</a:t>
              </a:r>
              <a:endParaRPr lang="pt-BR" i="1">
                <a:latin typeface="Times New Roman" pitchFamily="18" charset="0"/>
              </a:endParaRPr>
            </a:p>
          </p:txBody>
        </p:sp>
        <p:sp>
          <p:nvSpPr>
            <p:cNvPr id="60" name="Line 65">
              <a:extLst>
                <a:ext uri="{FF2B5EF4-FFF2-40B4-BE49-F238E27FC236}">
                  <a16:creationId xmlns:a16="http://schemas.microsoft.com/office/drawing/2014/main" id="{9FEAF720-BCFD-BBAF-E84D-1FDB8B6DC0F4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1832" y="3353"/>
              <a:ext cx="0" cy="61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61" name="Text Box 66">
              <a:extLst>
                <a:ext uri="{FF2B5EF4-FFF2-40B4-BE49-F238E27FC236}">
                  <a16:creationId xmlns:a16="http://schemas.microsoft.com/office/drawing/2014/main" id="{FCFF876E-6104-1727-3951-0CBFFFFB96E7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84" y="3456"/>
              <a:ext cx="277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tIns="0" bIns="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pt-BR" i="1">
                  <a:latin typeface="Times New Roman" pitchFamily="18" charset="0"/>
                </a:rPr>
                <a:t>-B</a:t>
              </a:r>
            </a:p>
          </p:txBody>
        </p:sp>
        <p:grpSp>
          <p:nvGrpSpPr>
            <p:cNvPr id="62" name="Group 67">
              <a:extLst>
                <a:ext uri="{FF2B5EF4-FFF2-40B4-BE49-F238E27FC236}">
                  <a16:creationId xmlns:a16="http://schemas.microsoft.com/office/drawing/2014/main" id="{00A40FD2-0A6A-2C83-166C-0FA8D6FC5D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0" y="3432"/>
              <a:ext cx="321" cy="398"/>
              <a:chOff x="2005" y="1959"/>
              <a:chExt cx="321" cy="398"/>
            </a:xfrm>
          </p:grpSpPr>
          <p:sp>
            <p:nvSpPr>
              <p:cNvPr id="76" name="Text Box 68">
                <a:extLst>
                  <a:ext uri="{FF2B5EF4-FFF2-40B4-BE49-F238E27FC236}">
                    <a16:creationId xmlns:a16="http://schemas.microsoft.com/office/drawing/2014/main" id="{49204229-E0EB-B77C-E190-407D2E785AF5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2005" y="1959"/>
                <a:ext cx="321" cy="3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tIns="0" bIns="0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ct val="50000"/>
                  </a:spcBef>
                </a:pPr>
                <a:r>
                  <a:rPr lang="pt-BR" i="1">
                    <a:latin typeface="Times New Roman" pitchFamily="18" charset="0"/>
                  </a:rPr>
                  <a:t>-</a:t>
                </a:r>
                <a:r>
                  <a:rPr lang="pt-BR" i="1" baseline="-25000">
                    <a:latin typeface="Times New Roman" pitchFamily="18" charset="0"/>
                  </a:rPr>
                  <a:t> </a:t>
                </a:r>
                <a:r>
                  <a:rPr lang="pt-BR" i="1">
                    <a:latin typeface="Times New Roman" pitchFamily="18" charset="0"/>
                  </a:rPr>
                  <a:t>f</a:t>
                </a:r>
                <a:r>
                  <a:rPr lang="pt-BR" i="1" baseline="-25000">
                    <a:latin typeface="Times New Roman" pitchFamily="18" charset="0"/>
                  </a:rPr>
                  <a:t>s </a:t>
                </a:r>
                <a:r>
                  <a:rPr lang="pt-BR"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77" name="Line 69">
                <a:extLst>
                  <a:ext uri="{FF2B5EF4-FFF2-40B4-BE49-F238E27FC236}">
                    <a16:creationId xmlns:a16="http://schemas.microsoft.com/office/drawing/2014/main" id="{784B0673-012B-BA32-0AC4-E32DDFDA15D8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084" y="2192"/>
                <a:ext cx="158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63" name="Freeform 70">
              <a:extLst>
                <a:ext uri="{FF2B5EF4-FFF2-40B4-BE49-F238E27FC236}">
                  <a16:creationId xmlns:a16="http://schemas.microsoft.com/office/drawing/2014/main" id="{C62BDF72-04F6-3E3F-B53C-C42E056D50F3}"/>
                </a:ext>
              </a:extLst>
            </p:cNvPr>
            <p:cNvSpPr>
              <a:spLocks/>
            </p:cNvSpPr>
            <p:nvPr/>
          </p:nvSpPr>
          <p:spPr bwMode="gray">
            <a:xfrm flipH="1">
              <a:off x="3107" y="3260"/>
              <a:ext cx="350" cy="15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0" y="0"/>
                </a:cxn>
                <a:cxn ang="0">
                  <a:pos x="36" y="22"/>
                </a:cxn>
                <a:cxn ang="0">
                  <a:pos x="82" y="48"/>
                </a:cxn>
                <a:cxn ang="0">
                  <a:pos x="140" y="80"/>
                </a:cxn>
                <a:cxn ang="0">
                  <a:pos x="206" y="106"/>
                </a:cxn>
                <a:cxn ang="0">
                  <a:pos x="262" y="124"/>
                </a:cxn>
                <a:cxn ang="0">
                  <a:pos x="316" y="142"/>
                </a:cxn>
                <a:cxn ang="0">
                  <a:pos x="350" y="156"/>
                </a:cxn>
                <a:cxn ang="0">
                  <a:pos x="0" y="156"/>
                </a:cxn>
              </a:cxnLst>
              <a:rect l="0" t="0" r="r" b="b"/>
              <a:pathLst>
                <a:path w="350" h="156">
                  <a:moveTo>
                    <a:pt x="0" y="156"/>
                  </a:moveTo>
                  <a:lnTo>
                    <a:pt x="0" y="0"/>
                  </a:lnTo>
                  <a:lnTo>
                    <a:pt x="36" y="22"/>
                  </a:lnTo>
                  <a:lnTo>
                    <a:pt x="82" y="48"/>
                  </a:lnTo>
                  <a:lnTo>
                    <a:pt x="140" y="80"/>
                  </a:lnTo>
                  <a:lnTo>
                    <a:pt x="206" y="106"/>
                  </a:lnTo>
                  <a:lnTo>
                    <a:pt x="262" y="124"/>
                  </a:lnTo>
                  <a:lnTo>
                    <a:pt x="316" y="142"/>
                  </a:lnTo>
                  <a:lnTo>
                    <a:pt x="350" y="156"/>
                  </a:lnTo>
                  <a:lnTo>
                    <a:pt x="0" y="156"/>
                  </a:lnTo>
                  <a:close/>
                </a:path>
              </a:pathLst>
            </a:custGeom>
            <a:solidFill>
              <a:srgbClr val="CCFF99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64" name="Freeform 71">
              <a:extLst>
                <a:ext uri="{FF2B5EF4-FFF2-40B4-BE49-F238E27FC236}">
                  <a16:creationId xmlns:a16="http://schemas.microsoft.com/office/drawing/2014/main" id="{D8C0BC14-D2E1-5478-95C3-A45E1642BB95}"/>
                </a:ext>
              </a:extLst>
            </p:cNvPr>
            <p:cNvSpPr>
              <a:spLocks/>
            </p:cNvSpPr>
            <p:nvPr/>
          </p:nvSpPr>
          <p:spPr bwMode="gray">
            <a:xfrm flipH="1">
              <a:off x="3108" y="3260"/>
              <a:ext cx="349" cy="15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6" y="39"/>
                </a:cxn>
                <a:cxn ang="0">
                  <a:pos x="168" y="88"/>
                </a:cxn>
                <a:cxn ang="0">
                  <a:pos x="349" y="156"/>
                </a:cxn>
              </a:cxnLst>
              <a:rect l="0" t="0" r="r" b="b"/>
              <a:pathLst>
                <a:path w="349" h="156">
                  <a:moveTo>
                    <a:pt x="0" y="0"/>
                  </a:moveTo>
                  <a:cubicBezTo>
                    <a:pt x="19" y="12"/>
                    <a:pt x="38" y="24"/>
                    <a:pt x="66" y="39"/>
                  </a:cubicBezTo>
                  <a:cubicBezTo>
                    <a:pt x="94" y="54"/>
                    <a:pt x="121" y="68"/>
                    <a:pt x="168" y="88"/>
                  </a:cubicBezTo>
                  <a:cubicBezTo>
                    <a:pt x="215" y="108"/>
                    <a:pt x="282" y="132"/>
                    <a:pt x="349" y="156"/>
                  </a:cubicBezTo>
                </a:path>
              </a:pathLst>
            </a:custGeom>
            <a:noFill/>
            <a:ln w="19050" cmpd="sng">
              <a:solidFill>
                <a:srgbClr val="FF0066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65" name="Line 73">
              <a:extLst>
                <a:ext uri="{FF2B5EF4-FFF2-40B4-BE49-F238E27FC236}">
                  <a16:creationId xmlns:a16="http://schemas.microsoft.com/office/drawing/2014/main" id="{F5A8FCAB-7553-EAE3-4FAE-1FDAE6490633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59" y="3413"/>
              <a:ext cx="5355" cy="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66" name="Line 74">
              <a:extLst>
                <a:ext uri="{FF2B5EF4-FFF2-40B4-BE49-F238E27FC236}">
                  <a16:creationId xmlns:a16="http://schemas.microsoft.com/office/drawing/2014/main" id="{5A36B96F-81CC-ED80-6FB9-B01857B2018A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3453" y="3417"/>
              <a:ext cx="2037" cy="3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67" name="Line 75">
              <a:extLst>
                <a:ext uri="{FF2B5EF4-FFF2-40B4-BE49-F238E27FC236}">
                  <a16:creationId xmlns:a16="http://schemas.microsoft.com/office/drawing/2014/main" id="{1F9D569B-8759-C0E9-25B0-E88A5AEB0349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2" y="3417"/>
              <a:ext cx="2037" cy="3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68" name="Text Box 76">
              <a:extLst>
                <a:ext uri="{FF2B5EF4-FFF2-40B4-BE49-F238E27FC236}">
                  <a16:creationId xmlns:a16="http://schemas.microsoft.com/office/drawing/2014/main" id="{F6578E5C-0420-48CF-DC44-A2B16014A523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767" y="3037"/>
              <a:ext cx="90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pt-BR"/>
                <a:t>Faixa perdida</a:t>
              </a:r>
            </a:p>
          </p:txBody>
        </p:sp>
        <p:sp>
          <p:nvSpPr>
            <p:cNvPr id="69" name="Text Box 77">
              <a:extLst>
                <a:ext uri="{FF2B5EF4-FFF2-40B4-BE49-F238E27FC236}">
                  <a16:creationId xmlns:a16="http://schemas.microsoft.com/office/drawing/2014/main" id="{4FB2698F-9D59-C379-45BD-F532C5752FB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219" y="2600"/>
              <a:ext cx="904" cy="3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pt-BR"/>
                <a:t>Faixa perdida rebatida</a:t>
              </a:r>
            </a:p>
          </p:txBody>
        </p:sp>
        <p:sp>
          <p:nvSpPr>
            <p:cNvPr id="70" name="Line 78">
              <a:extLst>
                <a:ext uri="{FF2B5EF4-FFF2-40B4-BE49-F238E27FC236}">
                  <a16:creationId xmlns:a16="http://schemas.microsoft.com/office/drawing/2014/main" id="{BFD6A6A7-FD31-DCE7-A941-C58408B93FC3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543" y="3171"/>
              <a:ext cx="252" cy="19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71" name="Text Box 80">
              <a:extLst>
                <a:ext uri="{FF2B5EF4-FFF2-40B4-BE49-F238E27FC236}">
                  <a16:creationId xmlns:a16="http://schemas.microsoft.com/office/drawing/2014/main" id="{723FBEEE-E4CC-B6AB-7F7B-5C7561C7D6BA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035" y="2588"/>
              <a:ext cx="1026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dirty="0"/>
                <a:t>Espectro original, </a:t>
              </a:r>
              <a:r>
                <a:rPr lang="pt-BR" i="1" dirty="0">
                  <a:latin typeface="Times New Roman" pitchFamily="18" charset="0"/>
                </a:rPr>
                <a:t>X</a:t>
              </a:r>
              <a:r>
                <a:rPr lang="pt-BR" dirty="0">
                  <a:latin typeface="Times New Roman" pitchFamily="18" charset="0"/>
                </a:rPr>
                <a:t>(</a:t>
              </a:r>
              <a:r>
                <a:rPr lang="pt-BR" baseline="-25000" dirty="0">
                  <a:latin typeface="Times New Roman" pitchFamily="18" charset="0"/>
                </a:rPr>
                <a:t> </a:t>
              </a:r>
              <a:r>
                <a:rPr lang="pt-BR" i="1" dirty="0">
                  <a:latin typeface="Times New Roman" pitchFamily="18" charset="0"/>
                </a:rPr>
                <a:t>f</a:t>
              </a:r>
              <a:r>
                <a:rPr lang="pt-BR" i="1" baseline="-25000" dirty="0">
                  <a:latin typeface="Times New Roman" pitchFamily="18" charset="0"/>
                </a:rPr>
                <a:t>  </a:t>
              </a:r>
              <a:r>
                <a:rPr lang="pt-BR" dirty="0">
                  <a:latin typeface="Times New Roman" pitchFamily="18" charset="0"/>
                </a:rPr>
                <a:t>)</a:t>
              </a:r>
              <a:endParaRPr lang="pt-BR" dirty="0"/>
            </a:p>
          </p:txBody>
        </p:sp>
        <p:sp>
          <p:nvSpPr>
            <p:cNvPr id="72" name="Line 81">
              <a:extLst>
                <a:ext uri="{FF2B5EF4-FFF2-40B4-BE49-F238E27FC236}">
                  <a16:creationId xmlns:a16="http://schemas.microsoft.com/office/drawing/2014/main" id="{EA6E8E32-A715-FF09-B3E5-761149471F6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770" y="2991"/>
              <a:ext cx="333" cy="30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stealth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73" name="Line 83">
              <a:extLst>
                <a:ext uri="{FF2B5EF4-FFF2-40B4-BE49-F238E27FC236}">
                  <a16:creationId xmlns:a16="http://schemas.microsoft.com/office/drawing/2014/main" id="{B63830F5-8B16-5701-9B6B-9CDF518D9439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3460" y="3152"/>
              <a:ext cx="0" cy="25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4" name="Freeform 55">
              <a:extLst>
                <a:ext uri="{FF2B5EF4-FFF2-40B4-BE49-F238E27FC236}">
                  <a16:creationId xmlns:a16="http://schemas.microsoft.com/office/drawing/2014/main" id="{C00434D7-1901-841D-A31B-70F911DDACA5}"/>
                </a:ext>
              </a:extLst>
            </p:cNvPr>
            <p:cNvSpPr>
              <a:spLocks/>
            </p:cNvSpPr>
            <p:nvPr/>
          </p:nvSpPr>
          <p:spPr bwMode="gray">
            <a:xfrm>
              <a:off x="1834" y="2764"/>
              <a:ext cx="1983" cy="653"/>
            </a:xfrm>
            <a:custGeom>
              <a:avLst/>
              <a:gdLst/>
              <a:ahLst/>
              <a:cxnLst>
                <a:cxn ang="0">
                  <a:pos x="0" y="552"/>
                </a:cxn>
                <a:cxn ang="0">
                  <a:pos x="261" y="414"/>
                </a:cxn>
                <a:cxn ang="0">
                  <a:pos x="726" y="0"/>
                </a:cxn>
                <a:cxn ang="0">
                  <a:pos x="1194" y="417"/>
                </a:cxn>
                <a:cxn ang="0">
                  <a:pos x="1452" y="552"/>
                </a:cxn>
              </a:cxnLst>
              <a:rect l="0" t="0" r="r" b="b"/>
              <a:pathLst>
                <a:path w="1452" h="552">
                  <a:moveTo>
                    <a:pt x="0" y="552"/>
                  </a:moveTo>
                  <a:cubicBezTo>
                    <a:pt x="44" y="529"/>
                    <a:pt x="140" y="506"/>
                    <a:pt x="261" y="414"/>
                  </a:cubicBezTo>
                  <a:cubicBezTo>
                    <a:pt x="382" y="322"/>
                    <a:pt x="571" y="0"/>
                    <a:pt x="726" y="0"/>
                  </a:cubicBezTo>
                  <a:cubicBezTo>
                    <a:pt x="881" y="0"/>
                    <a:pt x="1073" y="325"/>
                    <a:pt x="1194" y="417"/>
                  </a:cubicBezTo>
                  <a:cubicBezTo>
                    <a:pt x="1315" y="509"/>
                    <a:pt x="1398" y="524"/>
                    <a:pt x="1452" y="552"/>
                  </a:cubicBezTo>
                </a:path>
              </a:pathLst>
            </a:custGeom>
            <a:noFill/>
            <a:ln w="19050" cap="flat" cmpd="sng">
              <a:solidFill>
                <a:srgbClr val="FF0066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75" name="Line 79">
              <a:extLst>
                <a:ext uri="{FF2B5EF4-FFF2-40B4-BE49-F238E27FC236}">
                  <a16:creationId xmlns:a16="http://schemas.microsoft.com/office/drawing/2014/main" id="{A50776BD-F4C7-3AF3-6949-0FCC87EF56AB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393" y="2982"/>
              <a:ext cx="192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2" name="Text Box 85">
            <a:extLst>
              <a:ext uri="{FF2B5EF4-FFF2-40B4-BE49-F238E27FC236}">
                <a16:creationId xmlns:a16="http://schemas.microsoft.com/office/drawing/2014/main" id="{9E783C34-1ADF-B859-D17B-FCACEDFA1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903" y="1014413"/>
            <a:ext cx="2447925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/>
              <a:t>Espectro de um sinal amostrado a uma taxa </a:t>
            </a:r>
            <a:r>
              <a:rPr lang="pt-BR" i="1">
                <a:latin typeface="Times New Roman" pitchFamily="18" charset="0"/>
              </a:rPr>
              <a:t>f</a:t>
            </a:r>
            <a:r>
              <a:rPr lang="pt-BR" i="1" baseline="-25000">
                <a:latin typeface="Times New Roman" pitchFamily="18" charset="0"/>
              </a:rPr>
              <a:t>s </a:t>
            </a:r>
            <a:r>
              <a:rPr lang="pt-BR">
                <a:latin typeface="Times New Roman" pitchFamily="18" charset="0"/>
              </a:rPr>
              <a:t>&lt; 2</a:t>
            </a:r>
            <a:r>
              <a:rPr lang="pt-BR" i="1">
                <a:latin typeface="Times New Roman" pitchFamily="18" charset="0"/>
              </a:rPr>
              <a:t>B</a:t>
            </a:r>
            <a:r>
              <a:rPr lang="pt-BR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86085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1" grpId="0"/>
      <p:bldP spid="4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9B9B15-454F-410C-DE56-A94DDBF8A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Filtro </a:t>
            </a:r>
            <a:r>
              <a:rPr lang="pt-BR"/>
              <a:t>Anti-Aliasing</a:t>
            </a:r>
            <a:endParaRPr lang="pt-BR" dirty="0"/>
          </a:p>
        </p:txBody>
      </p:sp>
      <p:sp>
        <p:nvSpPr>
          <p:cNvPr id="3" name="Freeform 57">
            <a:extLst>
              <a:ext uri="{FF2B5EF4-FFF2-40B4-BE49-F238E27FC236}">
                <a16:creationId xmlns:a16="http://schemas.microsoft.com/office/drawing/2014/main" id="{41A96401-7BE7-1076-69E7-364055C262AF}"/>
              </a:ext>
            </a:extLst>
          </p:cNvPr>
          <p:cNvSpPr>
            <a:spLocks/>
          </p:cNvSpPr>
          <p:nvPr/>
        </p:nvSpPr>
        <p:spPr bwMode="ltGray">
          <a:xfrm>
            <a:off x="6866500" y="5107631"/>
            <a:ext cx="1452562" cy="966787"/>
          </a:xfrm>
          <a:custGeom>
            <a:avLst/>
            <a:gdLst>
              <a:gd name="T0" fmla="*/ 0 w 915"/>
              <a:gd name="T1" fmla="*/ 0 h 609"/>
              <a:gd name="T2" fmla="*/ 267 w 915"/>
              <a:gd name="T3" fmla="*/ 543 h 609"/>
              <a:gd name="T4" fmla="*/ 387 w 915"/>
              <a:gd name="T5" fmla="*/ 609 h 609"/>
              <a:gd name="T6" fmla="*/ 495 w 915"/>
              <a:gd name="T7" fmla="*/ 534 h 609"/>
              <a:gd name="T8" fmla="*/ 696 w 915"/>
              <a:gd name="T9" fmla="*/ 222 h 609"/>
              <a:gd name="T10" fmla="*/ 915 w 915"/>
              <a:gd name="T11" fmla="*/ 6 h 609"/>
              <a:gd name="T12" fmla="*/ 0 w 915"/>
              <a:gd name="T13" fmla="*/ 0 h 6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15" h="609">
                <a:moveTo>
                  <a:pt x="0" y="0"/>
                </a:moveTo>
                <a:lnTo>
                  <a:pt x="267" y="543"/>
                </a:lnTo>
                <a:lnTo>
                  <a:pt x="387" y="609"/>
                </a:lnTo>
                <a:lnTo>
                  <a:pt x="495" y="534"/>
                </a:lnTo>
                <a:lnTo>
                  <a:pt x="696" y="222"/>
                </a:lnTo>
                <a:lnTo>
                  <a:pt x="915" y="6"/>
                </a:lnTo>
                <a:lnTo>
                  <a:pt x="0" y="0"/>
                </a:lnTo>
                <a:close/>
              </a:path>
            </a:pathLst>
          </a:custGeom>
          <a:solidFill>
            <a:srgbClr val="660066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Freeform 56">
            <a:extLst>
              <a:ext uri="{FF2B5EF4-FFF2-40B4-BE49-F238E27FC236}">
                <a16:creationId xmlns:a16="http://schemas.microsoft.com/office/drawing/2014/main" id="{71CBE691-F202-AF33-6441-A4F2242B6AB6}"/>
              </a:ext>
            </a:extLst>
          </p:cNvPr>
          <p:cNvSpPr>
            <a:spLocks/>
          </p:cNvSpPr>
          <p:nvPr/>
        </p:nvSpPr>
        <p:spPr bwMode="ltGray">
          <a:xfrm>
            <a:off x="5626662" y="4197993"/>
            <a:ext cx="1238250" cy="914400"/>
          </a:xfrm>
          <a:custGeom>
            <a:avLst/>
            <a:gdLst>
              <a:gd name="T0" fmla="*/ 0 w 780"/>
              <a:gd name="T1" fmla="*/ 576 h 576"/>
              <a:gd name="T2" fmla="*/ 262 w 780"/>
              <a:gd name="T3" fmla="*/ 102 h 576"/>
              <a:gd name="T4" fmla="*/ 404 w 780"/>
              <a:gd name="T5" fmla="*/ 0 h 576"/>
              <a:gd name="T6" fmla="*/ 520 w 780"/>
              <a:gd name="T7" fmla="*/ 63 h 576"/>
              <a:gd name="T8" fmla="*/ 780 w 780"/>
              <a:gd name="T9" fmla="*/ 572 h 576"/>
              <a:gd name="T10" fmla="*/ 0 w 780"/>
              <a:gd name="T11" fmla="*/ 576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80" h="576">
                <a:moveTo>
                  <a:pt x="0" y="576"/>
                </a:moveTo>
                <a:lnTo>
                  <a:pt x="262" y="102"/>
                </a:lnTo>
                <a:lnTo>
                  <a:pt x="404" y="0"/>
                </a:lnTo>
                <a:lnTo>
                  <a:pt x="520" y="63"/>
                </a:lnTo>
                <a:lnTo>
                  <a:pt x="780" y="572"/>
                </a:lnTo>
                <a:lnTo>
                  <a:pt x="0" y="576"/>
                </a:lnTo>
                <a:close/>
              </a:path>
            </a:pathLst>
          </a:custGeom>
          <a:solidFill>
            <a:srgbClr val="6600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C1D85F06-6F10-342E-1C22-A7E78C31909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2978712" y="1851668"/>
            <a:ext cx="1406525" cy="1187450"/>
          </a:xfrm>
          <a:prstGeom prst="flowChartProcess">
            <a:avLst/>
          </a:prstGeom>
          <a:solidFill>
            <a:srgbClr val="CC3300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85000"/>
              </a:lnSpc>
            </a:pPr>
            <a:r>
              <a:rPr lang="pt-BR" altLang="en-US" sz="1800">
                <a:solidFill>
                  <a:schemeClr val="bg1"/>
                </a:solidFill>
              </a:rPr>
              <a:t>Filtro</a:t>
            </a:r>
          </a:p>
          <a:p>
            <a:pPr>
              <a:lnSpc>
                <a:spcPct val="85000"/>
              </a:lnSpc>
            </a:pPr>
            <a:r>
              <a:rPr lang="pt-BR" altLang="en-US" sz="1800">
                <a:solidFill>
                  <a:schemeClr val="bg1"/>
                </a:solidFill>
              </a:rPr>
              <a:t>passa-baixos</a:t>
            </a:r>
          </a:p>
          <a:p>
            <a:pPr>
              <a:lnSpc>
                <a:spcPct val="85000"/>
              </a:lnSpc>
            </a:pPr>
            <a:r>
              <a:rPr lang="pt-BR" altLang="en-US" sz="1800" i="1">
                <a:solidFill>
                  <a:schemeClr val="bg1"/>
                </a:solidFill>
              </a:rPr>
              <a:t>antialiasing</a:t>
            </a:r>
          </a:p>
          <a:p>
            <a:pPr>
              <a:lnSpc>
                <a:spcPct val="85000"/>
              </a:lnSpc>
            </a:pPr>
            <a:r>
              <a:rPr lang="pt-BR" altLang="en-US" sz="1800" i="1">
                <a:solidFill>
                  <a:schemeClr val="bg1"/>
                </a:solidFill>
                <a:latin typeface="Times New Roman" panose="02020603050405020304" pitchFamily="18" charset="0"/>
              </a:rPr>
              <a:t>f</a:t>
            </a:r>
            <a:r>
              <a:rPr lang="pt-BR" altLang="en-US" sz="1800" baseline="-25000">
                <a:solidFill>
                  <a:schemeClr val="bg1"/>
                </a:solidFill>
              </a:rPr>
              <a:t>corte</a:t>
            </a:r>
            <a:r>
              <a:rPr lang="pt-BR" altLang="en-US" sz="1800">
                <a:solidFill>
                  <a:schemeClr val="bg1"/>
                </a:solidFill>
                <a:latin typeface="Times New Roman" panose="02020603050405020304" pitchFamily="18" charset="0"/>
              </a:rPr>
              <a:t>=</a:t>
            </a:r>
            <a:r>
              <a:rPr lang="pt-BR" altLang="en-US" sz="1800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pt-BR" altLang="en-US" sz="1800" i="1">
                <a:solidFill>
                  <a:schemeClr val="bg1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7550A211-40D2-090B-7F33-6D7ADC847EF0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831325" y="2004068"/>
            <a:ext cx="1257300" cy="882650"/>
          </a:xfrm>
          <a:prstGeom prst="flowChartProcess">
            <a:avLst/>
          </a:prstGeom>
          <a:solidFill>
            <a:srgbClr val="00517A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85000"/>
              </a:lnSpc>
            </a:pPr>
            <a:r>
              <a:rPr lang="pt-BR" altLang="en-US" sz="1800">
                <a:solidFill>
                  <a:schemeClr val="bg1"/>
                </a:solidFill>
              </a:rPr>
              <a:t>Amostrador</a:t>
            </a:r>
          </a:p>
          <a:p>
            <a:pPr>
              <a:lnSpc>
                <a:spcPct val="85000"/>
              </a:lnSpc>
            </a:pPr>
            <a:r>
              <a:rPr lang="pt-BR" altLang="en-US" sz="1800">
                <a:solidFill>
                  <a:schemeClr val="bg1"/>
                </a:solidFill>
              </a:rPr>
              <a:t>(S&amp;H)</a:t>
            </a:r>
          </a:p>
          <a:p>
            <a:pPr>
              <a:lnSpc>
                <a:spcPct val="85000"/>
              </a:lnSpc>
            </a:pPr>
            <a:r>
              <a:rPr lang="pt-BR" altLang="en-US" sz="1800" i="1">
                <a:solidFill>
                  <a:schemeClr val="bg1"/>
                </a:solidFill>
                <a:latin typeface="Times New Roman" panose="02020603050405020304" pitchFamily="18" charset="0"/>
              </a:rPr>
              <a:t>f</a:t>
            </a:r>
            <a:r>
              <a:rPr lang="pt-BR" altLang="en-US" sz="1800" i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s</a:t>
            </a:r>
            <a:endParaRPr lang="pt-BR" altLang="en-US" sz="1800" i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10" name="AutoShape 8">
            <a:extLst>
              <a:ext uri="{FF2B5EF4-FFF2-40B4-BE49-F238E27FC236}">
                <a16:creationId xmlns:a16="http://schemas.microsoft.com/office/drawing/2014/main" id="{2594E0A7-4341-0725-BC03-A3D6562D28AE}"/>
              </a:ext>
            </a:extLst>
          </p:cNvPr>
          <p:cNvCxnSpPr>
            <a:cxnSpLocks noChangeShapeType="1"/>
            <a:stCxn id="6" idx="3"/>
            <a:endCxn id="7" idx="1"/>
          </p:cNvCxnSpPr>
          <p:nvPr/>
        </p:nvCxnSpPr>
        <p:spPr bwMode="blackWhite">
          <a:xfrm>
            <a:off x="4404287" y="2445393"/>
            <a:ext cx="407988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AutoShape 10">
            <a:extLst>
              <a:ext uri="{FF2B5EF4-FFF2-40B4-BE49-F238E27FC236}">
                <a16:creationId xmlns:a16="http://schemas.microsoft.com/office/drawing/2014/main" id="{753B0E9E-AD75-0459-2AEB-0F97D22C8AEB}"/>
              </a:ext>
            </a:extLst>
          </p:cNvPr>
          <p:cNvCxnSpPr>
            <a:cxnSpLocks noChangeShapeType="1"/>
            <a:stCxn id="13" idx="3"/>
            <a:endCxn id="6" idx="1"/>
          </p:cNvCxnSpPr>
          <p:nvPr/>
        </p:nvCxnSpPr>
        <p:spPr bwMode="blackWhite">
          <a:xfrm>
            <a:off x="2594537" y="2443806"/>
            <a:ext cx="365125" cy="158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11">
            <a:extLst>
              <a:ext uri="{FF2B5EF4-FFF2-40B4-BE49-F238E27FC236}">
                <a16:creationId xmlns:a16="http://schemas.microsoft.com/office/drawing/2014/main" id="{0726F27E-7053-1FE6-D58E-E94D5A87FE16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1546787" y="2164406"/>
            <a:ext cx="1047750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45720">
            <a:spAutoFit/>
          </a:bodyPr>
          <a:lstStyle/>
          <a:p>
            <a:pPr>
              <a:lnSpc>
                <a:spcPct val="85000"/>
              </a:lnSpc>
              <a:spcBef>
                <a:spcPct val="50000"/>
              </a:spcBef>
            </a:pPr>
            <a:r>
              <a:rPr lang="pt-BR" altLang="en-US" sz="1800" dirty="0">
                <a:solidFill>
                  <a:schemeClr val="tx1"/>
                </a:solidFill>
              </a:rPr>
              <a:t>Sinal analógico</a:t>
            </a:r>
          </a:p>
        </p:txBody>
      </p:sp>
      <p:cxnSp>
        <p:nvCxnSpPr>
          <p:cNvPr id="16" name="AutoShape 15">
            <a:extLst>
              <a:ext uri="{FF2B5EF4-FFF2-40B4-BE49-F238E27FC236}">
                <a16:creationId xmlns:a16="http://schemas.microsoft.com/office/drawing/2014/main" id="{2616FF63-8CE3-7477-7A8C-540E13CD42FA}"/>
              </a:ext>
            </a:extLst>
          </p:cNvPr>
          <p:cNvCxnSpPr>
            <a:cxnSpLocks noChangeShapeType="1"/>
            <a:stCxn id="7" idx="3"/>
          </p:cNvCxnSpPr>
          <p:nvPr/>
        </p:nvCxnSpPr>
        <p:spPr bwMode="blackWhite">
          <a:xfrm>
            <a:off x="6107675" y="2445393"/>
            <a:ext cx="409575" cy="15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Freeform 17">
            <a:extLst>
              <a:ext uri="{FF2B5EF4-FFF2-40B4-BE49-F238E27FC236}">
                <a16:creationId xmlns:a16="http://schemas.microsoft.com/office/drawing/2014/main" id="{A8CA9260-0E19-E618-CA87-208D34AAEDC1}"/>
              </a:ext>
            </a:extLst>
          </p:cNvPr>
          <p:cNvSpPr>
            <a:spLocks/>
          </p:cNvSpPr>
          <p:nvPr/>
        </p:nvSpPr>
        <p:spPr bwMode="ltGray">
          <a:xfrm>
            <a:off x="4223312" y="4826643"/>
            <a:ext cx="419100" cy="277813"/>
          </a:xfrm>
          <a:custGeom>
            <a:avLst/>
            <a:gdLst>
              <a:gd name="T0" fmla="*/ 0 w 264"/>
              <a:gd name="T1" fmla="*/ 175 h 175"/>
              <a:gd name="T2" fmla="*/ 26 w 264"/>
              <a:gd name="T3" fmla="*/ 120 h 175"/>
              <a:gd name="T4" fmla="*/ 74 w 264"/>
              <a:gd name="T5" fmla="*/ 83 h 175"/>
              <a:gd name="T6" fmla="*/ 131 w 264"/>
              <a:gd name="T7" fmla="*/ 42 h 175"/>
              <a:gd name="T8" fmla="*/ 264 w 264"/>
              <a:gd name="T9" fmla="*/ 0 h 175"/>
              <a:gd name="T10" fmla="*/ 258 w 264"/>
              <a:gd name="T11" fmla="*/ 174 h 175"/>
              <a:gd name="T12" fmla="*/ 0 w 264"/>
              <a:gd name="T13" fmla="*/ 175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4" h="175">
                <a:moveTo>
                  <a:pt x="0" y="175"/>
                </a:moveTo>
                <a:lnTo>
                  <a:pt x="26" y="120"/>
                </a:lnTo>
                <a:lnTo>
                  <a:pt x="74" y="83"/>
                </a:lnTo>
                <a:lnTo>
                  <a:pt x="131" y="42"/>
                </a:lnTo>
                <a:lnTo>
                  <a:pt x="264" y="0"/>
                </a:lnTo>
                <a:lnTo>
                  <a:pt x="258" y="174"/>
                </a:lnTo>
                <a:lnTo>
                  <a:pt x="0" y="175"/>
                </a:lnTo>
                <a:close/>
              </a:path>
            </a:pathLst>
          </a:custGeom>
          <a:solidFill>
            <a:srgbClr val="00517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47B37102-A6CC-B7A5-5AE1-0ECD0292C51D}"/>
              </a:ext>
            </a:extLst>
          </p:cNvPr>
          <p:cNvSpPr>
            <a:spLocks/>
          </p:cNvSpPr>
          <p:nvPr/>
        </p:nvSpPr>
        <p:spPr bwMode="ltGray">
          <a:xfrm>
            <a:off x="2799325" y="5102868"/>
            <a:ext cx="1409700" cy="942975"/>
          </a:xfrm>
          <a:custGeom>
            <a:avLst/>
            <a:gdLst>
              <a:gd name="T0" fmla="*/ 0 w 888"/>
              <a:gd name="T1" fmla="*/ 9 h 594"/>
              <a:gd name="T2" fmla="*/ 51 w 888"/>
              <a:gd name="T3" fmla="*/ 144 h 594"/>
              <a:gd name="T4" fmla="*/ 102 w 888"/>
              <a:gd name="T5" fmla="*/ 270 h 594"/>
              <a:gd name="T6" fmla="*/ 135 w 888"/>
              <a:gd name="T7" fmla="*/ 387 h 594"/>
              <a:gd name="T8" fmla="*/ 198 w 888"/>
              <a:gd name="T9" fmla="*/ 516 h 594"/>
              <a:gd name="T10" fmla="*/ 255 w 888"/>
              <a:gd name="T11" fmla="*/ 588 h 594"/>
              <a:gd name="T12" fmla="*/ 323 w 888"/>
              <a:gd name="T13" fmla="*/ 594 h 594"/>
              <a:gd name="T14" fmla="*/ 402 w 888"/>
              <a:gd name="T15" fmla="*/ 525 h 594"/>
              <a:gd name="T16" fmla="*/ 483 w 888"/>
              <a:gd name="T17" fmla="*/ 399 h 594"/>
              <a:gd name="T18" fmla="*/ 561 w 888"/>
              <a:gd name="T19" fmla="*/ 276 h 594"/>
              <a:gd name="T20" fmla="*/ 624 w 888"/>
              <a:gd name="T21" fmla="*/ 195 h 594"/>
              <a:gd name="T22" fmla="*/ 711 w 888"/>
              <a:gd name="T23" fmla="*/ 195 h 594"/>
              <a:gd name="T24" fmla="*/ 786 w 888"/>
              <a:gd name="T25" fmla="*/ 192 h 594"/>
              <a:gd name="T26" fmla="*/ 888 w 888"/>
              <a:gd name="T27" fmla="*/ 0 h 594"/>
              <a:gd name="T28" fmla="*/ 0 w 888"/>
              <a:gd name="T29" fmla="*/ 9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888" h="594">
                <a:moveTo>
                  <a:pt x="0" y="9"/>
                </a:moveTo>
                <a:lnTo>
                  <a:pt x="51" y="144"/>
                </a:lnTo>
                <a:lnTo>
                  <a:pt x="102" y="270"/>
                </a:lnTo>
                <a:lnTo>
                  <a:pt x="135" y="387"/>
                </a:lnTo>
                <a:lnTo>
                  <a:pt x="198" y="516"/>
                </a:lnTo>
                <a:lnTo>
                  <a:pt x="255" y="588"/>
                </a:lnTo>
                <a:lnTo>
                  <a:pt x="323" y="594"/>
                </a:lnTo>
                <a:lnTo>
                  <a:pt x="402" y="525"/>
                </a:lnTo>
                <a:lnTo>
                  <a:pt x="483" y="399"/>
                </a:lnTo>
                <a:lnTo>
                  <a:pt x="561" y="276"/>
                </a:lnTo>
                <a:lnTo>
                  <a:pt x="624" y="195"/>
                </a:lnTo>
                <a:lnTo>
                  <a:pt x="711" y="195"/>
                </a:lnTo>
                <a:lnTo>
                  <a:pt x="786" y="192"/>
                </a:lnTo>
                <a:lnTo>
                  <a:pt x="888" y="0"/>
                </a:lnTo>
                <a:lnTo>
                  <a:pt x="0" y="9"/>
                </a:lnTo>
                <a:close/>
              </a:path>
            </a:pathLst>
          </a:custGeom>
          <a:solidFill>
            <a:srgbClr val="00517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B8EF5D5B-ED9B-4B08-B6A7-BBD38C9B8D6A}"/>
              </a:ext>
            </a:extLst>
          </p:cNvPr>
          <p:cNvSpPr>
            <a:spLocks/>
          </p:cNvSpPr>
          <p:nvPr/>
        </p:nvSpPr>
        <p:spPr bwMode="ltGray">
          <a:xfrm>
            <a:off x="1703950" y="4107506"/>
            <a:ext cx="1095375" cy="995362"/>
          </a:xfrm>
          <a:custGeom>
            <a:avLst/>
            <a:gdLst>
              <a:gd name="T0" fmla="*/ 0 w 690"/>
              <a:gd name="T1" fmla="*/ 626 h 627"/>
              <a:gd name="T2" fmla="*/ 42 w 690"/>
              <a:gd name="T3" fmla="*/ 516 h 627"/>
              <a:gd name="T4" fmla="*/ 78 w 690"/>
              <a:gd name="T5" fmla="*/ 408 h 627"/>
              <a:gd name="T6" fmla="*/ 141 w 690"/>
              <a:gd name="T7" fmla="*/ 243 h 627"/>
              <a:gd name="T8" fmla="*/ 231 w 690"/>
              <a:gd name="T9" fmla="*/ 69 h 627"/>
              <a:gd name="T10" fmla="*/ 306 w 690"/>
              <a:gd name="T11" fmla="*/ 0 h 627"/>
              <a:gd name="T12" fmla="*/ 405 w 690"/>
              <a:gd name="T13" fmla="*/ 57 h 627"/>
              <a:gd name="T14" fmla="*/ 468 w 690"/>
              <a:gd name="T15" fmla="*/ 135 h 627"/>
              <a:gd name="T16" fmla="*/ 531 w 690"/>
              <a:gd name="T17" fmla="*/ 234 h 627"/>
              <a:gd name="T18" fmla="*/ 618 w 690"/>
              <a:gd name="T19" fmla="*/ 453 h 627"/>
              <a:gd name="T20" fmla="*/ 690 w 690"/>
              <a:gd name="T21" fmla="*/ 627 h 627"/>
              <a:gd name="T22" fmla="*/ 0 w 690"/>
              <a:gd name="T23" fmla="*/ 626 h 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90" h="627">
                <a:moveTo>
                  <a:pt x="0" y="626"/>
                </a:moveTo>
                <a:lnTo>
                  <a:pt x="42" y="516"/>
                </a:lnTo>
                <a:lnTo>
                  <a:pt x="78" y="408"/>
                </a:lnTo>
                <a:lnTo>
                  <a:pt x="141" y="243"/>
                </a:lnTo>
                <a:lnTo>
                  <a:pt x="231" y="69"/>
                </a:lnTo>
                <a:lnTo>
                  <a:pt x="306" y="0"/>
                </a:lnTo>
                <a:lnTo>
                  <a:pt x="405" y="57"/>
                </a:lnTo>
                <a:lnTo>
                  <a:pt x="468" y="135"/>
                </a:lnTo>
                <a:lnTo>
                  <a:pt x="531" y="234"/>
                </a:lnTo>
                <a:lnTo>
                  <a:pt x="618" y="453"/>
                </a:lnTo>
                <a:lnTo>
                  <a:pt x="690" y="627"/>
                </a:lnTo>
                <a:lnTo>
                  <a:pt x="0" y="626"/>
                </a:lnTo>
                <a:close/>
              </a:path>
            </a:pathLst>
          </a:custGeom>
          <a:solidFill>
            <a:srgbClr val="00517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89F8EE55-6C40-7713-FE87-C7BF2A79DC6D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1651562" y="5104456"/>
            <a:ext cx="30384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7A5746B5-AE19-B7DC-B750-482CFB6229F5}"/>
              </a:ext>
            </a:extLst>
          </p:cNvPr>
          <p:cNvSpPr>
            <a:spLocks noChangeShapeType="1"/>
          </p:cNvSpPr>
          <p:nvPr/>
        </p:nvSpPr>
        <p:spPr bwMode="blackWhite">
          <a:xfrm flipH="1" flipV="1">
            <a:off x="1819837" y="3934468"/>
            <a:ext cx="0" cy="2146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E8B176E1-CBCA-8A54-A726-4E219708A05B}"/>
              </a:ext>
            </a:extLst>
          </p:cNvPr>
          <p:cNvGrpSpPr>
            <a:grpSpLocks/>
          </p:cNvGrpSpPr>
          <p:nvPr/>
        </p:nvGrpSpPr>
        <p:grpSpPr bwMode="auto">
          <a:xfrm>
            <a:off x="4351900" y="5120331"/>
            <a:ext cx="336550" cy="274637"/>
            <a:chOff x="1915" y="2513"/>
            <a:chExt cx="212" cy="173"/>
          </a:xfrm>
        </p:grpSpPr>
        <p:sp>
          <p:nvSpPr>
            <p:cNvPr id="23" name="Text Box 23">
              <a:extLst>
                <a:ext uri="{FF2B5EF4-FFF2-40B4-BE49-F238E27FC236}">
                  <a16:creationId xmlns:a16="http://schemas.microsoft.com/office/drawing/2014/main" id="{6E558224-863D-F2E8-1ACC-1BB89F1928C8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915" y="2513"/>
              <a:ext cx="56" cy="17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altLang="en-US" sz="1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9371B814-82FD-DBCA-3DB8-D492FDC19611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1985" y="2611"/>
              <a:ext cx="1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5" name="Freeform 25">
            <a:extLst>
              <a:ext uri="{FF2B5EF4-FFF2-40B4-BE49-F238E27FC236}">
                <a16:creationId xmlns:a16="http://schemas.microsoft.com/office/drawing/2014/main" id="{3995605E-E3A5-ED35-AAAA-CBEA75C84EA8}"/>
              </a:ext>
            </a:extLst>
          </p:cNvPr>
          <p:cNvSpPr>
            <a:spLocks/>
          </p:cNvSpPr>
          <p:nvPr/>
        </p:nvSpPr>
        <p:spPr bwMode="blackWhite">
          <a:xfrm>
            <a:off x="1681725" y="4097981"/>
            <a:ext cx="2974975" cy="1970087"/>
          </a:xfrm>
          <a:custGeom>
            <a:avLst/>
            <a:gdLst>
              <a:gd name="T0" fmla="*/ 0 w 1874"/>
              <a:gd name="T1" fmla="*/ 698 h 1241"/>
              <a:gd name="T2" fmla="*/ 73 w 1874"/>
              <a:gd name="T3" fmla="*/ 467 h 1241"/>
              <a:gd name="T4" fmla="*/ 185 w 1874"/>
              <a:gd name="T5" fmla="*/ 183 h 1241"/>
              <a:gd name="T6" fmla="*/ 305 w 1874"/>
              <a:gd name="T7" fmla="*/ 19 h 1241"/>
              <a:gd name="T8" fmla="*/ 429 w 1874"/>
              <a:gd name="T9" fmla="*/ 71 h 1241"/>
              <a:gd name="T10" fmla="*/ 541 w 1874"/>
              <a:gd name="T11" fmla="*/ 243 h 1241"/>
              <a:gd name="T12" fmla="*/ 653 w 1874"/>
              <a:gd name="T13" fmla="*/ 499 h 1241"/>
              <a:gd name="T14" fmla="*/ 769 w 1874"/>
              <a:gd name="T15" fmla="*/ 815 h 1241"/>
              <a:gd name="T16" fmla="*/ 884 w 1874"/>
              <a:gd name="T17" fmla="*/ 1116 h 1241"/>
              <a:gd name="T18" fmla="*/ 1017 w 1874"/>
              <a:gd name="T19" fmla="*/ 1227 h 1241"/>
              <a:gd name="T20" fmla="*/ 1190 w 1874"/>
              <a:gd name="T21" fmla="*/ 1032 h 1241"/>
              <a:gd name="T22" fmla="*/ 1316 w 1874"/>
              <a:gd name="T23" fmla="*/ 837 h 1241"/>
              <a:gd name="T24" fmla="*/ 1485 w 1874"/>
              <a:gd name="T25" fmla="*/ 819 h 1241"/>
              <a:gd name="T26" fmla="*/ 1657 w 1874"/>
              <a:gd name="T27" fmla="*/ 539 h 1241"/>
              <a:gd name="T28" fmla="*/ 1874 w 1874"/>
              <a:gd name="T29" fmla="*/ 453 h 12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874" h="1241">
                <a:moveTo>
                  <a:pt x="0" y="698"/>
                </a:moveTo>
                <a:cubicBezTo>
                  <a:pt x="12" y="660"/>
                  <a:pt x="42" y="553"/>
                  <a:pt x="73" y="467"/>
                </a:cubicBezTo>
                <a:cubicBezTo>
                  <a:pt x="104" y="381"/>
                  <a:pt x="146" y="258"/>
                  <a:pt x="185" y="183"/>
                </a:cubicBezTo>
                <a:cubicBezTo>
                  <a:pt x="224" y="108"/>
                  <a:pt x="264" y="38"/>
                  <a:pt x="305" y="19"/>
                </a:cubicBezTo>
                <a:cubicBezTo>
                  <a:pt x="346" y="0"/>
                  <a:pt x="390" y="34"/>
                  <a:pt x="429" y="71"/>
                </a:cubicBezTo>
                <a:cubicBezTo>
                  <a:pt x="468" y="108"/>
                  <a:pt x="504" y="172"/>
                  <a:pt x="541" y="243"/>
                </a:cubicBezTo>
                <a:cubicBezTo>
                  <a:pt x="578" y="314"/>
                  <a:pt x="615" y="404"/>
                  <a:pt x="653" y="499"/>
                </a:cubicBezTo>
                <a:cubicBezTo>
                  <a:pt x="691" y="594"/>
                  <a:pt x="731" y="712"/>
                  <a:pt x="769" y="815"/>
                </a:cubicBezTo>
                <a:cubicBezTo>
                  <a:pt x="807" y="918"/>
                  <a:pt x="843" y="1047"/>
                  <a:pt x="884" y="1116"/>
                </a:cubicBezTo>
                <a:cubicBezTo>
                  <a:pt x="925" y="1185"/>
                  <a:pt x="966" y="1241"/>
                  <a:pt x="1017" y="1227"/>
                </a:cubicBezTo>
                <a:cubicBezTo>
                  <a:pt x="1068" y="1213"/>
                  <a:pt x="1140" y="1097"/>
                  <a:pt x="1190" y="1032"/>
                </a:cubicBezTo>
                <a:cubicBezTo>
                  <a:pt x="1240" y="967"/>
                  <a:pt x="1267" y="872"/>
                  <a:pt x="1316" y="837"/>
                </a:cubicBezTo>
                <a:cubicBezTo>
                  <a:pt x="1365" y="802"/>
                  <a:pt x="1428" y="869"/>
                  <a:pt x="1485" y="819"/>
                </a:cubicBezTo>
                <a:cubicBezTo>
                  <a:pt x="1542" y="769"/>
                  <a:pt x="1592" y="600"/>
                  <a:pt x="1657" y="539"/>
                </a:cubicBezTo>
                <a:cubicBezTo>
                  <a:pt x="1722" y="478"/>
                  <a:pt x="1829" y="471"/>
                  <a:pt x="1874" y="453"/>
                </a:cubicBezTo>
              </a:path>
            </a:pathLst>
          </a:custGeom>
          <a:noFill/>
          <a:ln w="38100" cap="flat" cmpd="sng">
            <a:solidFill>
              <a:srgbClr val="FFFF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240C711F-81EE-2225-C332-AE0C05D5D8FE}"/>
              </a:ext>
            </a:extLst>
          </p:cNvPr>
          <p:cNvSpPr>
            <a:spLocks/>
          </p:cNvSpPr>
          <p:nvPr/>
        </p:nvSpPr>
        <p:spPr bwMode="auto">
          <a:xfrm>
            <a:off x="2394512" y="2705743"/>
            <a:ext cx="501650" cy="1206500"/>
          </a:xfrm>
          <a:custGeom>
            <a:avLst/>
            <a:gdLst>
              <a:gd name="T0" fmla="*/ 0 w 316"/>
              <a:gd name="T1" fmla="*/ 760 h 760"/>
              <a:gd name="T2" fmla="*/ 56 w 316"/>
              <a:gd name="T3" fmla="*/ 424 h 760"/>
              <a:gd name="T4" fmla="*/ 316 w 316"/>
              <a:gd name="T5" fmla="*/ 0 h 7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16" h="760">
                <a:moveTo>
                  <a:pt x="0" y="760"/>
                </a:moveTo>
                <a:cubicBezTo>
                  <a:pt x="9" y="705"/>
                  <a:pt x="3" y="551"/>
                  <a:pt x="56" y="424"/>
                </a:cubicBezTo>
                <a:cubicBezTo>
                  <a:pt x="109" y="297"/>
                  <a:pt x="262" y="88"/>
                  <a:pt x="316" y="0"/>
                </a:cubicBezTo>
              </a:path>
            </a:pathLst>
          </a:custGeom>
          <a:noFill/>
          <a:ln w="127000" cmpd="sng">
            <a:solidFill>
              <a:srgbClr val="0099FF">
                <a:alpha val="50000"/>
              </a:srgbClr>
            </a:solidFill>
            <a:round/>
            <a:headEnd type="none" w="med" len="med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47">
            <a:extLst>
              <a:ext uri="{FF2B5EF4-FFF2-40B4-BE49-F238E27FC236}">
                <a16:creationId xmlns:a16="http://schemas.microsoft.com/office/drawing/2014/main" id="{F9A255C1-D300-3496-606B-8D37C9F9CD47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5545700" y="5112393"/>
            <a:ext cx="30384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Line 48">
            <a:extLst>
              <a:ext uri="{FF2B5EF4-FFF2-40B4-BE49-F238E27FC236}">
                <a16:creationId xmlns:a16="http://schemas.microsoft.com/office/drawing/2014/main" id="{307CDF84-77DA-CF07-6A70-549434859222}"/>
              </a:ext>
            </a:extLst>
          </p:cNvPr>
          <p:cNvSpPr>
            <a:spLocks noChangeShapeType="1"/>
          </p:cNvSpPr>
          <p:nvPr/>
        </p:nvSpPr>
        <p:spPr bwMode="blackWhite">
          <a:xfrm flipH="1" flipV="1">
            <a:off x="5713975" y="3942406"/>
            <a:ext cx="0" cy="2146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9" name="Group 49">
            <a:extLst>
              <a:ext uri="{FF2B5EF4-FFF2-40B4-BE49-F238E27FC236}">
                <a16:creationId xmlns:a16="http://schemas.microsoft.com/office/drawing/2014/main" id="{3931CB2C-2EA4-8861-5F8D-181CB2657FB9}"/>
              </a:ext>
            </a:extLst>
          </p:cNvPr>
          <p:cNvGrpSpPr>
            <a:grpSpLocks/>
          </p:cNvGrpSpPr>
          <p:nvPr/>
        </p:nvGrpSpPr>
        <p:grpSpPr bwMode="auto">
          <a:xfrm>
            <a:off x="8422250" y="5120331"/>
            <a:ext cx="336550" cy="274638"/>
            <a:chOff x="1915" y="2513"/>
            <a:chExt cx="212" cy="173"/>
          </a:xfrm>
        </p:grpSpPr>
        <p:sp>
          <p:nvSpPr>
            <p:cNvPr id="30" name="Text Box 50">
              <a:extLst>
                <a:ext uri="{FF2B5EF4-FFF2-40B4-BE49-F238E27FC236}">
                  <a16:creationId xmlns:a16="http://schemas.microsoft.com/office/drawing/2014/main" id="{E12F6CC5-08E9-2D78-DB37-E9CE509AE258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915" y="2513"/>
              <a:ext cx="56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altLang="en-US" sz="180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31" name="Line 51">
              <a:extLst>
                <a:ext uri="{FF2B5EF4-FFF2-40B4-BE49-F238E27FC236}">
                  <a16:creationId xmlns:a16="http://schemas.microsoft.com/office/drawing/2014/main" id="{B56565D0-ACF1-B12A-6E4A-7605FF3E4CF4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1985" y="2611"/>
              <a:ext cx="14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Freeform 52">
            <a:extLst>
              <a:ext uri="{FF2B5EF4-FFF2-40B4-BE49-F238E27FC236}">
                <a16:creationId xmlns:a16="http://schemas.microsoft.com/office/drawing/2014/main" id="{DF5EA5E4-4385-E393-25CF-F656D84B2806}"/>
              </a:ext>
            </a:extLst>
          </p:cNvPr>
          <p:cNvSpPr>
            <a:spLocks/>
          </p:cNvSpPr>
          <p:nvPr/>
        </p:nvSpPr>
        <p:spPr bwMode="blackWhite">
          <a:xfrm>
            <a:off x="5575862" y="4105918"/>
            <a:ext cx="2974975" cy="1970088"/>
          </a:xfrm>
          <a:custGeom>
            <a:avLst/>
            <a:gdLst>
              <a:gd name="T0" fmla="*/ 0 w 1874"/>
              <a:gd name="T1" fmla="*/ 698 h 1241"/>
              <a:gd name="T2" fmla="*/ 73 w 1874"/>
              <a:gd name="T3" fmla="*/ 467 h 1241"/>
              <a:gd name="T4" fmla="*/ 185 w 1874"/>
              <a:gd name="T5" fmla="*/ 183 h 1241"/>
              <a:gd name="T6" fmla="*/ 305 w 1874"/>
              <a:gd name="T7" fmla="*/ 19 h 1241"/>
              <a:gd name="T8" fmla="*/ 429 w 1874"/>
              <a:gd name="T9" fmla="*/ 71 h 1241"/>
              <a:gd name="T10" fmla="*/ 541 w 1874"/>
              <a:gd name="T11" fmla="*/ 243 h 1241"/>
              <a:gd name="T12" fmla="*/ 653 w 1874"/>
              <a:gd name="T13" fmla="*/ 499 h 1241"/>
              <a:gd name="T14" fmla="*/ 769 w 1874"/>
              <a:gd name="T15" fmla="*/ 815 h 1241"/>
              <a:gd name="T16" fmla="*/ 884 w 1874"/>
              <a:gd name="T17" fmla="*/ 1116 h 1241"/>
              <a:gd name="T18" fmla="*/ 1017 w 1874"/>
              <a:gd name="T19" fmla="*/ 1227 h 1241"/>
              <a:gd name="T20" fmla="*/ 1190 w 1874"/>
              <a:gd name="T21" fmla="*/ 1032 h 1241"/>
              <a:gd name="T22" fmla="*/ 1316 w 1874"/>
              <a:gd name="T23" fmla="*/ 837 h 1241"/>
              <a:gd name="T24" fmla="*/ 1485 w 1874"/>
              <a:gd name="T25" fmla="*/ 819 h 1241"/>
              <a:gd name="T26" fmla="*/ 1657 w 1874"/>
              <a:gd name="T27" fmla="*/ 539 h 1241"/>
              <a:gd name="T28" fmla="*/ 1874 w 1874"/>
              <a:gd name="T29" fmla="*/ 453 h 12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874" h="1241">
                <a:moveTo>
                  <a:pt x="0" y="698"/>
                </a:moveTo>
                <a:cubicBezTo>
                  <a:pt x="12" y="660"/>
                  <a:pt x="42" y="553"/>
                  <a:pt x="73" y="467"/>
                </a:cubicBezTo>
                <a:cubicBezTo>
                  <a:pt x="104" y="381"/>
                  <a:pt x="146" y="258"/>
                  <a:pt x="185" y="183"/>
                </a:cubicBezTo>
                <a:cubicBezTo>
                  <a:pt x="224" y="108"/>
                  <a:pt x="264" y="38"/>
                  <a:pt x="305" y="19"/>
                </a:cubicBezTo>
                <a:cubicBezTo>
                  <a:pt x="346" y="0"/>
                  <a:pt x="390" y="34"/>
                  <a:pt x="429" y="71"/>
                </a:cubicBezTo>
                <a:cubicBezTo>
                  <a:pt x="468" y="108"/>
                  <a:pt x="504" y="172"/>
                  <a:pt x="541" y="243"/>
                </a:cubicBezTo>
                <a:cubicBezTo>
                  <a:pt x="578" y="314"/>
                  <a:pt x="615" y="404"/>
                  <a:pt x="653" y="499"/>
                </a:cubicBezTo>
                <a:cubicBezTo>
                  <a:pt x="691" y="594"/>
                  <a:pt x="731" y="712"/>
                  <a:pt x="769" y="815"/>
                </a:cubicBezTo>
                <a:cubicBezTo>
                  <a:pt x="807" y="918"/>
                  <a:pt x="843" y="1047"/>
                  <a:pt x="884" y="1116"/>
                </a:cubicBezTo>
                <a:cubicBezTo>
                  <a:pt x="925" y="1185"/>
                  <a:pt x="966" y="1241"/>
                  <a:pt x="1017" y="1227"/>
                </a:cubicBezTo>
                <a:cubicBezTo>
                  <a:pt x="1068" y="1213"/>
                  <a:pt x="1140" y="1097"/>
                  <a:pt x="1190" y="1032"/>
                </a:cubicBezTo>
                <a:cubicBezTo>
                  <a:pt x="1240" y="967"/>
                  <a:pt x="1267" y="872"/>
                  <a:pt x="1316" y="837"/>
                </a:cubicBezTo>
                <a:cubicBezTo>
                  <a:pt x="1365" y="802"/>
                  <a:pt x="1428" y="869"/>
                  <a:pt x="1485" y="819"/>
                </a:cubicBezTo>
                <a:cubicBezTo>
                  <a:pt x="1542" y="769"/>
                  <a:pt x="1592" y="600"/>
                  <a:pt x="1657" y="539"/>
                </a:cubicBezTo>
                <a:cubicBezTo>
                  <a:pt x="1722" y="478"/>
                  <a:pt x="1829" y="471"/>
                  <a:pt x="1874" y="453"/>
                </a:cubicBezTo>
              </a:path>
            </a:pathLst>
          </a:custGeom>
          <a:noFill/>
          <a:ln w="38100" cap="flat" cmpd="sng">
            <a:solidFill>
              <a:srgbClr val="FFFF99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Freeform 54">
            <a:extLst>
              <a:ext uri="{FF2B5EF4-FFF2-40B4-BE49-F238E27FC236}">
                <a16:creationId xmlns:a16="http://schemas.microsoft.com/office/drawing/2014/main" id="{6DAE38FC-0A1E-5EDC-A9A1-BBCBAFB54BF7}"/>
              </a:ext>
            </a:extLst>
          </p:cNvPr>
          <p:cNvSpPr>
            <a:spLocks/>
          </p:cNvSpPr>
          <p:nvPr/>
        </p:nvSpPr>
        <p:spPr bwMode="auto">
          <a:xfrm>
            <a:off x="5582212" y="4083693"/>
            <a:ext cx="3105150" cy="2143125"/>
          </a:xfrm>
          <a:custGeom>
            <a:avLst/>
            <a:gdLst>
              <a:gd name="T0" fmla="*/ 0 w 1956"/>
              <a:gd name="T1" fmla="*/ 696 h 1350"/>
              <a:gd name="T2" fmla="*/ 480 w 1956"/>
              <a:gd name="T3" fmla="*/ 88 h 1350"/>
              <a:gd name="T4" fmla="*/ 1124 w 1956"/>
              <a:gd name="T5" fmla="*/ 1224 h 1350"/>
              <a:gd name="T6" fmla="*/ 1532 w 1956"/>
              <a:gd name="T7" fmla="*/ 844 h 1350"/>
              <a:gd name="T8" fmla="*/ 1956 w 1956"/>
              <a:gd name="T9" fmla="*/ 412 h 13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56" h="1350">
                <a:moveTo>
                  <a:pt x="0" y="696"/>
                </a:moveTo>
                <a:cubicBezTo>
                  <a:pt x="80" y="595"/>
                  <a:pt x="293" y="0"/>
                  <a:pt x="480" y="88"/>
                </a:cubicBezTo>
                <a:cubicBezTo>
                  <a:pt x="667" y="176"/>
                  <a:pt x="949" y="1098"/>
                  <a:pt x="1124" y="1224"/>
                </a:cubicBezTo>
                <a:cubicBezTo>
                  <a:pt x="1299" y="1350"/>
                  <a:pt x="1393" y="979"/>
                  <a:pt x="1532" y="844"/>
                </a:cubicBezTo>
                <a:cubicBezTo>
                  <a:pt x="1671" y="709"/>
                  <a:pt x="1868" y="502"/>
                  <a:pt x="1956" y="412"/>
                </a:cubicBezTo>
              </a:path>
            </a:pathLst>
          </a:cu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Freeform 58">
            <a:extLst>
              <a:ext uri="{FF2B5EF4-FFF2-40B4-BE49-F238E27FC236}">
                <a16:creationId xmlns:a16="http://schemas.microsoft.com/office/drawing/2014/main" id="{A76905FC-2AA1-BFB2-72D0-C9610081195B}"/>
              </a:ext>
            </a:extLst>
          </p:cNvPr>
          <p:cNvSpPr>
            <a:spLocks/>
          </p:cNvSpPr>
          <p:nvPr/>
        </p:nvSpPr>
        <p:spPr bwMode="auto">
          <a:xfrm>
            <a:off x="4597962" y="2847031"/>
            <a:ext cx="825500" cy="1293812"/>
          </a:xfrm>
          <a:custGeom>
            <a:avLst/>
            <a:gdLst>
              <a:gd name="T0" fmla="*/ 520 w 520"/>
              <a:gd name="T1" fmla="*/ 815 h 815"/>
              <a:gd name="T2" fmla="*/ 80 w 520"/>
              <a:gd name="T3" fmla="*/ 519 h 815"/>
              <a:gd name="T4" fmla="*/ 37 w 520"/>
              <a:gd name="T5" fmla="*/ 0 h 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20" h="815">
                <a:moveTo>
                  <a:pt x="520" y="815"/>
                </a:moveTo>
                <a:cubicBezTo>
                  <a:pt x="447" y="766"/>
                  <a:pt x="160" y="655"/>
                  <a:pt x="80" y="519"/>
                </a:cubicBezTo>
                <a:cubicBezTo>
                  <a:pt x="0" y="383"/>
                  <a:pt x="46" y="108"/>
                  <a:pt x="37" y="0"/>
                </a:cubicBezTo>
              </a:path>
            </a:pathLst>
          </a:custGeom>
          <a:noFill/>
          <a:ln w="127000" cmpd="sng">
            <a:solidFill>
              <a:srgbClr val="0099FF">
                <a:alpha val="50000"/>
              </a:srgbClr>
            </a:solidFill>
            <a:round/>
            <a:headEnd type="none" w="med" len="med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75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0017A9-CCDF-AACD-EE25-6BF810DAF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Filtro de reconstrução (não ideal)</a:t>
            </a:r>
          </a:p>
        </p:txBody>
      </p:sp>
      <p:sp>
        <p:nvSpPr>
          <p:cNvPr id="3" name="Rectangle 143">
            <a:extLst>
              <a:ext uri="{FF2B5EF4-FFF2-40B4-BE49-F238E27FC236}">
                <a16:creationId xmlns:a16="http://schemas.microsoft.com/office/drawing/2014/main" id="{B6BCF828-A596-F250-AA3B-710C0992A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4214" y="2995613"/>
            <a:ext cx="433387" cy="104775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4" name="Object 122">
            <a:extLst>
              <a:ext uri="{FF2B5EF4-FFF2-40B4-BE49-F238E27FC236}">
                <a16:creationId xmlns:a16="http://schemas.microsoft.com/office/drawing/2014/main" id="{F589F2A1-990C-5983-4865-DB932FAEA0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80576" y="4044950"/>
          <a:ext cx="188913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80" imgH="203040" progId="Equation.3">
                  <p:embed/>
                </p:oleObj>
              </mc:Choice>
              <mc:Fallback>
                <p:oleObj name="Equation" r:id="rId2" imgW="164880" imgH="203040" progId="Equation.3">
                  <p:embed/>
                  <p:pic>
                    <p:nvPicPr>
                      <p:cNvPr id="758906" name="Object 1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0576" y="4044950"/>
                        <a:ext cx="188913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Line 123">
            <a:extLst>
              <a:ext uri="{FF2B5EF4-FFF2-40B4-BE49-F238E27FC236}">
                <a16:creationId xmlns:a16="http://schemas.microsoft.com/office/drawing/2014/main" id="{639E8231-BE41-CE17-6EBB-4959064EAA12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9837739" y="4154488"/>
            <a:ext cx="2238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sm" len="med"/>
          </a:ln>
          <a:effectLst/>
        </p:spPr>
        <p:txBody>
          <a:bodyPr/>
          <a:lstStyle/>
          <a:p>
            <a:endParaRPr lang="pt-BR"/>
          </a:p>
        </p:txBody>
      </p:sp>
      <p:graphicFrame>
        <p:nvGraphicFramePr>
          <p:cNvPr id="6" name="Object 124">
            <a:extLst>
              <a:ext uri="{FF2B5EF4-FFF2-40B4-BE49-F238E27FC236}">
                <a16:creationId xmlns:a16="http://schemas.microsoft.com/office/drawing/2014/main" id="{93C447ED-141B-151E-EEEF-DF2D457051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18501" y="4030664"/>
          <a:ext cx="219075" cy="26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40" imgH="228600" progId="Equation.3">
                  <p:embed/>
                </p:oleObj>
              </mc:Choice>
              <mc:Fallback>
                <p:oleObj name="Equation" r:id="rId4" imgW="190440" imgH="228600" progId="Equation.3">
                  <p:embed/>
                  <p:pic>
                    <p:nvPicPr>
                      <p:cNvPr id="758908" name="Object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8501" y="4030664"/>
                        <a:ext cx="219075" cy="261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25">
            <a:extLst>
              <a:ext uri="{FF2B5EF4-FFF2-40B4-BE49-F238E27FC236}">
                <a16:creationId xmlns:a16="http://schemas.microsoft.com/office/drawing/2014/main" id="{E72217D2-6797-B860-D04C-B8226E1906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62650" y="4049714"/>
          <a:ext cx="141288" cy="19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720" imgH="177480" progId="Equation.3">
                  <p:embed/>
                </p:oleObj>
              </mc:Choice>
              <mc:Fallback>
                <p:oleObj name="Equation" r:id="rId6" imgW="126720" imgH="177480" progId="Equation.3">
                  <p:embed/>
                  <p:pic>
                    <p:nvPicPr>
                      <p:cNvPr id="758909" name="Object 1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2650" y="4049714"/>
                        <a:ext cx="141288" cy="198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26">
            <a:extLst>
              <a:ext uri="{FF2B5EF4-FFF2-40B4-BE49-F238E27FC236}">
                <a16:creationId xmlns:a16="http://schemas.microsoft.com/office/drawing/2014/main" id="{EDC37C57-44AB-29CB-8AED-BB966D0435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6900" y="4049714"/>
          <a:ext cx="185738" cy="185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4880" imgH="164880" progId="Equation.3">
                  <p:embed/>
                </p:oleObj>
              </mc:Choice>
              <mc:Fallback>
                <p:oleObj name="Equation" r:id="rId8" imgW="164880" imgH="164880" progId="Equation.3">
                  <p:embed/>
                  <p:pic>
                    <p:nvPicPr>
                      <p:cNvPr id="758910" name="Object 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0" y="4049714"/>
                        <a:ext cx="185738" cy="185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27">
            <a:extLst>
              <a:ext uri="{FF2B5EF4-FFF2-40B4-BE49-F238E27FC236}">
                <a16:creationId xmlns:a16="http://schemas.microsoft.com/office/drawing/2014/main" id="{471B8034-2742-0B59-0E32-9D7FBBE8A3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99038" y="4049713"/>
          <a:ext cx="241300" cy="22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5640" imgH="203040" progId="Equation.3">
                  <p:embed/>
                </p:oleObj>
              </mc:Choice>
              <mc:Fallback>
                <p:oleObj name="Equation" r:id="rId10" imgW="215640" imgH="203040" progId="Equation.3">
                  <p:embed/>
                  <p:pic>
                    <p:nvPicPr>
                      <p:cNvPr id="758911" name="Object 1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9038" y="4049713"/>
                        <a:ext cx="241300" cy="227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28">
            <a:extLst>
              <a:ext uri="{FF2B5EF4-FFF2-40B4-BE49-F238E27FC236}">
                <a16:creationId xmlns:a16="http://schemas.microsoft.com/office/drawing/2014/main" id="{1028D601-96AB-BEB5-2BF3-B894CC9D4B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24264" y="4040188"/>
          <a:ext cx="280987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3800" imgH="228600" progId="Equation.3">
                  <p:embed/>
                </p:oleObj>
              </mc:Choice>
              <mc:Fallback>
                <p:oleObj name="Equation" r:id="rId12" imgW="253800" imgH="228600" progId="Equation.3">
                  <p:embed/>
                  <p:pic>
                    <p:nvPicPr>
                      <p:cNvPr id="758912" name="Object 1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4264" y="4040188"/>
                        <a:ext cx="280987" cy="252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Line 129">
            <a:extLst>
              <a:ext uri="{FF2B5EF4-FFF2-40B4-BE49-F238E27FC236}">
                <a16:creationId xmlns:a16="http://schemas.microsoft.com/office/drawing/2014/main" id="{F0EA003D-97CF-AA58-6546-0CFEBDD02602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6100763" y="2911475"/>
            <a:ext cx="0" cy="1181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2" name="Line 130">
            <a:extLst>
              <a:ext uri="{FF2B5EF4-FFF2-40B4-BE49-F238E27FC236}">
                <a16:creationId xmlns:a16="http://schemas.microsoft.com/office/drawing/2014/main" id="{D1BA9B1A-C8C1-57BD-AA03-37B6CB373A6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513013" y="4030663"/>
            <a:ext cx="753110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3" name="Line 131">
            <a:extLst>
              <a:ext uri="{FF2B5EF4-FFF2-40B4-BE49-F238E27FC236}">
                <a16:creationId xmlns:a16="http://schemas.microsoft.com/office/drawing/2014/main" id="{E43E51C0-934F-A819-CBBE-03459B1289EA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8434388" y="3983039"/>
            <a:ext cx="0" cy="47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4" name="Line 132">
            <a:extLst>
              <a:ext uri="{FF2B5EF4-FFF2-40B4-BE49-F238E27FC236}">
                <a16:creationId xmlns:a16="http://schemas.microsoft.com/office/drawing/2014/main" id="{39D8A7A5-8C02-4937-EAB2-CCA9B3935CFB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7043738" y="3986214"/>
            <a:ext cx="0" cy="476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5" name="Line 133">
            <a:extLst>
              <a:ext uri="{FF2B5EF4-FFF2-40B4-BE49-F238E27FC236}">
                <a16:creationId xmlns:a16="http://schemas.microsoft.com/office/drawing/2014/main" id="{8F7EAF7F-92EC-69F9-3867-C35FB03EAB62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5157788" y="3981451"/>
            <a:ext cx="0" cy="476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6" name="Line 134">
            <a:extLst>
              <a:ext uri="{FF2B5EF4-FFF2-40B4-BE49-F238E27FC236}">
                <a16:creationId xmlns:a16="http://schemas.microsoft.com/office/drawing/2014/main" id="{1808734A-624F-191E-B87A-DD69669421D2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3784600" y="3986214"/>
            <a:ext cx="0" cy="476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graphicFrame>
        <p:nvGraphicFramePr>
          <p:cNvPr id="17" name="Object 135">
            <a:extLst>
              <a:ext uri="{FF2B5EF4-FFF2-40B4-BE49-F238E27FC236}">
                <a16:creationId xmlns:a16="http://schemas.microsoft.com/office/drawing/2014/main" id="{FB628885-C820-8F3C-547F-CE69C1642F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18363" y="4030664"/>
          <a:ext cx="476250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19040" imgH="228600" progId="Equation.3">
                  <p:embed/>
                </p:oleObj>
              </mc:Choice>
              <mc:Fallback>
                <p:oleObj name="Equation" r:id="rId14" imgW="419040" imgH="228600" progId="Equation.3">
                  <p:embed/>
                  <p:pic>
                    <p:nvPicPr>
                      <p:cNvPr id="758919" name="Object 1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8363" y="4030664"/>
                        <a:ext cx="476250" cy="257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Line 136">
            <a:extLst>
              <a:ext uri="{FF2B5EF4-FFF2-40B4-BE49-F238E27FC236}">
                <a16:creationId xmlns:a16="http://schemas.microsoft.com/office/drawing/2014/main" id="{EEE0E3EE-5B6B-0ED2-84FA-F72312A01113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7466013" y="3983039"/>
            <a:ext cx="0" cy="476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graphicFrame>
        <p:nvGraphicFramePr>
          <p:cNvPr id="19" name="Object 137">
            <a:extLst>
              <a:ext uri="{FF2B5EF4-FFF2-40B4-BE49-F238E27FC236}">
                <a16:creationId xmlns:a16="http://schemas.microsoft.com/office/drawing/2014/main" id="{445FF2F9-027E-4710-FC7D-A7D8065899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1188" y="4043363"/>
          <a:ext cx="531812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82400" imgH="228600" progId="Equation.3">
                  <p:embed/>
                </p:oleObj>
              </mc:Choice>
              <mc:Fallback>
                <p:oleObj name="Equation" r:id="rId16" imgW="482400" imgH="228600" progId="Equation.3">
                  <p:embed/>
                  <p:pic>
                    <p:nvPicPr>
                      <p:cNvPr id="758921" name="Object 1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1188" y="4043363"/>
                        <a:ext cx="531812" cy="252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Line 138">
            <a:extLst>
              <a:ext uri="{FF2B5EF4-FFF2-40B4-BE49-F238E27FC236}">
                <a16:creationId xmlns:a16="http://schemas.microsoft.com/office/drawing/2014/main" id="{0BEE044A-653A-4685-C97D-C39C9778AFB0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4719638" y="3987801"/>
            <a:ext cx="0" cy="476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graphicFrame>
        <p:nvGraphicFramePr>
          <p:cNvPr id="21" name="Object 139">
            <a:extLst>
              <a:ext uri="{FF2B5EF4-FFF2-40B4-BE49-F238E27FC236}">
                <a16:creationId xmlns:a16="http://schemas.microsoft.com/office/drawing/2014/main" id="{782274E0-7438-9D4C-A75C-34AE2027F7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41588" y="4043363"/>
          <a:ext cx="533400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82400" imgH="228600" progId="Equation.3">
                  <p:embed/>
                </p:oleObj>
              </mc:Choice>
              <mc:Fallback>
                <p:oleObj name="Equation" r:id="rId18" imgW="482400" imgH="228600" progId="Equation.3">
                  <p:embed/>
                  <p:pic>
                    <p:nvPicPr>
                      <p:cNvPr id="758923" name="Object 1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1588" y="4043363"/>
                        <a:ext cx="533400" cy="252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Line 140">
            <a:extLst>
              <a:ext uri="{FF2B5EF4-FFF2-40B4-BE49-F238E27FC236}">
                <a16:creationId xmlns:a16="http://schemas.microsoft.com/office/drawing/2014/main" id="{CD88E8D7-5420-5015-3ECB-72F667DEB320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841625" y="3987801"/>
            <a:ext cx="0" cy="4762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graphicFrame>
        <p:nvGraphicFramePr>
          <p:cNvPr id="23" name="Object 141">
            <a:extLst>
              <a:ext uri="{FF2B5EF4-FFF2-40B4-BE49-F238E27FC236}">
                <a16:creationId xmlns:a16="http://schemas.microsoft.com/office/drawing/2014/main" id="{3710AA56-2426-A32A-F54D-32DE540DE6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04314" y="4038601"/>
          <a:ext cx="490537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31640" imgH="228600" progId="Equation.3">
                  <p:embed/>
                </p:oleObj>
              </mc:Choice>
              <mc:Fallback>
                <p:oleObj name="Equation" r:id="rId20" imgW="431640" imgH="228600" progId="Equation.3">
                  <p:embed/>
                  <p:pic>
                    <p:nvPicPr>
                      <p:cNvPr id="758925" name="Object 1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04314" y="4038601"/>
                        <a:ext cx="490537" cy="257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Line 142">
            <a:extLst>
              <a:ext uri="{FF2B5EF4-FFF2-40B4-BE49-F238E27FC236}">
                <a16:creationId xmlns:a16="http://schemas.microsoft.com/office/drawing/2014/main" id="{166B9194-2223-2ED3-8C7F-5DA2919B83C7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9358313" y="3990976"/>
            <a:ext cx="0" cy="47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25" name="Freeform 8">
            <a:extLst>
              <a:ext uri="{FF2B5EF4-FFF2-40B4-BE49-F238E27FC236}">
                <a16:creationId xmlns:a16="http://schemas.microsoft.com/office/drawing/2014/main" id="{73FA61B3-16B9-2C03-0195-5E0A47461A88}"/>
              </a:ext>
            </a:extLst>
          </p:cNvPr>
          <p:cNvSpPr>
            <a:spLocks noChangeAspect="1"/>
          </p:cNvSpPr>
          <p:nvPr/>
        </p:nvSpPr>
        <p:spPr bwMode="auto">
          <a:xfrm>
            <a:off x="9801225" y="1984376"/>
            <a:ext cx="247650" cy="131763"/>
          </a:xfrm>
          <a:custGeom>
            <a:avLst/>
            <a:gdLst/>
            <a:ahLst/>
            <a:cxnLst>
              <a:cxn ang="0">
                <a:pos x="0" y="55"/>
              </a:cxn>
              <a:cxn ang="0">
                <a:pos x="104" y="55"/>
              </a:cxn>
              <a:cxn ang="0">
                <a:pos x="104" y="0"/>
              </a:cxn>
              <a:cxn ang="0">
                <a:pos x="0" y="55"/>
              </a:cxn>
            </a:cxnLst>
            <a:rect l="0" t="0" r="r" b="b"/>
            <a:pathLst>
              <a:path w="104" h="55">
                <a:moveTo>
                  <a:pt x="0" y="55"/>
                </a:moveTo>
                <a:lnTo>
                  <a:pt x="104" y="55"/>
                </a:lnTo>
                <a:lnTo>
                  <a:pt x="104" y="0"/>
                </a:lnTo>
                <a:lnTo>
                  <a:pt x="0" y="55"/>
                </a:lnTo>
                <a:close/>
              </a:path>
            </a:pathLst>
          </a:custGeom>
          <a:solidFill>
            <a:srgbClr val="CCFFFF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26" name="Freeform 9">
            <a:extLst>
              <a:ext uri="{FF2B5EF4-FFF2-40B4-BE49-F238E27FC236}">
                <a16:creationId xmlns:a16="http://schemas.microsoft.com/office/drawing/2014/main" id="{605D5C53-7068-6EA1-D46D-C8FCA31220FE}"/>
              </a:ext>
            </a:extLst>
          </p:cNvPr>
          <p:cNvSpPr>
            <a:spLocks noChangeAspect="1"/>
          </p:cNvSpPr>
          <p:nvPr/>
        </p:nvSpPr>
        <p:spPr bwMode="auto">
          <a:xfrm>
            <a:off x="7445375" y="1525588"/>
            <a:ext cx="1919288" cy="590550"/>
          </a:xfrm>
          <a:custGeom>
            <a:avLst/>
            <a:gdLst/>
            <a:ahLst/>
            <a:cxnLst>
              <a:cxn ang="0">
                <a:pos x="0" y="246"/>
              </a:cxn>
              <a:cxn ang="0">
                <a:pos x="107" y="204"/>
              </a:cxn>
              <a:cxn ang="0">
                <a:pos x="431" y="0"/>
              </a:cxn>
              <a:cxn ang="0">
                <a:pos x="759" y="204"/>
              </a:cxn>
              <a:cxn ang="0">
                <a:pos x="861" y="248"/>
              </a:cxn>
            </a:cxnLst>
            <a:rect l="0" t="0" r="r" b="b"/>
            <a:pathLst>
              <a:path w="861" h="248">
                <a:moveTo>
                  <a:pt x="0" y="246"/>
                </a:moveTo>
                <a:cubicBezTo>
                  <a:pt x="18" y="239"/>
                  <a:pt x="35" y="245"/>
                  <a:pt x="107" y="204"/>
                </a:cubicBezTo>
                <a:cubicBezTo>
                  <a:pt x="179" y="163"/>
                  <a:pt x="322" y="0"/>
                  <a:pt x="431" y="0"/>
                </a:cubicBezTo>
                <a:cubicBezTo>
                  <a:pt x="540" y="0"/>
                  <a:pt x="687" y="163"/>
                  <a:pt x="759" y="204"/>
                </a:cubicBezTo>
                <a:cubicBezTo>
                  <a:pt x="831" y="245"/>
                  <a:pt x="840" y="239"/>
                  <a:pt x="861" y="248"/>
                </a:cubicBezTo>
              </a:path>
            </a:pathLst>
          </a:custGeom>
          <a:solidFill>
            <a:srgbClr val="CCFFFF"/>
          </a:solidFill>
          <a:ln w="28575" cmpd="sng">
            <a:solidFill>
              <a:srgbClr val="0000CC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27" name="Freeform 10">
            <a:extLst>
              <a:ext uri="{FF2B5EF4-FFF2-40B4-BE49-F238E27FC236}">
                <a16:creationId xmlns:a16="http://schemas.microsoft.com/office/drawing/2014/main" id="{127650A2-AF49-E26A-749E-516025049680}"/>
              </a:ext>
            </a:extLst>
          </p:cNvPr>
          <p:cNvSpPr>
            <a:spLocks noChangeAspect="1"/>
          </p:cNvSpPr>
          <p:nvPr/>
        </p:nvSpPr>
        <p:spPr bwMode="auto">
          <a:xfrm>
            <a:off x="2811464" y="1525588"/>
            <a:ext cx="1919287" cy="590550"/>
          </a:xfrm>
          <a:custGeom>
            <a:avLst/>
            <a:gdLst/>
            <a:ahLst/>
            <a:cxnLst>
              <a:cxn ang="0">
                <a:pos x="0" y="246"/>
              </a:cxn>
              <a:cxn ang="0">
                <a:pos x="107" y="204"/>
              </a:cxn>
              <a:cxn ang="0">
                <a:pos x="431" y="0"/>
              </a:cxn>
              <a:cxn ang="0">
                <a:pos x="759" y="204"/>
              </a:cxn>
              <a:cxn ang="0">
                <a:pos x="861" y="248"/>
              </a:cxn>
            </a:cxnLst>
            <a:rect l="0" t="0" r="r" b="b"/>
            <a:pathLst>
              <a:path w="861" h="248">
                <a:moveTo>
                  <a:pt x="0" y="246"/>
                </a:moveTo>
                <a:cubicBezTo>
                  <a:pt x="18" y="239"/>
                  <a:pt x="35" y="245"/>
                  <a:pt x="107" y="204"/>
                </a:cubicBezTo>
                <a:cubicBezTo>
                  <a:pt x="179" y="163"/>
                  <a:pt x="322" y="0"/>
                  <a:pt x="431" y="0"/>
                </a:cubicBezTo>
                <a:cubicBezTo>
                  <a:pt x="540" y="0"/>
                  <a:pt x="687" y="163"/>
                  <a:pt x="759" y="204"/>
                </a:cubicBezTo>
                <a:cubicBezTo>
                  <a:pt x="831" y="245"/>
                  <a:pt x="840" y="239"/>
                  <a:pt x="861" y="248"/>
                </a:cubicBezTo>
              </a:path>
            </a:pathLst>
          </a:custGeom>
          <a:solidFill>
            <a:srgbClr val="CCFFFF"/>
          </a:solidFill>
          <a:ln w="28575" cmpd="sng">
            <a:solidFill>
              <a:srgbClr val="0000CC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28" name="Freeform 11">
            <a:extLst>
              <a:ext uri="{FF2B5EF4-FFF2-40B4-BE49-F238E27FC236}">
                <a16:creationId xmlns:a16="http://schemas.microsoft.com/office/drawing/2014/main" id="{A09412A2-F816-F953-4C33-58BD8E0392CC}"/>
              </a:ext>
            </a:extLst>
          </p:cNvPr>
          <p:cNvSpPr>
            <a:spLocks noChangeAspect="1"/>
          </p:cNvSpPr>
          <p:nvPr/>
        </p:nvSpPr>
        <p:spPr bwMode="auto">
          <a:xfrm>
            <a:off x="5129214" y="1525588"/>
            <a:ext cx="1919287" cy="590550"/>
          </a:xfrm>
          <a:custGeom>
            <a:avLst/>
            <a:gdLst/>
            <a:ahLst/>
            <a:cxnLst>
              <a:cxn ang="0">
                <a:pos x="0" y="246"/>
              </a:cxn>
              <a:cxn ang="0">
                <a:pos x="107" y="204"/>
              </a:cxn>
              <a:cxn ang="0">
                <a:pos x="431" y="0"/>
              </a:cxn>
              <a:cxn ang="0">
                <a:pos x="759" y="204"/>
              </a:cxn>
              <a:cxn ang="0">
                <a:pos x="861" y="248"/>
              </a:cxn>
            </a:cxnLst>
            <a:rect l="0" t="0" r="r" b="b"/>
            <a:pathLst>
              <a:path w="861" h="248">
                <a:moveTo>
                  <a:pt x="0" y="246"/>
                </a:moveTo>
                <a:cubicBezTo>
                  <a:pt x="18" y="239"/>
                  <a:pt x="35" y="245"/>
                  <a:pt x="107" y="204"/>
                </a:cubicBezTo>
                <a:cubicBezTo>
                  <a:pt x="179" y="163"/>
                  <a:pt x="322" y="0"/>
                  <a:pt x="431" y="0"/>
                </a:cubicBezTo>
                <a:cubicBezTo>
                  <a:pt x="540" y="0"/>
                  <a:pt x="687" y="163"/>
                  <a:pt x="759" y="204"/>
                </a:cubicBezTo>
                <a:cubicBezTo>
                  <a:pt x="831" y="245"/>
                  <a:pt x="840" y="239"/>
                  <a:pt x="861" y="248"/>
                </a:cubicBezTo>
              </a:path>
            </a:pathLst>
          </a:custGeom>
          <a:solidFill>
            <a:srgbClr val="CCFFFF"/>
          </a:solidFill>
          <a:ln w="28575" cmpd="sng">
            <a:solidFill>
              <a:srgbClr val="0000CC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graphicFrame>
        <p:nvGraphicFramePr>
          <p:cNvPr id="29" name="Object 12">
            <a:extLst>
              <a:ext uri="{FF2B5EF4-FFF2-40B4-BE49-F238E27FC236}">
                <a16:creationId xmlns:a16="http://schemas.microsoft.com/office/drawing/2014/main" id="{16231610-5956-B68C-056F-3FEF78C214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72638" y="2122488"/>
          <a:ext cx="188912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64880" imgH="203040" progId="Equation.3">
                  <p:embed/>
                </p:oleObj>
              </mc:Choice>
              <mc:Fallback>
                <p:oleObj name="Equation" r:id="rId22" imgW="164880" imgH="203040" progId="Equation.3">
                  <p:embed/>
                  <p:pic>
                    <p:nvPicPr>
                      <p:cNvPr id="75879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72638" y="2122488"/>
                        <a:ext cx="188912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Line 13">
            <a:extLst>
              <a:ext uri="{FF2B5EF4-FFF2-40B4-BE49-F238E27FC236}">
                <a16:creationId xmlns:a16="http://schemas.microsoft.com/office/drawing/2014/main" id="{21986331-403A-7C56-DC04-CFC1F6875E4F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9829800" y="2232025"/>
            <a:ext cx="2238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sm" len="med"/>
          </a:ln>
          <a:effectLst/>
        </p:spPr>
        <p:txBody>
          <a:bodyPr/>
          <a:lstStyle/>
          <a:p>
            <a:endParaRPr lang="pt-BR"/>
          </a:p>
        </p:txBody>
      </p:sp>
      <p:graphicFrame>
        <p:nvGraphicFramePr>
          <p:cNvPr id="31" name="Object 14">
            <a:extLst>
              <a:ext uri="{FF2B5EF4-FFF2-40B4-BE49-F238E27FC236}">
                <a16:creationId xmlns:a16="http://schemas.microsoft.com/office/drawing/2014/main" id="{DC4B653B-62A1-16F6-DE0D-F086BDE2BB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24500" y="1093788"/>
          <a:ext cx="533400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69800" imgH="228600" progId="Equation.3">
                  <p:embed/>
                </p:oleObj>
              </mc:Choice>
              <mc:Fallback>
                <p:oleObj name="Equation" r:id="rId24" imgW="469800" imgH="228600" progId="Equation.3">
                  <p:embed/>
                  <p:pic>
                    <p:nvPicPr>
                      <p:cNvPr id="75879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0" y="1093788"/>
                        <a:ext cx="533400" cy="260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5">
            <a:extLst>
              <a:ext uri="{FF2B5EF4-FFF2-40B4-BE49-F238E27FC236}">
                <a16:creationId xmlns:a16="http://schemas.microsoft.com/office/drawing/2014/main" id="{50990FC6-74C8-882C-FBCD-4BE473E65F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10564" y="2108200"/>
          <a:ext cx="219075" cy="26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90440" imgH="228600" progId="Equation.3">
                  <p:embed/>
                </p:oleObj>
              </mc:Choice>
              <mc:Fallback>
                <p:oleObj name="Equation" r:id="rId26" imgW="190440" imgH="228600" progId="Equation.3">
                  <p:embed/>
                  <p:pic>
                    <p:nvPicPr>
                      <p:cNvPr id="75879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0564" y="2108200"/>
                        <a:ext cx="219075" cy="261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6">
            <a:extLst>
              <a:ext uri="{FF2B5EF4-FFF2-40B4-BE49-F238E27FC236}">
                <a16:creationId xmlns:a16="http://schemas.microsoft.com/office/drawing/2014/main" id="{8BBCBA13-D7CE-FAB0-05AE-62ADF246B4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4714" y="2127250"/>
          <a:ext cx="141287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26720" imgH="177480" progId="Equation.3">
                  <p:embed/>
                </p:oleObj>
              </mc:Choice>
              <mc:Fallback>
                <p:oleObj name="Equation" r:id="rId27" imgW="126720" imgH="177480" progId="Equation.3">
                  <p:embed/>
                  <p:pic>
                    <p:nvPicPr>
                      <p:cNvPr id="75880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4714" y="2127250"/>
                        <a:ext cx="141287" cy="198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17">
            <a:extLst>
              <a:ext uri="{FF2B5EF4-FFF2-40B4-BE49-F238E27FC236}">
                <a16:creationId xmlns:a16="http://schemas.microsoft.com/office/drawing/2014/main" id="{4808D50E-EB2E-AF9D-B491-CF7822EE8C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6639" y="1308100"/>
          <a:ext cx="314325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79360" imgH="228600" progId="Equation.3">
                  <p:embed/>
                </p:oleObj>
              </mc:Choice>
              <mc:Fallback>
                <p:oleObj name="Equation" r:id="rId28" imgW="279360" imgH="228600" progId="Equation.3">
                  <p:embed/>
                  <p:pic>
                    <p:nvPicPr>
                      <p:cNvPr id="75880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6639" y="1308100"/>
                        <a:ext cx="314325" cy="260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Line 18">
            <a:extLst>
              <a:ext uri="{FF2B5EF4-FFF2-40B4-BE49-F238E27FC236}">
                <a16:creationId xmlns:a16="http://schemas.microsoft.com/office/drawing/2014/main" id="{FCEF4056-A007-368D-E4D4-9CC0C99858E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026151" y="1517650"/>
            <a:ext cx="119063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graphicFrame>
        <p:nvGraphicFramePr>
          <p:cNvPr id="36" name="Object 19">
            <a:extLst>
              <a:ext uri="{FF2B5EF4-FFF2-40B4-BE49-F238E27FC236}">
                <a16:creationId xmlns:a16="http://schemas.microsoft.com/office/drawing/2014/main" id="{DEF6FE6D-767C-67D1-ADF4-DB3BB87D29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38964" y="2127250"/>
          <a:ext cx="185737" cy="18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64880" imgH="164880" progId="Equation.3">
                  <p:embed/>
                </p:oleObj>
              </mc:Choice>
              <mc:Fallback>
                <p:oleObj name="Equation" r:id="rId30" imgW="164880" imgH="164880" progId="Equation.3">
                  <p:embed/>
                  <p:pic>
                    <p:nvPicPr>
                      <p:cNvPr id="75880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8964" y="2127250"/>
                        <a:ext cx="185737" cy="185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20">
            <a:extLst>
              <a:ext uri="{FF2B5EF4-FFF2-40B4-BE49-F238E27FC236}">
                <a16:creationId xmlns:a16="http://schemas.microsoft.com/office/drawing/2014/main" id="{78FEBBB9-1AB3-C672-FBCA-38DEF826A4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91100" y="2127251"/>
          <a:ext cx="241300" cy="227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15640" imgH="203040" progId="Equation.3">
                  <p:embed/>
                </p:oleObj>
              </mc:Choice>
              <mc:Fallback>
                <p:oleObj name="Equation" r:id="rId31" imgW="215640" imgH="203040" progId="Equation.3">
                  <p:embed/>
                  <p:pic>
                    <p:nvPicPr>
                      <p:cNvPr id="75880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1100" y="2127251"/>
                        <a:ext cx="241300" cy="227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21">
            <a:extLst>
              <a:ext uri="{FF2B5EF4-FFF2-40B4-BE49-F238E27FC236}">
                <a16:creationId xmlns:a16="http://schemas.microsoft.com/office/drawing/2014/main" id="{BBD4DCEB-17A0-58B3-8F56-BE87241112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16325" y="2117726"/>
          <a:ext cx="280988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253800" imgH="228600" progId="Equation.3">
                  <p:embed/>
                </p:oleObj>
              </mc:Choice>
              <mc:Fallback>
                <p:oleObj name="Equation" r:id="rId32" imgW="253800" imgH="228600" progId="Equation.3">
                  <p:embed/>
                  <p:pic>
                    <p:nvPicPr>
                      <p:cNvPr id="75880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6325" y="2117726"/>
                        <a:ext cx="280988" cy="252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Line 22">
            <a:extLst>
              <a:ext uri="{FF2B5EF4-FFF2-40B4-BE49-F238E27FC236}">
                <a16:creationId xmlns:a16="http://schemas.microsoft.com/office/drawing/2014/main" id="{5FCABBFA-3D1B-101A-05DA-1F4350A6AA9C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6092825" y="1155701"/>
            <a:ext cx="0" cy="10144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40" name="Line 23">
            <a:extLst>
              <a:ext uri="{FF2B5EF4-FFF2-40B4-BE49-F238E27FC236}">
                <a16:creationId xmlns:a16="http://schemas.microsoft.com/office/drawing/2014/main" id="{085B22AD-0963-D02C-3AC0-DA555D2D4FBE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505075" y="2108201"/>
            <a:ext cx="753110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41" name="Line 24">
            <a:extLst>
              <a:ext uri="{FF2B5EF4-FFF2-40B4-BE49-F238E27FC236}">
                <a16:creationId xmlns:a16="http://schemas.microsoft.com/office/drawing/2014/main" id="{6D2FD58F-1F60-B41A-96FB-EB7A77571846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8426450" y="2060576"/>
            <a:ext cx="0" cy="47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42" name="Line 25">
            <a:extLst>
              <a:ext uri="{FF2B5EF4-FFF2-40B4-BE49-F238E27FC236}">
                <a16:creationId xmlns:a16="http://schemas.microsoft.com/office/drawing/2014/main" id="{CDA91DD0-8814-F58C-813F-93CD04A20ADD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7035800" y="2063751"/>
            <a:ext cx="0" cy="476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43" name="Line 26">
            <a:extLst>
              <a:ext uri="{FF2B5EF4-FFF2-40B4-BE49-F238E27FC236}">
                <a16:creationId xmlns:a16="http://schemas.microsoft.com/office/drawing/2014/main" id="{B3F50AEF-3867-59B8-14D4-3F52F4D782C4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5149850" y="2058989"/>
            <a:ext cx="0" cy="476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44" name="Line 27">
            <a:extLst>
              <a:ext uri="{FF2B5EF4-FFF2-40B4-BE49-F238E27FC236}">
                <a16:creationId xmlns:a16="http://schemas.microsoft.com/office/drawing/2014/main" id="{A7C2C498-D157-A031-3325-AF7B03BF57F6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3776663" y="2063751"/>
            <a:ext cx="0" cy="476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45" name="Line 28">
            <a:extLst>
              <a:ext uri="{FF2B5EF4-FFF2-40B4-BE49-F238E27FC236}">
                <a16:creationId xmlns:a16="http://schemas.microsoft.com/office/drawing/2014/main" id="{D5A19324-EFDD-9398-77DC-3483B495DD94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015163" y="2108200"/>
            <a:ext cx="481012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46" name="Line 29">
            <a:extLst>
              <a:ext uri="{FF2B5EF4-FFF2-40B4-BE49-F238E27FC236}">
                <a16:creationId xmlns:a16="http://schemas.microsoft.com/office/drawing/2014/main" id="{869AFDFD-4572-41B8-3252-C22A8657CDD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501900" y="2106613"/>
            <a:ext cx="3429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47" name="Line 30">
            <a:extLst>
              <a:ext uri="{FF2B5EF4-FFF2-40B4-BE49-F238E27FC236}">
                <a16:creationId xmlns:a16="http://schemas.microsoft.com/office/drawing/2014/main" id="{0A3B7557-C71F-4D43-64F6-C8BB48A3C8B7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687889" y="2106613"/>
            <a:ext cx="48418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graphicFrame>
        <p:nvGraphicFramePr>
          <p:cNvPr id="48" name="Object 31">
            <a:extLst>
              <a:ext uri="{FF2B5EF4-FFF2-40B4-BE49-F238E27FC236}">
                <a16:creationId xmlns:a16="http://schemas.microsoft.com/office/drawing/2014/main" id="{29F85761-1851-5534-187B-72217AAA0C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10425" y="2108201"/>
          <a:ext cx="476250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419040" imgH="228600" progId="Equation.3">
                  <p:embed/>
                </p:oleObj>
              </mc:Choice>
              <mc:Fallback>
                <p:oleObj name="Equation" r:id="rId33" imgW="419040" imgH="228600" progId="Equation.3">
                  <p:embed/>
                  <p:pic>
                    <p:nvPicPr>
                      <p:cNvPr id="758815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0425" y="2108201"/>
                        <a:ext cx="476250" cy="257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Line 32">
            <a:extLst>
              <a:ext uri="{FF2B5EF4-FFF2-40B4-BE49-F238E27FC236}">
                <a16:creationId xmlns:a16="http://schemas.microsoft.com/office/drawing/2014/main" id="{A4E53FF2-C7BE-6E93-099B-27AC7D6358FF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7458075" y="2060576"/>
            <a:ext cx="0" cy="476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graphicFrame>
        <p:nvGraphicFramePr>
          <p:cNvPr id="50" name="Object 33">
            <a:extLst>
              <a:ext uri="{FF2B5EF4-FFF2-40B4-BE49-F238E27FC236}">
                <a16:creationId xmlns:a16="http://schemas.microsoft.com/office/drawing/2014/main" id="{82C9AC33-5C46-254A-A84D-E1F2AE6CD7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3251" y="2120901"/>
          <a:ext cx="531813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482400" imgH="228600" progId="Equation.3">
                  <p:embed/>
                </p:oleObj>
              </mc:Choice>
              <mc:Fallback>
                <p:oleObj name="Equation" r:id="rId34" imgW="482400" imgH="228600" progId="Equation.3">
                  <p:embed/>
                  <p:pic>
                    <p:nvPicPr>
                      <p:cNvPr id="758817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3251" y="2120901"/>
                        <a:ext cx="531813" cy="252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Line 34">
            <a:extLst>
              <a:ext uri="{FF2B5EF4-FFF2-40B4-BE49-F238E27FC236}">
                <a16:creationId xmlns:a16="http://schemas.microsoft.com/office/drawing/2014/main" id="{A9F8F861-F030-5AA4-982D-9AF6A23B0F39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4711700" y="2065339"/>
            <a:ext cx="0" cy="476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graphicFrame>
        <p:nvGraphicFramePr>
          <p:cNvPr id="52" name="Object 35">
            <a:extLst>
              <a:ext uri="{FF2B5EF4-FFF2-40B4-BE49-F238E27FC236}">
                <a16:creationId xmlns:a16="http://schemas.microsoft.com/office/drawing/2014/main" id="{570027D5-39C6-335B-ACBB-408F4E5BD1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33650" y="2120901"/>
          <a:ext cx="533400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482400" imgH="228600" progId="Equation.3">
                  <p:embed/>
                </p:oleObj>
              </mc:Choice>
              <mc:Fallback>
                <p:oleObj name="Equation" r:id="rId35" imgW="482400" imgH="228600" progId="Equation.3">
                  <p:embed/>
                  <p:pic>
                    <p:nvPicPr>
                      <p:cNvPr id="758819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3650" y="2120901"/>
                        <a:ext cx="533400" cy="252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Line 36">
            <a:extLst>
              <a:ext uri="{FF2B5EF4-FFF2-40B4-BE49-F238E27FC236}">
                <a16:creationId xmlns:a16="http://schemas.microsoft.com/office/drawing/2014/main" id="{6A9C75E3-B993-0FA7-5D73-24A63F339716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833688" y="2065339"/>
            <a:ext cx="0" cy="4762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graphicFrame>
        <p:nvGraphicFramePr>
          <p:cNvPr id="54" name="Object 37">
            <a:extLst>
              <a:ext uri="{FF2B5EF4-FFF2-40B4-BE49-F238E27FC236}">
                <a16:creationId xmlns:a16="http://schemas.microsoft.com/office/drawing/2014/main" id="{72097729-4247-42A5-1C16-E2C7F4B982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96375" y="2116139"/>
          <a:ext cx="490538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431640" imgH="228600" progId="Equation.3">
                  <p:embed/>
                </p:oleObj>
              </mc:Choice>
              <mc:Fallback>
                <p:oleObj name="Equation" r:id="rId36" imgW="431640" imgH="228600" progId="Equation.3">
                  <p:embed/>
                  <p:pic>
                    <p:nvPicPr>
                      <p:cNvPr id="758821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6375" y="2116139"/>
                        <a:ext cx="490538" cy="257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Line 38">
            <a:extLst>
              <a:ext uri="{FF2B5EF4-FFF2-40B4-BE49-F238E27FC236}">
                <a16:creationId xmlns:a16="http://schemas.microsoft.com/office/drawing/2014/main" id="{9E69CBEB-6829-94C8-17AE-4BB5E3384039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9350375" y="2068514"/>
            <a:ext cx="0" cy="47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56" name="Line 39">
            <a:extLst>
              <a:ext uri="{FF2B5EF4-FFF2-40B4-BE49-F238E27FC236}">
                <a16:creationId xmlns:a16="http://schemas.microsoft.com/office/drawing/2014/main" id="{43A749A9-3988-F2CD-3DF4-26A2C2DF34F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9340851" y="2106613"/>
            <a:ext cx="481013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57" name="Freeform 40">
            <a:extLst>
              <a:ext uri="{FF2B5EF4-FFF2-40B4-BE49-F238E27FC236}">
                <a16:creationId xmlns:a16="http://schemas.microsoft.com/office/drawing/2014/main" id="{C2BCF210-F438-5DB8-4D0A-C875B1A4DF85}"/>
              </a:ext>
            </a:extLst>
          </p:cNvPr>
          <p:cNvSpPr>
            <a:spLocks noChangeAspect="1"/>
          </p:cNvSpPr>
          <p:nvPr/>
        </p:nvSpPr>
        <p:spPr bwMode="auto">
          <a:xfrm>
            <a:off x="9772651" y="1987550"/>
            <a:ext cx="271463" cy="120650"/>
          </a:xfrm>
          <a:custGeom>
            <a:avLst/>
            <a:gdLst/>
            <a:ahLst/>
            <a:cxnLst>
              <a:cxn ang="0">
                <a:pos x="0" y="51"/>
              </a:cxn>
              <a:cxn ang="0">
                <a:pos x="62" y="33"/>
              </a:cxn>
              <a:cxn ang="0">
                <a:pos x="114" y="0"/>
              </a:cxn>
            </a:cxnLst>
            <a:rect l="0" t="0" r="r" b="b"/>
            <a:pathLst>
              <a:path w="114" h="51">
                <a:moveTo>
                  <a:pt x="0" y="51"/>
                </a:moveTo>
                <a:cubicBezTo>
                  <a:pt x="10" y="48"/>
                  <a:pt x="43" y="42"/>
                  <a:pt x="62" y="33"/>
                </a:cubicBezTo>
                <a:cubicBezTo>
                  <a:pt x="81" y="24"/>
                  <a:pt x="103" y="7"/>
                  <a:pt x="114" y="0"/>
                </a:cubicBezTo>
              </a:path>
            </a:pathLst>
          </a:custGeom>
          <a:noFill/>
          <a:ln w="28575" cmpd="sng">
            <a:solidFill>
              <a:srgbClr val="0000CC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58" name="Freeform 44">
            <a:extLst>
              <a:ext uri="{FF2B5EF4-FFF2-40B4-BE49-F238E27FC236}">
                <a16:creationId xmlns:a16="http://schemas.microsoft.com/office/drawing/2014/main" id="{43967BE0-8E40-9668-B96D-8B41B32FFC36}"/>
              </a:ext>
            </a:extLst>
          </p:cNvPr>
          <p:cNvSpPr>
            <a:spLocks noChangeAspect="1"/>
          </p:cNvSpPr>
          <p:nvPr/>
        </p:nvSpPr>
        <p:spPr bwMode="auto">
          <a:xfrm>
            <a:off x="7450139" y="3444875"/>
            <a:ext cx="1919287" cy="590550"/>
          </a:xfrm>
          <a:custGeom>
            <a:avLst/>
            <a:gdLst/>
            <a:ahLst/>
            <a:cxnLst>
              <a:cxn ang="0">
                <a:pos x="0" y="246"/>
              </a:cxn>
              <a:cxn ang="0">
                <a:pos x="107" y="204"/>
              </a:cxn>
              <a:cxn ang="0">
                <a:pos x="431" y="0"/>
              </a:cxn>
              <a:cxn ang="0">
                <a:pos x="759" y="204"/>
              </a:cxn>
              <a:cxn ang="0">
                <a:pos x="861" y="248"/>
              </a:cxn>
            </a:cxnLst>
            <a:rect l="0" t="0" r="r" b="b"/>
            <a:pathLst>
              <a:path w="861" h="248">
                <a:moveTo>
                  <a:pt x="0" y="246"/>
                </a:moveTo>
                <a:cubicBezTo>
                  <a:pt x="18" y="239"/>
                  <a:pt x="35" y="245"/>
                  <a:pt x="107" y="204"/>
                </a:cubicBezTo>
                <a:cubicBezTo>
                  <a:pt x="179" y="163"/>
                  <a:pt x="322" y="0"/>
                  <a:pt x="431" y="0"/>
                </a:cubicBezTo>
                <a:cubicBezTo>
                  <a:pt x="540" y="0"/>
                  <a:pt x="687" y="163"/>
                  <a:pt x="759" y="204"/>
                </a:cubicBezTo>
                <a:cubicBezTo>
                  <a:pt x="831" y="245"/>
                  <a:pt x="840" y="239"/>
                  <a:pt x="861" y="248"/>
                </a:cubicBezTo>
              </a:path>
            </a:pathLst>
          </a:custGeom>
          <a:noFill/>
          <a:ln w="28575" cap="flat" cmpd="sng">
            <a:solidFill>
              <a:srgbClr val="0000CC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59" name="Freeform 45">
            <a:extLst>
              <a:ext uri="{FF2B5EF4-FFF2-40B4-BE49-F238E27FC236}">
                <a16:creationId xmlns:a16="http://schemas.microsoft.com/office/drawing/2014/main" id="{8C39D2B8-E0CB-6DA3-8240-F7BE47121CA2}"/>
              </a:ext>
            </a:extLst>
          </p:cNvPr>
          <p:cNvSpPr>
            <a:spLocks noChangeAspect="1"/>
          </p:cNvSpPr>
          <p:nvPr/>
        </p:nvSpPr>
        <p:spPr bwMode="auto">
          <a:xfrm>
            <a:off x="2816225" y="3444875"/>
            <a:ext cx="1919288" cy="590550"/>
          </a:xfrm>
          <a:custGeom>
            <a:avLst/>
            <a:gdLst/>
            <a:ahLst/>
            <a:cxnLst>
              <a:cxn ang="0">
                <a:pos x="0" y="246"/>
              </a:cxn>
              <a:cxn ang="0">
                <a:pos x="107" y="204"/>
              </a:cxn>
              <a:cxn ang="0">
                <a:pos x="431" y="0"/>
              </a:cxn>
              <a:cxn ang="0">
                <a:pos x="759" y="204"/>
              </a:cxn>
              <a:cxn ang="0">
                <a:pos x="861" y="248"/>
              </a:cxn>
            </a:cxnLst>
            <a:rect l="0" t="0" r="r" b="b"/>
            <a:pathLst>
              <a:path w="861" h="248">
                <a:moveTo>
                  <a:pt x="0" y="246"/>
                </a:moveTo>
                <a:cubicBezTo>
                  <a:pt x="18" y="239"/>
                  <a:pt x="35" y="245"/>
                  <a:pt x="107" y="204"/>
                </a:cubicBezTo>
                <a:cubicBezTo>
                  <a:pt x="179" y="163"/>
                  <a:pt x="322" y="0"/>
                  <a:pt x="431" y="0"/>
                </a:cubicBezTo>
                <a:cubicBezTo>
                  <a:pt x="540" y="0"/>
                  <a:pt x="687" y="163"/>
                  <a:pt x="759" y="204"/>
                </a:cubicBezTo>
                <a:cubicBezTo>
                  <a:pt x="831" y="245"/>
                  <a:pt x="840" y="239"/>
                  <a:pt x="861" y="248"/>
                </a:cubicBezTo>
              </a:path>
            </a:pathLst>
          </a:custGeom>
          <a:noFill/>
          <a:ln w="28575" cap="flat" cmpd="sng">
            <a:solidFill>
              <a:srgbClr val="0000CC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60" name="Freeform 46">
            <a:extLst>
              <a:ext uri="{FF2B5EF4-FFF2-40B4-BE49-F238E27FC236}">
                <a16:creationId xmlns:a16="http://schemas.microsoft.com/office/drawing/2014/main" id="{1C0BF29F-2C09-C8F1-5CF3-E2B674B4E7E4}"/>
              </a:ext>
            </a:extLst>
          </p:cNvPr>
          <p:cNvSpPr>
            <a:spLocks noChangeAspect="1"/>
          </p:cNvSpPr>
          <p:nvPr/>
        </p:nvSpPr>
        <p:spPr bwMode="auto">
          <a:xfrm>
            <a:off x="5133975" y="3444875"/>
            <a:ext cx="1919288" cy="590550"/>
          </a:xfrm>
          <a:custGeom>
            <a:avLst/>
            <a:gdLst/>
            <a:ahLst/>
            <a:cxnLst>
              <a:cxn ang="0">
                <a:pos x="0" y="246"/>
              </a:cxn>
              <a:cxn ang="0">
                <a:pos x="107" y="204"/>
              </a:cxn>
              <a:cxn ang="0">
                <a:pos x="431" y="0"/>
              </a:cxn>
              <a:cxn ang="0">
                <a:pos x="759" y="204"/>
              </a:cxn>
              <a:cxn ang="0">
                <a:pos x="861" y="248"/>
              </a:cxn>
            </a:cxnLst>
            <a:rect l="0" t="0" r="r" b="b"/>
            <a:pathLst>
              <a:path w="861" h="248">
                <a:moveTo>
                  <a:pt x="0" y="246"/>
                </a:moveTo>
                <a:cubicBezTo>
                  <a:pt x="18" y="239"/>
                  <a:pt x="35" y="245"/>
                  <a:pt x="107" y="204"/>
                </a:cubicBezTo>
                <a:cubicBezTo>
                  <a:pt x="179" y="163"/>
                  <a:pt x="322" y="0"/>
                  <a:pt x="431" y="0"/>
                </a:cubicBezTo>
                <a:cubicBezTo>
                  <a:pt x="540" y="0"/>
                  <a:pt x="687" y="163"/>
                  <a:pt x="759" y="204"/>
                </a:cubicBezTo>
                <a:cubicBezTo>
                  <a:pt x="831" y="245"/>
                  <a:pt x="840" y="239"/>
                  <a:pt x="861" y="248"/>
                </a:cubicBezTo>
              </a:path>
            </a:pathLst>
          </a:custGeom>
          <a:noFill/>
          <a:ln w="28575" cap="flat" cmpd="sng">
            <a:solidFill>
              <a:srgbClr val="0000CC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graphicFrame>
        <p:nvGraphicFramePr>
          <p:cNvPr id="61" name="Object 49">
            <a:extLst>
              <a:ext uri="{FF2B5EF4-FFF2-40B4-BE49-F238E27FC236}">
                <a16:creationId xmlns:a16="http://schemas.microsoft.com/office/drawing/2014/main" id="{0D182426-19D0-4D59-0967-E2C283FB64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49901" y="2873376"/>
          <a:ext cx="549275" cy="24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482400" imgH="215640" progId="Equation.3">
                  <p:embed/>
                </p:oleObj>
              </mc:Choice>
              <mc:Fallback>
                <p:oleObj name="Equation" r:id="rId37" imgW="482400" imgH="215640" progId="Equation.3">
                  <p:embed/>
                  <p:pic>
                    <p:nvPicPr>
                      <p:cNvPr id="758833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9901" y="2873376"/>
                        <a:ext cx="549275" cy="246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2" name="Group 69">
            <a:extLst>
              <a:ext uri="{FF2B5EF4-FFF2-40B4-BE49-F238E27FC236}">
                <a16:creationId xmlns:a16="http://schemas.microsoft.com/office/drawing/2014/main" id="{6CF6E40F-F525-FB8D-E3D2-341CD23AED5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153025" y="3338514"/>
            <a:ext cx="1887538" cy="687387"/>
            <a:chOff x="1765" y="1185"/>
            <a:chExt cx="793" cy="355"/>
          </a:xfrm>
        </p:grpSpPr>
        <p:sp>
          <p:nvSpPr>
            <p:cNvPr id="63" name="Line 70">
              <a:extLst>
                <a:ext uri="{FF2B5EF4-FFF2-40B4-BE49-F238E27FC236}">
                  <a16:creationId xmlns:a16="http://schemas.microsoft.com/office/drawing/2014/main" id="{E1FA77A2-D95C-5F69-E284-E8D763143B0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558" y="1188"/>
              <a:ext cx="0" cy="3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64" name="Line 71">
              <a:extLst>
                <a:ext uri="{FF2B5EF4-FFF2-40B4-BE49-F238E27FC236}">
                  <a16:creationId xmlns:a16="http://schemas.microsoft.com/office/drawing/2014/main" id="{4AC88258-4393-F486-FEE5-F324D9D3ED0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765" y="1185"/>
              <a:ext cx="0" cy="3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5" name="Freeform 72">
            <a:extLst>
              <a:ext uri="{FF2B5EF4-FFF2-40B4-BE49-F238E27FC236}">
                <a16:creationId xmlns:a16="http://schemas.microsoft.com/office/drawing/2014/main" id="{599E04ED-8D79-2C56-63B6-2763A76E3D9F}"/>
              </a:ext>
            </a:extLst>
          </p:cNvPr>
          <p:cNvSpPr>
            <a:spLocks noChangeAspect="1"/>
          </p:cNvSpPr>
          <p:nvPr/>
        </p:nvSpPr>
        <p:spPr bwMode="auto">
          <a:xfrm>
            <a:off x="2506663" y="3352801"/>
            <a:ext cx="7548562" cy="677863"/>
          </a:xfrm>
          <a:custGeom>
            <a:avLst/>
            <a:gdLst/>
            <a:ahLst/>
            <a:cxnLst>
              <a:cxn ang="0">
                <a:pos x="0" y="285"/>
              </a:cxn>
              <a:cxn ang="0">
                <a:pos x="928" y="285"/>
              </a:cxn>
              <a:cxn ang="0">
                <a:pos x="1112" y="0"/>
              </a:cxn>
              <a:cxn ang="0">
                <a:pos x="1906" y="0"/>
              </a:cxn>
              <a:cxn ang="0">
                <a:pos x="2082" y="285"/>
              </a:cxn>
              <a:cxn ang="0">
                <a:pos x="3170" y="285"/>
              </a:cxn>
            </a:cxnLst>
            <a:rect l="0" t="0" r="r" b="b"/>
            <a:pathLst>
              <a:path w="3170" h="285">
                <a:moveTo>
                  <a:pt x="0" y="285"/>
                </a:moveTo>
                <a:lnTo>
                  <a:pt x="928" y="285"/>
                </a:lnTo>
                <a:lnTo>
                  <a:pt x="1112" y="0"/>
                </a:lnTo>
                <a:lnTo>
                  <a:pt x="1906" y="0"/>
                </a:lnTo>
                <a:lnTo>
                  <a:pt x="2082" y="285"/>
                </a:lnTo>
                <a:lnTo>
                  <a:pt x="3170" y="285"/>
                </a:lnTo>
              </a:path>
            </a:pathLst>
          </a:custGeom>
          <a:noFill/>
          <a:ln w="28575" cap="flat" cmpd="sng">
            <a:solidFill>
              <a:srgbClr val="A50021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graphicFrame>
        <p:nvGraphicFramePr>
          <p:cNvPr id="66" name="Object 73">
            <a:extLst>
              <a:ext uri="{FF2B5EF4-FFF2-40B4-BE49-F238E27FC236}">
                <a16:creationId xmlns:a16="http://schemas.microsoft.com/office/drawing/2014/main" id="{2C4BC88D-AD8F-414B-AA13-A9AB3B71EA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7588" y="3082925"/>
          <a:ext cx="360362" cy="26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317160" imgH="228600" progId="Equation.3">
                  <p:embed/>
                </p:oleObj>
              </mc:Choice>
              <mc:Fallback>
                <p:oleObj name="Equation" r:id="rId39" imgW="317160" imgH="228600" progId="Equation.3">
                  <p:embed/>
                  <p:pic>
                    <p:nvPicPr>
                      <p:cNvPr id="758857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7588" y="3082925"/>
                        <a:ext cx="360362" cy="261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Freeform 74">
            <a:extLst>
              <a:ext uri="{FF2B5EF4-FFF2-40B4-BE49-F238E27FC236}">
                <a16:creationId xmlns:a16="http://schemas.microsoft.com/office/drawing/2014/main" id="{A9B6B3E9-A733-1CDD-0B00-703F9F61BE3B}"/>
              </a:ext>
            </a:extLst>
          </p:cNvPr>
          <p:cNvSpPr>
            <a:spLocks noChangeAspect="1"/>
          </p:cNvSpPr>
          <p:nvPr/>
        </p:nvSpPr>
        <p:spPr bwMode="auto">
          <a:xfrm>
            <a:off x="9779001" y="3902075"/>
            <a:ext cx="271463" cy="122238"/>
          </a:xfrm>
          <a:custGeom>
            <a:avLst/>
            <a:gdLst/>
            <a:ahLst/>
            <a:cxnLst>
              <a:cxn ang="0">
                <a:pos x="0" y="51"/>
              </a:cxn>
              <a:cxn ang="0">
                <a:pos x="62" y="33"/>
              </a:cxn>
              <a:cxn ang="0">
                <a:pos x="114" y="0"/>
              </a:cxn>
            </a:cxnLst>
            <a:rect l="0" t="0" r="r" b="b"/>
            <a:pathLst>
              <a:path w="114" h="51">
                <a:moveTo>
                  <a:pt x="0" y="51"/>
                </a:moveTo>
                <a:cubicBezTo>
                  <a:pt x="10" y="48"/>
                  <a:pt x="43" y="42"/>
                  <a:pt x="62" y="33"/>
                </a:cubicBezTo>
                <a:cubicBezTo>
                  <a:pt x="81" y="24"/>
                  <a:pt x="103" y="7"/>
                  <a:pt x="114" y="0"/>
                </a:cubicBezTo>
              </a:path>
            </a:pathLst>
          </a:custGeom>
          <a:noFill/>
          <a:ln w="28575" cap="flat" cmpd="sng">
            <a:solidFill>
              <a:srgbClr val="0000CC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graphicFrame>
        <p:nvGraphicFramePr>
          <p:cNvPr id="68" name="Object 75">
            <a:extLst>
              <a:ext uri="{FF2B5EF4-FFF2-40B4-BE49-F238E27FC236}">
                <a16:creationId xmlns:a16="http://schemas.microsoft.com/office/drawing/2014/main" id="{9DDC31FB-7FB6-1C1E-5396-420A4C6A96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32701" y="2986089"/>
          <a:ext cx="1304925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1143000" imgH="368280" progId="Equation.3">
                  <p:embed/>
                </p:oleObj>
              </mc:Choice>
              <mc:Fallback>
                <p:oleObj name="Equation" r:id="rId41" imgW="1143000" imgH="368280" progId="Equation.3">
                  <p:embed/>
                  <p:pic>
                    <p:nvPicPr>
                      <p:cNvPr id="758859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2701" y="2986089"/>
                        <a:ext cx="1304925" cy="414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9" name="Group 76">
            <a:extLst>
              <a:ext uri="{FF2B5EF4-FFF2-40B4-BE49-F238E27FC236}">
                <a16:creationId xmlns:a16="http://schemas.microsoft.com/office/drawing/2014/main" id="{186CCF8B-65D5-F51D-5CA8-DAB5BB6DB00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045326" y="2995614"/>
            <a:ext cx="417513" cy="923925"/>
            <a:chOff x="2560" y="1143"/>
            <a:chExt cx="175" cy="352"/>
          </a:xfrm>
        </p:grpSpPr>
        <p:sp>
          <p:nvSpPr>
            <p:cNvPr id="70" name="Line 77">
              <a:extLst>
                <a:ext uri="{FF2B5EF4-FFF2-40B4-BE49-F238E27FC236}">
                  <a16:creationId xmlns:a16="http://schemas.microsoft.com/office/drawing/2014/main" id="{421D7EAE-518D-E83A-F280-B27E8FD12FE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560" y="1143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71" name="Line 78">
              <a:extLst>
                <a:ext uri="{FF2B5EF4-FFF2-40B4-BE49-F238E27FC236}">
                  <a16:creationId xmlns:a16="http://schemas.microsoft.com/office/drawing/2014/main" id="{A5E2A2A5-A9F9-4E47-6CE5-DEF64CCA610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735" y="1143"/>
              <a:ext cx="0" cy="3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2" name="Line 79">
            <a:extLst>
              <a:ext uri="{FF2B5EF4-FFF2-40B4-BE49-F238E27FC236}">
                <a16:creationId xmlns:a16="http://schemas.microsoft.com/office/drawing/2014/main" id="{C347901B-360A-6FE2-2FC0-D853B8F9763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883401" y="3095625"/>
            <a:ext cx="1571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sm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73" name="Line 80">
            <a:extLst>
              <a:ext uri="{FF2B5EF4-FFF2-40B4-BE49-F238E27FC236}">
                <a16:creationId xmlns:a16="http://schemas.microsoft.com/office/drawing/2014/main" id="{96F09F90-FA12-4A88-4B7F-B15442FFBA9F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7464426" y="3095625"/>
            <a:ext cx="1571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sm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74" name="Freeform 85">
            <a:extLst>
              <a:ext uri="{FF2B5EF4-FFF2-40B4-BE49-F238E27FC236}">
                <a16:creationId xmlns:a16="http://schemas.microsoft.com/office/drawing/2014/main" id="{D4E0839B-5B99-0693-8F71-E6687AED2E60}"/>
              </a:ext>
            </a:extLst>
          </p:cNvPr>
          <p:cNvSpPr>
            <a:spLocks noChangeAspect="1"/>
          </p:cNvSpPr>
          <p:nvPr/>
        </p:nvSpPr>
        <p:spPr bwMode="auto">
          <a:xfrm>
            <a:off x="5141914" y="5210175"/>
            <a:ext cx="1919287" cy="590550"/>
          </a:xfrm>
          <a:custGeom>
            <a:avLst/>
            <a:gdLst/>
            <a:ahLst/>
            <a:cxnLst>
              <a:cxn ang="0">
                <a:pos x="0" y="246"/>
              </a:cxn>
              <a:cxn ang="0">
                <a:pos x="107" y="204"/>
              </a:cxn>
              <a:cxn ang="0">
                <a:pos x="431" y="0"/>
              </a:cxn>
              <a:cxn ang="0">
                <a:pos x="759" y="204"/>
              </a:cxn>
              <a:cxn ang="0">
                <a:pos x="861" y="248"/>
              </a:cxn>
            </a:cxnLst>
            <a:rect l="0" t="0" r="r" b="b"/>
            <a:pathLst>
              <a:path w="861" h="248">
                <a:moveTo>
                  <a:pt x="0" y="246"/>
                </a:moveTo>
                <a:cubicBezTo>
                  <a:pt x="18" y="239"/>
                  <a:pt x="35" y="245"/>
                  <a:pt x="107" y="204"/>
                </a:cubicBezTo>
                <a:cubicBezTo>
                  <a:pt x="179" y="163"/>
                  <a:pt x="322" y="0"/>
                  <a:pt x="431" y="0"/>
                </a:cubicBezTo>
                <a:cubicBezTo>
                  <a:pt x="540" y="0"/>
                  <a:pt x="687" y="163"/>
                  <a:pt x="759" y="204"/>
                </a:cubicBezTo>
                <a:cubicBezTo>
                  <a:pt x="831" y="245"/>
                  <a:pt x="840" y="239"/>
                  <a:pt x="861" y="248"/>
                </a:cubicBezTo>
              </a:path>
            </a:pathLst>
          </a:custGeom>
          <a:solidFill>
            <a:srgbClr val="CCFFFF"/>
          </a:solidFill>
          <a:ln w="28575" cmpd="sng">
            <a:solidFill>
              <a:srgbClr val="0000CC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75" name="Line 86">
            <a:extLst>
              <a:ext uri="{FF2B5EF4-FFF2-40B4-BE49-F238E27FC236}">
                <a16:creationId xmlns:a16="http://schemas.microsoft.com/office/drawing/2014/main" id="{8526065F-B33E-4601-D73B-1C40AD5A2166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509838" y="5795963"/>
            <a:ext cx="75422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graphicFrame>
        <p:nvGraphicFramePr>
          <p:cNvPr id="76" name="Object 87">
            <a:extLst>
              <a:ext uri="{FF2B5EF4-FFF2-40B4-BE49-F238E27FC236}">
                <a16:creationId xmlns:a16="http://schemas.microsoft.com/office/drawing/2014/main" id="{43E68E98-7C23-D611-F574-0C5054618A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85338" y="5807075"/>
          <a:ext cx="188912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164880" imgH="203040" progId="Equation.3">
                  <p:embed/>
                </p:oleObj>
              </mc:Choice>
              <mc:Fallback>
                <p:oleObj name="Equation" r:id="rId43" imgW="164880" imgH="203040" progId="Equation.3">
                  <p:embed/>
                  <p:pic>
                    <p:nvPicPr>
                      <p:cNvPr id="758871" name="Object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5338" y="5807075"/>
                        <a:ext cx="188912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Line 88">
            <a:extLst>
              <a:ext uri="{FF2B5EF4-FFF2-40B4-BE49-F238E27FC236}">
                <a16:creationId xmlns:a16="http://schemas.microsoft.com/office/drawing/2014/main" id="{DCC74022-167A-6389-1184-89A21EF9411E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9842500" y="5916613"/>
            <a:ext cx="2238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sm" len="med"/>
          </a:ln>
          <a:effectLst/>
        </p:spPr>
        <p:txBody>
          <a:bodyPr/>
          <a:lstStyle/>
          <a:p>
            <a:endParaRPr lang="pt-BR"/>
          </a:p>
        </p:txBody>
      </p:sp>
      <p:graphicFrame>
        <p:nvGraphicFramePr>
          <p:cNvPr id="78" name="Object 89">
            <a:extLst>
              <a:ext uri="{FF2B5EF4-FFF2-40B4-BE49-F238E27FC236}">
                <a16:creationId xmlns:a16="http://schemas.microsoft.com/office/drawing/2014/main" id="{45F7A116-2F59-DAE3-F211-48B6608052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5625" y="4797426"/>
          <a:ext cx="458788" cy="23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406080" imgH="203040" progId="Equation.3">
                  <p:embed/>
                </p:oleObj>
              </mc:Choice>
              <mc:Fallback>
                <p:oleObj name="Equation" r:id="rId45" imgW="406080" imgH="203040" progId="Equation.3">
                  <p:embed/>
                  <p:pic>
                    <p:nvPicPr>
                      <p:cNvPr id="758873" name="Object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5625" y="4797426"/>
                        <a:ext cx="458788" cy="231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Object 90">
            <a:extLst>
              <a:ext uri="{FF2B5EF4-FFF2-40B4-BE49-F238E27FC236}">
                <a16:creationId xmlns:a16="http://schemas.microsoft.com/office/drawing/2014/main" id="{C42039D7-FE71-4181-16F0-378C3C0618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67414" y="5811839"/>
          <a:ext cx="141287" cy="19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126720" imgH="177480" progId="Equation.3">
                  <p:embed/>
                </p:oleObj>
              </mc:Choice>
              <mc:Fallback>
                <p:oleObj name="Equation" r:id="rId47" imgW="126720" imgH="177480" progId="Equation.3">
                  <p:embed/>
                  <p:pic>
                    <p:nvPicPr>
                      <p:cNvPr id="758874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7414" y="5811839"/>
                        <a:ext cx="141287" cy="198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Object 91">
            <a:extLst>
              <a:ext uri="{FF2B5EF4-FFF2-40B4-BE49-F238E27FC236}">
                <a16:creationId xmlns:a16="http://schemas.microsoft.com/office/drawing/2014/main" id="{627CAF8D-FBBC-149A-DB36-6B7D89AD77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27750" y="5010151"/>
          <a:ext cx="185738" cy="18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9" imgW="164880" imgH="164880" progId="Equation.3">
                  <p:embed/>
                </p:oleObj>
              </mc:Choice>
              <mc:Fallback>
                <p:oleObj name="Equation" r:id="rId49" imgW="164880" imgH="164880" progId="Equation.3">
                  <p:embed/>
                  <p:pic>
                    <p:nvPicPr>
                      <p:cNvPr id="758875" name="Object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7750" y="5010151"/>
                        <a:ext cx="185738" cy="187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" name="Line 92">
            <a:extLst>
              <a:ext uri="{FF2B5EF4-FFF2-40B4-BE49-F238E27FC236}">
                <a16:creationId xmlns:a16="http://schemas.microsoft.com/office/drawing/2014/main" id="{CA1C1FA9-6D7A-9401-CC05-8B4681CBA725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038851" y="5202238"/>
            <a:ext cx="119063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graphicFrame>
        <p:nvGraphicFramePr>
          <p:cNvPr id="82" name="Object 93">
            <a:extLst>
              <a:ext uri="{FF2B5EF4-FFF2-40B4-BE49-F238E27FC236}">
                <a16:creationId xmlns:a16="http://schemas.microsoft.com/office/drawing/2014/main" id="{CEA59569-45D4-6198-BD94-7A02B5B56A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51664" y="5811839"/>
          <a:ext cx="185737" cy="185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1" imgW="164880" imgH="164880" progId="Equation.3">
                  <p:embed/>
                </p:oleObj>
              </mc:Choice>
              <mc:Fallback>
                <p:oleObj name="Equation" r:id="rId51" imgW="164880" imgH="164880" progId="Equation.3">
                  <p:embed/>
                  <p:pic>
                    <p:nvPicPr>
                      <p:cNvPr id="758877" name="Object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1664" y="5811839"/>
                        <a:ext cx="185737" cy="185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Object 94">
            <a:extLst>
              <a:ext uri="{FF2B5EF4-FFF2-40B4-BE49-F238E27FC236}">
                <a16:creationId xmlns:a16="http://schemas.microsoft.com/office/drawing/2014/main" id="{4B41AC06-D6DB-B28B-83C5-5C80B56AE9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5811838"/>
          <a:ext cx="241300" cy="22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3" imgW="215640" imgH="203040" progId="Equation.3">
                  <p:embed/>
                </p:oleObj>
              </mc:Choice>
              <mc:Fallback>
                <p:oleObj name="Equation" r:id="rId53" imgW="215640" imgH="203040" progId="Equation.3">
                  <p:embed/>
                  <p:pic>
                    <p:nvPicPr>
                      <p:cNvPr id="758878" name="Object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5811838"/>
                        <a:ext cx="241300" cy="227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" name="Line 95">
            <a:extLst>
              <a:ext uri="{FF2B5EF4-FFF2-40B4-BE49-F238E27FC236}">
                <a16:creationId xmlns:a16="http://schemas.microsoft.com/office/drawing/2014/main" id="{694D152D-10CD-43DA-A362-ED14967F77E6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6105525" y="4840288"/>
            <a:ext cx="0" cy="1014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85" name="Line 96">
            <a:extLst>
              <a:ext uri="{FF2B5EF4-FFF2-40B4-BE49-F238E27FC236}">
                <a16:creationId xmlns:a16="http://schemas.microsoft.com/office/drawing/2014/main" id="{1517795A-85CF-9639-1A89-29E0279C441A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7048500" y="5748339"/>
            <a:ext cx="0" cy="476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86" name="Line 97">
            <a:extLst>
              <a:ext uri="{FF2B5EF4-FFF2-40B4-BE49-F238E27FC236}">
                <a16:creationId xmlns:a16="http://schemas.microsoft.com/office/drawing/2014/main" id="{20FB6ACC-1D26-2CAA-E6A8-621188BB6945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5162550" y="5743576"/>
            <a:ext cx="0" cy="476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87" name="Line 98">
            <a:extLst>
              <a:ext uri="{FF2B5EF4-FFF2-40B4-BE49-F238E27FC236}">
                <a16:creationId xmlns:a16="http://schemas.microsoft.com/office/drawing/2014/main" id="{14DDC4A9-1EB7-4CC4-65F6-470714B7643E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027863" y="5792788"/>
            <a:ext cx="30099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88" name="Line 99">
            <a:extLst>
              <a:ext uri="{FF2B5EF4-FFF2-40B4-BE49-F238E27FC236}">
                <a16:creationId xmlns:a16="http://schemas.microsoft.com/office/drawing/2014/main" id="{CB3420F5-80B4-C868-BE41-00531445FCB4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509839" y="5791200"/>
            <a:ext cx="267493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6339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198D08-3458-1D19-903D-5767CF182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Escolha prática da taxa de amostragem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9F2E3830-0828-38C8-E943-9D7C69864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2525" y="1371600"/>
            <a:ext cx="73152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 sz="2400"/>
              <a:t>Na prática, os filtros </a:t>
            </a:r>
            <a:r>
              <a:rPr lang="pt-BR" sz="2400" i="1"/>
              <a:t>antialiasing</a:t>
            </a:r>
            <a:r>
              <a:rPr lang="pt-BR" sz="2400"/>
              <a:t> e de reconstrução não são filtros ideais e, por isso, a taxa de amostragem precisa ser maior que </a:t>
            </a:r>
            <a:r>
              <a:rPr lang="pt-BR" sz="2400">
                <a:latin typeface="Times New Roman" pitchFamily="18" charset="0"/>
              </a:rPr>
              <a:t>2</a:t>
            </a:r>
            <a:r>
              <a:rPr lang="pt-BR" sz="2400" i="1">
                <a:latin typeface="Times New Roman" pitchFamily="18" charset="0"/>
              </a:rPr>
              <a:t>B</a:t>
            </a:r>
            <a:r>
              <a:rPr lang="pt-BR" sz="2400">
                <a:latin typeface="Times New Roman" pitchFamily="18" charset="0"/>
              </a:rPr>
              <a:t>. </a:t>
            </a:r>
            <a:r>
              <a:rPr lang="pt-BR" sz="2400"/>
              <a:t>Utiliza-se, geralmente, valores de </a:t>
            </a:r>
            <a:r>
              <a:rPr lang="pt-BR" sz="2400" i="1">
                <a:latin typeface="Times New Roman" pitchFamily="18" charset="0"/>
              </a:rPr>
              <a:t>f</a:t>
            </a:r>
            <a:r>
              <a:rPr lang="pt-BR" sz="2400" i="1" baseline="-25000">
                <a:latin typeface="Times New Roman" pitchFamily="18" charset="0"/>
              </a:rPr>
              <a:t>s</a:t>
            </a:r>
            <a:r>
              <a:rPr lang="pt-BR" sz="2400" i="1">
                <a:latin typeface="Times New Roman" pitchFamily="18" charset="0"/>
              </a:rPr>
              <a:t> </a:t>
            </a:r>
            <a:r>
              <a:rPr lang="pt-BR" sz="2400"/>
              <a:t>na faixa</a:t>
            </a:r>
          </a:p>
        </p:txBody>
      </p:sp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34AD11D8-689F-8432-2CCC-D1C7C7FC52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32325" y="2762250"/>
          <a:ext cx="2895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47560" imgH="228600" progId="Equation.3">
                  <p:embed/>
                </p:oleObj>
              </mc:Choice>
              <mc:Fallback>
                <p:oleObj name="Equation" r:id="rId2" imgW="1447560" imgH="228600" progId="Equation.3">
                  <p:embed/>
                  <p:pic>
                    <p:nvPicPr>
                      <p:cNvPr id="76186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2325" y="2762250"/>
                        <a:ext cx="28956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7">
            <a:extLst>
              <a:ext uri="{FF2B5EF4-FFF2-40B4-BE49-F238E27FC236}">
                <a16:creationId xmlns:a16="http://schemas.microsoft.com/office/drawing/2014/main" id="{9C9BD104-D095-5FD9-3132-20312F67F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113" y="3494088"/>
            <a:ext cx="7315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 sz="2400"/>
              <a:t>onde, </a:t>
            </a:r>
            <a:r>
              <a:rPr lang="pt-BR" sz="2400" i="1">
                <a:latin typeface="Times New Roman" pitchFamily="18" charset="0"/>
              </a:rPr>
              <a:t>B </a:t>
            </a:r>
            <a:r>
              <a:rPr lang="pt-BR" sz="2400"/>
              <a:t>é a frequência de corte do filtro </a:t>
            </a:r>
            <a:r>
              <a:rPr lang="pt-BR" sz="2400" i="1"/>
              <a:t>antialiasing.</a:t>
            </a:r>
            <a:endParaRPr lang="pt-BR" sz="2400"/>
          </a:p>
        </p:txBody>
      </p:sp>
    </p:spTree>
    <p:extLst>
      <p:ext uri="{BB962C8B-B14F-4D97-AF65-F5344CB8AC3E}">
        <p14:creationId xmlns:p14="http://schemas.microsoft.com/office/powerpoint/2010/main" val="466733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BC561B-AF21-C393-5188-8229B889C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Transformada discreta de </a:t>
            </a:r>
            <a:r>
              <a:rPr lang="pt-BR" dirty="0" err="1"/>
              <a:t>fourier</a:t>
            </a:r>
            <a:r>
              <a:rPr lang="pt-BR" dirty="0"/>
              <a:t> (DFT)</a:t>
            </a:r>
          </a:p>
        </p:txBody>
      </p:sp>
    </p:spTree>
    <p:extLst>
      <p:ext uri="{BB962C8B-B14F-4D97-AF65-F5344CB8AC3E}">
        <p14:creationId xmlns:p14="http://schemas.microsoft.com/office/powerpoint/2010/main" val="2913255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930700-8C51-7D4E-9762-931CBBA1C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Transformada de Fourier Discreta (1)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27A170-585E-8E0C-174A-6C446574682D}"/>
              </a:ext>
            </a:extLst>
          </p:cNvPr>
          <p:cNvSpPr txBox="1">
            <a:spLocks/>
          </p:cNvSpPr>
          <p:nvPr/>
        </p:nvSpPr>
        <p:spPr>
          <a:xfrm>
            <a:off x="1905000" y="1143000"/>
            <a:ext cx="8299450" cy="2574758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7200" dirty="0"/>
              <a:t>Podemos amostrar sinal limitado no tempo dentre um intervalo de tamanho </a:t>
            </a:r>
            <a:r>
              <a:rPr lang="pt-BR" sz="7200" i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pt-BR" sz="72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pt-BR" sz="7200" dirty="0"/>
              <a:t> a uma taxa </a:t>
            </a:r>
            <a:r>
              <a:rPr lang="pt-BR" sz="7200" i="1" dirty="0" err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pt-BR" sz="7200" i="1" baseline="-25000" dirty="0" err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pt-BR" sz="7200" dirty="0">
                <a:latin typeface="Times New Roman" pitchFamily="18" charset="0"/>
                <a:cs typeface="Times New Roman" pitchFamily="18" charset="0"/>
              </a:rPr>
              <a:t> = 1/</a:t>
            </a:r>
            <a:r>
              <a:rPr lang="pt-BR" sz="7200" i="1" dirty="0" err="1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pt-BR" sz="7200" i="1" baseline="-25000" dirty="0" err="1">
                <a:latin typeface="Times New Roman" pitchFamily="18" charset="0"/>
                <a:cs typeface="Times New Roman" pitchFamily="18" charset="0"/>
              </a:rPr>
              <a:t>s</a:t>
            </a:r>
            <a:endParaRPr lang="pt-BR" sz="7200" i="1" baseline="-25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pt-BR" sz="7200" dirty="0">
                <a:cs typeface="Times New Roman" pitchFamily="18" charset="0"/>
              </a:rPr>
              <a:t>Temos </a:t>
            </a:r>
            <a:r>
              <a:rPr lang="pt-BR" sz="7200" i="1" dirty="0">
                <a:latin typeface="Times New Roman" pitchFamily="18" charset="0"/>
                <a:cs typeface="Times New Roman" pitchFamily="18" charset="0"/>
              </a:rPr>
              <a:t>N = T</a:t>
            </a:r>
            <a:r>
              <a:rPr lang="pt-BR" sz="72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pt-BR" sz="7200" i="1" dirty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pt-BR" sz="7200" i="1" dirty="0" err="1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pt-BR" sz="7200" i="1" baseline="-25000" dirty="0" err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pt-BR" sz="7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z="7200" dirty="0">
                <a:cs typeface="Times New Roman" pitchFamily="18" charset="0"/>
              </a:rPr>
              <a:t>amostras</a:t>
            </a:r>
          </a:p>
          <a:p>
            <a:pPr lvl="1"/>
            <a:endParaRPr lang="pt-BR" sz="7200" dirty="0">
              <a:cs typeface="Times New Roman" pitchFamily="18" charset="0"/>
            </a:endParaRPr>
          </a:p>
          <a:p>
            <a:pPr lvl="1"/>
            <a:endParaRPr lang="pt-BR" sz="7200" dirty="0">
              <a:cs typeface="Times New Roman" pitchFamily="18" charset="0"/>
            </a:endParaRPr>
          </a:p>
          <a:p>
            <a:pPr lvl="1"/>
            <a:endParaRPr lang="pt-BR" sz="7200" dirty="0">
              <a:cs typeface="Times New Roman" pitchFamily="18" charset="0"/>
            </a:endParaRPr>
          </a:p>
          <a:p>
            <a:pPr lvl="1"/>
            <a:endParaRPr lang="pt-BR" sz="7200" dirty="0">
              <a:cs typeface="Times New Roman" pitchFamily="18" charset="0"/>
            </a:endParaRPr>
          </a:p>
          <a:p>
            <a:pPr lvl="1"/>
            <a:endParaRPr lang="pt-BR" sz="7200" dirty="0">
              <a:cs typeface="Times New Roman" pitchFamily="18" charset="0"/>
            </a:endParaRPr>
          </a:p>
          <a:p>
            <a:pPr lvl="1"/>
            <a:endParaRPr lang="pt-BR" sz="7200" dirty="0">
              <a:cs typeface="Times New Roman" pitchFamily="18" charset="0"/>
            </a:endParaRPr>
          </a:p>
          <a:p>
            <a:pPr lvl="1"/>
            <a:endParaRPr lang="pt-BR" sz="7200" dirty="0">
              <a:cs typeface="Times New Roman" pitchFamily="18" charset="0"/>
            </a:endParaRPr>
          </a:p>
          <a:p>
            <a:r>
              <a:rPr lang="pt-BR" sz="7200" dirty="0">
                <a:cs typeface="Times New Roman" pitchFamily="18" charset="0"/>
              </a:rPr>
              <a:t>A transformada de Fourier do sinal pode ser aproximada pelas suas amostras</a:t>
            </a:r>
          </a:p>
          <a:p>
            <a:endParaRPr lang="pt-BR" sz="1600" dirty="0"/>
          </a:p>
        </p:txBody>
      </p:sp>
      <p:sp>
        <p:nvSpPr>
          <p:cNvPr id="4" name="Line 34">
            <a:extLst>
              <a:ext uri="{FF2B5EF4-FFF2-40B4-BE49-F238E27FC236}">
                <a16:creationId xmlns:a16="http://schemas.microsoft.com/office/drawing/2014/main" id="{9B23C638-038E-790F-5C66-66BCFF5050BA}"/>
              </a:ext>
            </a:extLst>
          </p:cNvPr>
          <p:cNvSpPr>
            <a:spLocks noChangeShapeType="1"/>
          </p:cNvSpPr>
          <p:nvPr/>
        </p:nvSpPr>
        <p:spPr bwMode="ltGray">
          <a:xfrm>
            <a:off x="2685551" y="2931159"/>
            <a:ext cx="5705476" cy="109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5" name="Line 35">
            <a:extLst>
              <a:ext uri="{FF2B5EF4-FFF2-40B4-BE49-F238E27FC236}">
                <a16:creationId xmlns:a16="http://schemas.microsoft.com/office/drawing/2014/main" id="{CAD0669B-4E5C-01AC-0D64-9071F7629C9B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3001463" y="2375188"/>
            <a:ext cx="1588" cy="102800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pSp>
        <p:nvGrpSpPr>
          <p:cNvPr id="6" name="Group 36">
            <a:extLst>
              <a:ext uri="{FF2B5EF4-FFF2-40B4-BE49-F238E27FC236}">
                <a16:creationId xmlns:a16="http://schemas.microsoft.com/office/drawing/2014/main" id="{9608CA9C-D455-5F96-4869-26C305D34468}"/>
              </a:ext>
            </a:extLst>
          </p:cNvPr>
          <p:cNvGrpSpPr>
            <a:grpSpLocks/>
          </p:cNvGrpSpPr>
          <p:nvPr/>
        </p:nvGrpSpPr>
        <p:grpSpPr bwMode="auto">
          <a:xfrm>
            <a:off x="8080970" y="3014010"/>
            <a:ext cx="487363" cy="274716"/>
            <a:chOff x="4467" y="3617"/>
            <a:chExt cx="307" cy="252"/>
          </a:xfrm>
        </p:grpSpPr>
        <p:sp>
          <p:nvSpPr>
            <p:cNvPr id="7" name="Text Box 37">
              <a:extLst>
                <a:ext uri="{FF2B5EF4-FFF2-40B4-BE49-F238E27FC236}">
                  <a16:creationId xmlns:a16="http://schemas.microsoft.com/office/drawing/2014/main" id="{C7600BD4-7162-1301-E05B-055043ABB5D1}"/>
                </a:ext>
              </a:extLst>
            </p:cNvPr>
            <p:cNvSpPr txBox="1">
              <a:spLocks noChangeArrowheads="1"/>
            </p:cNvSpPr>
            <p:nvPr/>
          </p:nvSpPr>
          <p:spPr bwMode="ltGray">
            <a:xfrm>
              <a:off x="4467" y="3617"/>
              <a:ext cx="104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i="1"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8" name="Line 38">
              <a:extLst>
                <a:ext uri="{FF2B5EF4-FFF2-40B4-BE49-F238E27FC236}">
                  <a16:creationId xmlns:a16="http://schemas.microsoft.com/office/drawing/2014/main" id="{7E613613-8B02-3885-7C3D-13CF62A2F633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4574" y="3725"/>
              <a:ext cx="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sm" len="lg"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9" name="Freeform 39">
            <a:extLst>
              <a:ext uri="{FF2B5EF4-FFF2-40B4-BE49-F238E27FC236}">
                <a16:creationId xmlns:a16="http://schemas.microsoft.com/office/drawing/2014/main" id="{E5ACBA2F-8F23-0607-B126-B5A4E21B5585}"/>
              </a:ext>
            </a:extLst>
          </p:cNvPr>
          <p:cNvSpPr>
            <a:spLocks/>
          </p:cNvSpPr>
          <p:nvPr/>
        </p:nvSpPr>
        <p:spPr bwMode="ltGray">
          <a:xfrm>
            <a:off x="3035713" y="2456947"/>
            <a:ext cx="4097582" cy="898276"/>
          </a:xfrm>
          <a:custGeom>
            <a:avLst/>
            <a:gdLst>
              <a:gd name="connsiteX0" fmla="*/ 0 w 9028"/>
              <a:gd name="connsiteY0" fmla="*/ 5644 h 10000"/>
              <a:gd name="connsiteX1" fmla="*/ 546 w 9028"/>
              <a:gd name="connsiteY1" fmla="*/ 3699 h 10000"/>
              <a:gd name="connsiteX2" fmla="*/ 1242 w 9028"/>
              <a:gd name="connsiteY2" fmla="*/ 1635 h 10000"/>
              <a:gd name="connsiteX3" fmla="*/ 1779 w 9028"/>
              <a:gd name="connsiteY3" fmla="*/ 486 h 10000"/>
              <a:gd name="connsiteX4" fmla="*/ 2425 w 9028"/>
              <a:gd name="connsiteY4" fmla="*/ 82 h 10000"/>
              <a:gd name="connsiteX5" fmla="*/ 3093 w 9028"/>
              <a:gd name="connsiteY5" fmla="*/ 985 h 10000"/>
              <a:gd name="connsiteX6" fmla="*/ 3758 w 9028"/>
              <a:gd name="connsiteY6" fmla="*/ 3895 h 10000"/>
              <a:gd name="connsiteX7" fmla="*/ 4304 w 9028"/>
              <a:gd name="connsiteY7" fmla="*/ 6420 h 10000"/>
              <a:gd name="connsiteX8" fmla="*/ 4758 w 9028"/>
              <a:gd name="connsiteY8" fmla="*/ 8744 h 10000"/>
              <a:gd name="connsiteX9" fmla="*/ 5429 w 9028"/>
              <a:gd name="connsiteY9" fmla="*/ 9994 h 10000"/>
              <a:gd name="connsiteX10" fmla="*/ 6333 w 9028"/>
              <a:gd name="connsiteY10" fmla="*/ 8706 h 10000"/>
              <a:gd name="connsiteX11" fmla="*/ 7049 w 9028"/>
              <a:gd name="connsiteY11" fmla="*/ 7077 h 10000"/>
              <a:gd name="connsiteX12" fmla="*/ 8141 w 9028"/>
              <a:gd name="connsiteY12" fmla="*/ 6244 h 10000"/>
              <a:gd name="connsiteX13" fmla="*/ 9028 w 9028"/>
              <a:gd name="connsiteY13" fmla="*/ 4388 h 10000"/>
              <a:gd name="connsiteX0" fmla="*/ 0 w 9475"/>
              <a:gd name="connsiteY0" fmla="*/ 5644 h 10000"/>
              <a:gd name="connsiteX1" fmla="*/ 605 w 9475"/>
              <a:gd name="connsiteY1" fmla="*/ 3699 h 10000"/>
              <a:gd name="connsiteX2" fmla="*/ 1376 w 9475"/>
              <a:gd name="connsiteY2" fmla="*/ 1635 h 10000"/>
              <a:gd name="connsiteX3" fmla="*/ 1971 w 9475"/>
              <a:gd name="connsiteY3" fmla="*/ 486 h 10000"/>
              <a:gd name="connsiteX4" fmla="*/ 2686 w 9475"/>
              <a:gd name="connsiteY4" fmla="*/ 82 h 10000"/>
              <a:gd name="connsiteX5" fmla="*/ 3426 w 9475"/>
              <a:gd name="connsiteY5" fmla="*/ 985 h 10000"/>
              <a:gd name="connsiteX6" fmla="*/ 4163 w 9475"/>
              <a:gd name="connsiteY6" fmla="*/ 3895 h 10000"/>
              <a:gd name="connsiteX7" fmla="*/ 4767 w 9475"/>
              <a:gd name="connsiteY7" fmla="*/ 6420 h 10000"/>
              <a:gd name="connsiteX8" fmla="*/ 5270 w 9475"/>
              <a:gd name="connsiteY8" fmla="*/ 8744 h 10000"/>
              <a:gd name="connsiteX9" fmla="*/ 6014 w 9475"/>
              <a:gd name="connsiteY9" fmla="*/ 9994 h 10000"/>
              <a:gd name="connsiteX10" fmla="*/ 7015 w 9475"/>
              <a:gd name="connsiteY10" fmla="*/ 8706 h 10000"/>
              <a:gd name="connsiteX11" fmla="*/ 7808 w 9475"/>
              <a:gd name="connsiteY11" fmla="*/ 7077 h 10000"/>
              <a:gd name="connsiteX12" fmla="*/ 9018 w 9475"/>
              <a:gd name="connsiteY12" fmla="*/ 6244 h 10000"/>
              <a:gd name="connsiteX13" fmla="*/ 9475 w 9475"/>
              <a:gd name="connsiteY13" fmla="*/ 5192 h 10000"/>
              <a:gd name="connsiteX0" fmla="*/ 0 w 9518"/>
              <a:gd name="connsiteY0" fmla="*/ 5644 h 10000"/>
              <a:gd name="connsiteX1" fmla="*/ 639 w 9518"/>
              <a:gd name="connsiteY1" fmla="*/ 3699 h 10000"/>
              <a:gd name="connsiteX2" fmla="*/ 1452 w 9518"/>
              <a:gd name="connsiteY2" fmla="*/ 1635 h 10000"/>
              <a:gd name="connsiteX3" fmla="*/ 2080 w 9518"/>
              <a:gd name="connsiteY3" fmla="*/ 486 h 10000"/>
              <a:gd name="connsiteX4" fmla="*/ 2835 w 9518"/>
              <a:gd name="connsiteY4" fmla="*/ 82 h 10000"/>
              <a:gd name="connsiteX5" fmla="*/ 3616 w 9518"/>
              <a:gd name="connsiteY5" fmla="*/ 985 h 10000"/>
              <a:gd name="connsiteX6" fmla="*/ 4394 w 9518"/>
              <a:gd name="connsiteY6" fmla="*/ 3895 h 10000"/>
              <a:gd name="connsiteX7" fmla="*/ 5031 w 9518"/>
              <a:gd name="connsiteY7" fmla="*/ 6420 h 10000"/>
              <a:gd name="connsiteX8" fmla="*/ 5562 w 9518"/>
              <a:gd name="connsiteY8" fmla="*/ 8744 h 10000"/>
              <a:gd name="connsiteX9" fmla="*/ 6347 w 9518"/>
              <a:gd name="connsiteY9" fmla="*/ 9994 h 10000"/>
              <a:gd name="connsiteX10" fmla="*/ 7404 w 9518"/>
              <a:gd name="connsiteY10" fmla="*/ 8706 h 10000"/>
              <a:gd name="connsiteX11" fmla="*/ 8241 w 9518"/>
              <a:gd name="connsiteY11" fmla="*/ 7077 h 10000"/>
              <a:gd name="connsiteX12" fmla="*/ 9518 w 9518"/>
              <a:gd name="connsiteY12" fmla="*/ 6244 h 10000"/>
              <a:gd name="connsiteX0" fmla="*/ 0 w 9656"/>
              <a:gd name="connsiteY0" fmla="*/ 5644 h 10000"/>
              <a:gd name="connsiteX1" fmla="*/ 671 w 9656"/>
              <a:gd name="connsiteY1" fmla="*/ 3699 h 10000"/>
              <a:gd name="connsiteX2" fmla="*/ 1526 w 9656"/>
              <a:gd name="connsiteY2" fmla="*/ 1635 h 10000"/>
              <a:gd name="connsiteX3" fmla="*/ 2185 w 9656"/>
              <a:gd name="connsiteY3" fmla="*/ 486 h 10000"/>
              <a:gd name="connsiteX4" fmla="*/ 2979 w 9656"/>
              <a:gd name="connsiteY4" fmla="*/ 82 h 10000"/>
              <a:gd name="connsiteX5" fmla="*/ 3799 w 9656"/>
              <a:gd name="connsiteY5" fmla="*/ 985 h 10000"/>
              <a:gd name="connsiteX6" fmla="*/ 4617 w 9656"/>
              <a:gd name="connsiteY6" fmla="*/ 3895 h 10000"/>
              <a:gd name="connsiteX7" fmla="*/ 5286 w 9656"/>
              <a:gd name="connsiteY7" fmla="*/ 6420 h 10000"/>
              <a:gd name="connsiteX8" fmla="*/ 5844 w 9656"/>
              <a:gd name="connsiteY8" fmla="*/ 8744 h 10000"/>
              <a:gd name="connsiteX9" fmla="*/ 6668 w 9656"/>
              <a:gd name="connsiteY9" fmla="*/ 9994 h 10000"/>
              <a:gd name="connsiteX10" fmla="*/ 7779 w 9656"/>
              <a:gd name="connsiteY10" fmla="*/ 8706 h 10000"/>
              <a:gd name="connsiteX11" fmla="*/ 8658 w 9656"/>
              <a:gd name="connsiteY11" fmla="*/ 7077 h 10000"/>
              <a:gd name="connsiteX12" fmla="*/ 9656 w 9656"/>
              <a:gd name="connsiteY12" fmla="*/ 5306 h 10000"/>
              <a:gd name="connsiteX0" fmla="*/ 0 w 10000"/>
              <a:gd name="connsiteY0" fmla="*/ 5644 h 10000"/>
              <a:gd name="connsiteX1" fmla="*/ 969 w 10000"/>
              <a:gd name="connsiteY1" fmla="*/ 5574 h 10000"/>
              <a:gd name="connsiteX2" fmla="*/ 1580 w 10000"/>
              <a:gd name="connsiteY2" fmla="*/ 1635 h 10000"/>
              <a:gd name="connsiteX3" fmla="*/ 2263 w 10000"/>
              <a:gd name="connsiteY3" fmla="*/ 486 h 10000"/>
              <a:gd name="connsiteX4" fmla="*/ 3085 w 10000"/>
              <a:gd name="connsiteY4" fmla="*/ 82 h 10000"/>
              <a:gd name="connsiteX5" fmla="*/ 3934 w 10000"/>
              <a:gd name="connsiteY5" fmla="*/ 985 h 10000"/>
              <a:gd name="connsiteX6" fmla="*/ 4781 w 10000"/>
              <a:gd name="connsiteY6" fmla="*/ 3895 h 10000"/>
              <a:gd name="connsiteX7" fmla="*/ 5474 w 10000"/>
              <a:gd name="connsiteY7" fmla="*/ 6420 h 10000"/>
              <a:gd name="connsiteX8" fmla="*/ 6052 w 10000"/>
              <a:gd name="connsiteY8" fmla="*/ 8744 h 10000"/>
              <a:gd name="connsiteX9" fmla="*/ 6906 w 10000"/>
              <a:gd name="connsiteY9" fmla="*/ 9994 h 10000"/>
              <a:gd name="connsiteX10" fmla="*/ 8056 w 10000"/>
              <a:gd name="connsiteY10" fmla="*/ 8706 h 10000"/>
              <a:gd name="connsiteX11" fmla="*/ 8966 w 10000"/>
              <a:gd name="connsiteY11" fmla="*/ 7077 h 10000"/>
              <a:gd name="connsiteX12" fmla="*/ 10000 w 10000"/>
              <a:gd name="connsiteY12" fmla="*/ 5306 h 10000"/>
              <a:gd name="connsiteX0" fmla="*/ 0 w 9031"/>
              <a:gd name="connsiteY0" fmla="*/ 5574 h 10000"/>
              <a:gd name="connsiteX1" fmla="*/ 611 w 9031"/>
              <a:gd name="connsiteY1" fmla="*/ 1635 h 10000"/>
              <a:gd name="connsiteX2" fmla="*/ 1294 w 9031"/>
              <a:gd name="connsiteY2" fmla="*/ 486 h 10000"/>
              <a:gd name="connsiteX3" fmla="*/ 2116 w 9031"/>
              <a:gd name="connsiteY3" fmla="*/ 82 h 10000"/>
              <a:gd name="connsiteX4" fmla="*/ 2965 w 9031"/>
              <a:gd name="connsiteY4" fmla="*/ 985 h 10000"/>
              <a:gd name="connsiteX5" fmla="*/ 3812 w 9031"/>
              <a:gd name="connsiteY5" fmla="*/ 3895 h 10000"/>
              <a:gd name="connsiteX6" fmla="*/ 4505 w 9031"/>
              <a:gd name="connsiteY6" fmla="*/ 6420 h 10000"/>
              <a:gd name="connsiteX7" fmla="*/ 5083 w 9031"/>
              <a:gd name="connsiteY7" fmla="*/ 8744 h 10000"/>
              <a:gd name="connsiteX8" fmla="*/ 5937 w 9031"/>
              <a:gd name="connsiteY8" fmla="*/ 9994 h 10000"/>
              <a:gd name="connsiteX9" fmla="*/ 7087 w 9031"/>
              <a:gd name="connsiteY9" fmla="*/ 8706 h 10000"/>
              <a:gd name="connsiteX10" fmla="*/ 7997 w 9031"/>
              <a:gd name="connsiteY10" fmla="*/ 7077 h 10000"/>
              <a:gd name="connsiteX11" fmla="*/ 9031 w 9031"/>
              <a:gd name="connsiteY11" fmla="*/ 5306 h 10000"/>
              <a:gd name="connsiteX0" fmla="*/ 0 w 10334"/>
              <a:gd name="connsiteY0" fmla="*/ 5306 h 10000"/>
              <a:gd name="connsiteX1" fmla="*/ 1011 w 10334"/>
              <a:gd name="connsiteY1" fmla="*/ 1635 h 10000"/>
              <a:gd name="connsiteX2" fmla="*/ 1767 w 10334"/>
              <a:gd name="connsiteY2" fmla="*/ 486 h 10000"/>
              <a:gd name="connsiteX3" fmla="*/ 2677 w 10334"/>
              <a:gd name="connsiteY3" fmla="*/ 82 h 10000"/>
              <a:gd name="connsiteX4" fmla="*/ 3617 w 10334"/>
              <a:gd name="connsiteY4" fmla="*/ 985 h 10000"/>
              <a:gd name="connsiteX5" fmla="*/ 4555 w 10334"/>
              <a:gd name="connsiteY5" fmla="*/ 3895 h 10000"/>
              <a:gd name="connsiteX6" fmla="*/ 5322 w 10334"/>
              <a:gd name="connsiteY6" fmla="*/ 6420 h 10000"/>
              <a:gd name="connsiteX7" fmla="*/ 5962 w 10334"/>
              <a:gd name="connsiteY7" fmla="*/ 8744 h 10000"/>
              <a:gd name="connsiteX8" fmla="*/ 6908 w 10334"/>
              <a:gd name="connsiteY8" fmla="*/ 9994 h 10000"/>
              <a:gd name="connsiteX9" fmla="*/ 8181 w 10334"/>
              <a:gd name="connsiteY9" fmla="*/ 8706 h 10000"/>
              <a:gd name="connsiteX10" fmla="*/ 9189 w 10334"/>
              <a:gd name="connsiteY10" fmla="*/ 7077 h 10000"/>
              <a:gd name="connsiteX11" fmla="*/ 10334 w 10334"/>
              <a:gd name="connsiteY11" fmla="*/ 5306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334" h="10000">
                <a:moveTo>
                  <a:pt x="0" y="5306"/>
                </a:moveTo>
                <a:cubicBezTo>
                  <a:pt x="291" y="4644"/>
                  <a:pt x="717" y="2438"/>
                  <a:pt x="1011" y="1635"/>
                </a:cubicBezTo>
                <a:cubicBezTo>
                  <a:pt x="1305" y="832"/>
                  <a:pt x="1490" y="745"/>
                  <a:pt x="1767" y="486"/>
                </a:cubicBezTo>
                <a:cubicBezTo>
                  <a:pt x="2044" y="227"/>
                  <a:pt x="2369" y="0"/>
                  <a:pt x="2677" y="82"/>
                </a:cubicBezTo>
                <a:cubicBezTo>
                  <a:pt x="2986" y="164"/>
                  <a:pt x="3305" y="347"/>
                  <a:pt x="3617" y="985"/>
                </a:cubicBezTo>
                <a:cubicBezTo>
                  <a:pt x="3928" y="1622"/>
                  <a:pt x="4270" y="2992"/>
                  <a:pt x="4555" y="3895"/>
                </a:cubicBezTo>
                <a:cubicBezTo>
                  <a:pt x="4837" y="4798"/>
                  <a:pt x="5087" y="5612"/>
                  <a:pt x="5322" y="6420"/>
                </a:cubicBezTo>
                <a:cubicBezTo>
                  <a:pt x="5558" y="7229"/>
                  <a:pt x="5700" y="8150"/>
                  <a:pt x="5962" y="8744"/>
                </a:cubicBezTo>
                <a:cubicBezTo>
                  <a:pt x="6228" y="9337"/>
                  <a:pt x="6539" y="10000"/>
                  <a:pt x="6908" y="9994"/>
                </a:cubicBezTo>
                <a:cubicBezTo>
                  <a:pt x="7277" y="9987"/>
                  <a:pt x="7801" y="9192"/>
                  <a:pt x="8181" y="8706"/>
                </a:cubicBezTo>
                <a:cubicBezTo>
                  <a:pt x="8561" y="8220"/>
                  <a:pt x="8830" y="7644"/>
                  <a:pt x="9189" y="7077"/>
                </a:cubicBezTo>
                <a:cubicBezTo>
                  <a:pt x="9549" y="6510"/>
                  <a:pt x="9980" y="5620"/>
                  <a:pt x="10334" y="5306"/>
                </a:cubicBezTo>
              </a:path>
            </a:pathLst>
          </a:custGeom>
          <a:noFill/>
          <a:ln w="25400" cap="flat" cmpd="sng">
            <a:solidFill>
              <a:schemeClr val="accent2">
                <a:alpha val="50000"/>
              </a:schemeClr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10" name="Line 42">
            <a:extLst>
              <a:ext uri="{FF2B5EF4-FFF2-40B4-BE49-F238E27FC236}">
                <a16:creationId xmlns:a16="http://schemas.microsoft.com/office/drawing/2014/main" id="{DCB9BA1A-651B-6222-CDE5-438493FE4A4C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3846095" y="2514604"/>
            <a:ext cx="1506" cy="420915"/>
          </a:xfrm>
          <a:prstGeom prst="line">
            <a:avLst/>
          </a:prstGeom>
          <a:noFill/>
          <a:ln w="38100">
            <a:solidFill>
              <a:srgbClr val="063DE8"/>
            </a:solidFill>
            <a:round/>
            <a:headEnd/>
            <a:tailEnd type="oval" w="sm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1" name="Line 43">
            <a:extLst>
              <a:ext uri="{FF2B5EF4-FFF2-40B4-BE49-F238E27FC236}">
                <a16:creationId xmlns:a16="http://schemas.microsoft.com/office/drawing/2014/main" id="{44C74895-EF07-E0D8-78AB-6F489581B350}"/>
              </a:ext>
            </a:extLst>
          </p:cNvPr>
          <p:cNvSpPr>
            <a:spLocks noChangeShapeType="1"/>
          </p:cNvSpPr>
          <p:nvPr/>
        </p:nvSpPr>
        <p:spPr bwMode="ltGray">
          <a:xfrm flipV="1">
            <a:off x="4685801" y="2673886"/>
            <a:ext cx="1588" cy="261634"/>
          </a:xfrm>
          <a:prstGeom prst="line">
            <a:avLst/>
          </a:prstGeom>
          <a:noFill/>
          <a:ln w="38100">
            <a:solidFill>
              <a:srgbClr val="063DE8"/>
            </a:solidFill>
            <a:round/>
            <a:headEnd/>
            <a:tailEnd type="oval" w="sm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2" name="Line 44">
            <a:extLst>
              <a:ext uri="{FF2B5EF4-FFF2-40B4-BE49-F238E27FC236}">
                <a16:creationId xmlns:a16="http://schemas.microsoft.com/office/drawing/2014/main" id="{2CE3A688-A2B6-B35E-5D73-2406BC4BD115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5524001" y="2928980"/>
            <a:ext cx="1588" cy="376099"/>
          </a:xfrm>
          <a:prstGeom prst="line">
            <a:avLst/>
          </a:prstGeom>
          <a:noFill/>
          <a:ln w="38100">
            <a:solidFill>
              <a:srgbClr val="063DE8"/>
            </a:solidFill>
            <a:round/>
            <a:headEnd/>
            <a:tailEnd type="oval" w="sm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3" name="Line 45">
            <a:extLst>
              <a:ext uri="{FF2B5EF4-FFF2-40B4-BE49-F238E27FC236}">
                <a16:creationId xmlns:a16="http://schemas.microsoft.com/office/drawing/2014/main" id="{0086C0AC-A3FD-6476-E247-956D5215C8E6}"/>
              </a:ext>
            </a:extLst>
          </p:cNvPr>
          <p:cNvSpPr>
            <a:spLocks noChangeShapeType="1"/>
          </p:cNvSpPr>
          <p:nvPr/>
        </p:nvSpPr>
        <p:spPr bwMode="ltGray">
          <a:xfrm>
            <a:off x="6382840" y="2925709"/>
            <a:ext cx="1918" cy="262665"/>
          </a:xfrm>
          <a:prstGeom prst="line">
            <a:avLst/>
          </a:prstGeom>
          <a:noFill/>
          <a:ln w="38100">
            <a:solidFill>
              <a:srgbClr val="063DE8"/>
            </a:solidFill>
            <a:round/>
            <a:headEnd/>
            <a:tailEnd type="oval" w="sm" len="med"/>
          </a:ln>
          <a:effectLst/>
        </p:spPr>
        <p:txBody>
          <a:bodyPr/>
          <a:lstStyle/>
          <a:p>
            <a:endParaRPr lang="pt-BR"/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F769D275-B22E-161B-1D02-5C4CFE1D6A74}"/>
              </a:ext>
            </a:extLst>
          </p:cNvPr>
          <p:cNvCxnSpPr/>
          <p:nvPr/>
        </p:nvCxnSpPr>
        <p:spPr bwMode="auto">
          <a:xfrm rot="5400000">
            <a:off x="7942856" y="2941725"/>
            <a:ext cx="204537" cy="0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310C3A1-D20E-3E33-2421-0A0A7A942BEF}"/>
              </a:ext>
            </a:extLst>
          </p:cNvPr>
          <p:cNvSpPr txBox="1"/>
          <p:nvPr/>
        </p:nvSpPr>
        <p:spPr>
          <a:xfrm>
            <a:off x="7972934" y="2418351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pt-BR" i="1" baseline="-250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16" name="Line 42">
            <a:extLst>
              <a:ext uri="{FF2B5EF4-FFF2-40B4-BE49-F238E27FC236}">
                <a16:creationId xmlns:a16="http://schemas.microsoft.com/office/drawing/2014/main" id="{A5456976-F22A-E219-549B-9FE515254B0F}"/>
              </a:ext>
            </a:extLst>
          </p:cNvPr>
          <p:cNvSpPr>
            <a:spLocks noChangeShapeType="1"/>
          </p:cNvSpPr>
          <p:nvPr/>
        </p:nvSpPr>
        <p:spPr bwMode="ltGray">
          <a:xfrm flipV="1">
            <a:off x="4252673" y="2478509"/>
            <a:ext cx="2496" cy="452994"/>
          </a:xfrm>
          <a:prstGeom prst="line">
            <a:avLst/>
          </a:prstGeom>
          <a:noFill/>
          <a:ln w="38100">
            <a:solidFill>
              <a:srgbClr val="063DE8"/>
            </a:solidFill>
            <a:round/>
            <a:headEnd/>
            <a:tailEnd type="oval" w="sm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7" name="Line 42">
            <a:extLst>
              <a:ext uri="{FF2B5EF4-FFF2-40B4-BE49-F238E27FC236}">
                <a16:creationId xmlns:a16="http://schemas.microsoft.com/office/drawing/2014/main" id="{09589BB8-F4A1-973B-7DFD-59BEAC3F3343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3437022" y="2622888"/>
            <a:ext cx="5525" cy="328667"/>
          </a:xfrm>
          <a:prstGeom prst="line">
            <a:avLst/>
          </a:prstGeom>
          <a:noFill/>
          <a:ln w="38100">
            <a:solidFill>
              <a:srgbClr val="063DE8"/>
            </a:solidFill>
            <a:round/>
            <a:headEnd/>
            <a:tailEnd type="oval" w="sm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8" name="Line 44">
            <a:extLst>
              <a:ext uri="{FF2B5EF4-FFF2-40B4-BE49-F238E27FC236}">
                <a16:creationId xmlns:a16="http://schemas.microsoft.com/office/drawing/2014/main" id="{FE7A369E-6454-1391-3683-2E8A0F336C48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5145505" y="2961060"/>
            <a:ext cx="3076" cy="70903"/>
          </a:xfrm>
          <a:prstGeom prst="line">
            <a:avLst/>
          </a:prstGeom>
          <a:noFill/>
          <a:ln w="38100">
            <a:solidFill>
              <a:srgbClr val="063DE8"/>
            </a:solidFill>
            <a:round/>
            <a:headEnd/>
            <a:tailEnd type="oval" w="sm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9" name="Line 44">
            <a:extLst>
              <a:ext uri="{FF2B5EF4-FFF2-40B4-BE49-F238E27FC236}">
                <a16:creationId xmlns:a16="http://schemas.microsoft.com/office/drawing/2014/main" id="{03606780-4F36-3FB2-4080-C58CC3B1C6DB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5941095" y="2937001"/>
            <a:ext cx="1588" cy="376099"/>
          </a:xfrm>
          <a:prstGeom prst="line">
            <a:avLst/>
          </a:prstGeom>
          <a:noFill/>
          <a:ln w="38100">
            <a:solidFill>
              <a:srgbClr val="063DE8"/>
            </a:solidFill>
            <a:round/>
            <a:headEnd/>
            <a:tailEnd type="oval" w="sm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20" name="Line 45">
            <a:extLst>
              <a:ext uri="{FF2B5EF4-FFF2-40B4-BE49-F238E27FC236}">
                <a16:creationId xmlns:a16="http://schemas.microsoft.com/office/drawing/2014/main" id="{2A964144-151C-A35B-27E6-9E4931C01B60}"/>
              </a:ext>
            </a:extLst>
          </p:cNvPr>
          <p:cNvSpPr>
            <a:spLocks noChangeShapeType="1"/>
          </p:cNvSpPr>
          <p:nvPr/>
        </p:nvSpPr>
        <p:spPr bwMode="ltGray">
          <a:xfrm>
            <a:off x="6751816" y="2945757"/>
            <a:ext cx="5921" cy="134332"/>
          </a:xfrm>
          <a:prstGeom prst="line">
            <a:avLst/>
          </a:prstGeom>
          <a:noFill/>
          <a:ln w="38100">
            <a:solidFill>
              <a:srgbClr val="063DE8"/>
            </a:solidFill>
            <a:round/>
            <a:headEnd/>
            <a:tailEnd type="oval" w="sm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21" name="Line 45">
            <a:extLst>
              <a:ext uri="{FF2B5EF4-FFF2-40B4-BE49-F238E27FC236}">
                <a16:creationId xmlns:a16="http://schemas.microsoft.com/office/drawing/2014/main" id="{493482E0-F030-326B-4EC3-86124849AABA}"/>
              </a:ext>
            </a:extLst>
          </p:cNvPr>
          <p:cNvSpPr>
            <a:spLocks noChangeShapeType="1"/>
          </p:cNvSpPr>
          <p:nvPr/>
        </p:nvSpPr>
        <p:spPr bwMode="ltGray">
          <a:xfrm flipV="1">
            <a:off x="7630152" y="2935710"/>
            <a:ext cx="5890" cy="22079"/>
          </a:xfrm>
          <a:prstGeom prst="line">
            <a:avLst/>
          </a:prstGeom>
          <a:noFill/>
          <a:ln w="38100">
            <a:solidFill>
              <a:srgbClr val="063DE8"/>
            </a:solidFill>
            <a:round/>
            <a:headEnd/>
            <a:tailEnd type="oval" w="sm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22" name="Line 44">
            <a:extLst>
              <a:ext uri="{FF2B5EF4-FFF2-40B4-BE49-F238E27FC236}">
                <a16:creationId xmlns:a16="http://schemas.microsoft.com/office/drawing/2014/main" id="{1FB4ADF6-0F63-E7D4-471F-F3E12C9664B2}"/>
              </a:ext>
            </a:extLst>
          </p:cNvPr>
          <p:cNvSpPr>
            <a:spLocks noChangeShapeType="1"/>
          </p:cNvSpPr>
          <p:nvPr/>
        </p:nvSpPr>
        <p:spPr bwMode="ltGray">
          <a:xfrm flipV="1">
            <a:off x="7189995" y="2935710"/>
            <a:ext cx="879" cy="21339"/>
          </a:xfrm>
          <a:prstGeom prst="line">
            <a:avLst/>
          </a:prstGeom>
          <a:noFill/>
          <a:ln w="38100">
            <a:solidFill>
              <a:srgbClr val="063DE8"/>
            </a:solidFill>
            <a:round/>
            <a:headEnd/>
            <a:tailEnd type="oval" w="sm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23" name="Line 42">
            <a:extLst>
              <a:ext uri="{FF2B5EF4-FFF2-40B4-BE49-F238E27FC236}">
                <a16:creationId xmlns:a16="http://schemas.microsoft.com/office/drawing/2014/main" id="{D8098B46-9D0D-8B78-9763-B74FA0212B90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3015915" y="2935708"/>
            <a:ext cx="1514" cy="23866"/>
          </a:xfrm>
          <a:prstGeom prst="line">
            <a:avLst/>
          </a:prstGeom>
          <a:noFill/>
          <a:ln w="38100">
            <a:solidFill>
              <a:srgbClr val="063DE8"/>
            </a:solidFill>
            <a:round/>
            <a:headEnd/>
            <a:tailEnd type="oval" w="sm" len="med"/>
          </a:ln>
          <a:effectLst/>
        </p:spPr>
        <p:txBody>
          <a:bodyPr/>
          <a:lstStyle/>
          <a:p>
            <a:endParaRPr lang="pt-BR"/>
          </a:p>
        </p:txBody>
      </p:sp>
      <p:graphicFrame>
        <p:nvGraphicFramePr>
          <p:cNvPr id="24" name="Objeto 23">
            <a:extLst>
              <a:ext uri="{FF2B5EF4-FFF2-40B4-BE49-F238E27FC236}">
                <a16:creationId xmlns:a16="http://schemas.microsoft.com/office/drawing/2014/main" id="{B61BC5C5-0DCB-1164-C129-CED491FB53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57928" y="4825416"/>
          <a:ext cx="5625311" cy="889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2730240" imgH="431640" progId="Equation.3">
                  <p:embed/>
                </p:oleObj>
              </mc:Choice>
              <mc:Fallback>
                <p:oleObj name="Equação" r:id="rId2" imgW="2730240" imgH="431640" progId="Equation.3">
                  <p:embed/>
                  <p:pic>
                    <p:nvPicPr>
                      <p:cNvPr id="74" name="Objeto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7928" y="4825416"/>
                        <a:ext cx="5625311" cy="8895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3">
            <a:extLst>
              <a:ext uri="{FF2B5EF4-FFF2-40B4-BE49-F238E27FC236}">
                <a16:creationId xmlns:a16="http://schemas.microsoft.com/office/drawing/2014/main" id="{185342F5-6F92-6AA7-001C-E0EA63F264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72180" y="2232528"/>
          <a:ext cx="601662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291960" imgH="203040" progId="Equation.3">
                  <p:embed/>
                </p:oleObj>
              </mc:Choice>
              <mc:Fallback>
                <p:oleObj name="Equação" r:id="rId4" imgW="291960" imgH="203040" progId="Equation.3">
                  <p:embed/>
                  <p:pic>
                    <p:nvPicPr>
                      <p:cNvPr id="33587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2180" y="2232528"/>
                        <a:ext cx="601662" cy="417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66576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A3B7F9-CE74-59DE-63AD-7ECC34C8A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Transformada de Fourier Discreta (2)</a:t>
            </a:r>
          </a:p>
        </p:txBody>
      </p:sp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302E4B2E-C161-521E-38ED-E257E3A2D4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9038" y="4537243"/>
          <a:ext cx="2459037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1193760" imgH="431640" progId="Equation.3">
                  <p:embed/>
                </p:oleObj>
              </mc:Choice>
              <mc:Fallback>
                <p:oleObj name="Equação" r:id="rId2" imgW="1193760" imgH="431640" progId="Equation.3">
                  <p:embed/>
                  <p:pic>
                    <p:nvPicPr>
                      <p:cNvPr id="74" name="Objeto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9038" y="4537243"/>
                        <a:ext cx="2459037" cy="8890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Line 6">
            <a:extLst>
              <a:ext uri="{FF2B5EF4-FFF2-40B4-BE49-F238E27FC236}">
                <a16:creationId xmlns:a16="http://schemas.microsoft.com/office/drawing/2014/main" id="{E635A2D3-C7E0-41A9-8247-16516750F0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76087" y="3387799"/>
            <a:ext cx="4833938" cy="1587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5" name="Text Box 12">
            <a:extLst>
              <a:ext uri="{FF2B5EF4-FFF2-40B4-BE49-F238E27FC236}">
                <a16:creationId xmlns:a16="http://schemas.microsoft.com/office/drawing/2014/main" id="{4FB5F8AA-A5D4-8FC7-990A-B7A714CAC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6212" y="1697111"/>
            <a:ext cx="90805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 baseline="-25000" dirty="0">
                <a:latin typeface="Times New Roman" pitchFamily="18" charset="0"/>
              </a:rPr>
              <a:t> </a:t>
            </a:r>
            <a:r>
              <a:rPr lang="pt-BR" i="1" dirty="0">
                <a:latin typeface="Times New Roman" pitchFamily="18" charset="0"/>
              </a:rPr>
              <a:t>G</a:t>
            </a:r>
            <a:r>
              <a:rPr lang="pt-BR" dirty="0">
                <a:latin typeface="Times New Roman" pitchFamily="18" charset="0"/>
              </a:rPr>
              <a:t>(</a:t>
            </a:r>
            <a:r>
              <a:rPr lang="pt-BR" i="1" dirty="0">
                <a:latin typeface="Times New Roman" pitchFamily="18" charset="0"/>
              </a:rPr>
              <a:t> f </a:t>
            </a:r>
            <a:r>
              <a:rPr lang="pt-BR" dirty="0">
                <a:latin typeface="Times New Roman" pitchFamily="18" charset="0"/>
              </a:rPr>
              <a:t>)</a:t>
            </a:r>
            <a:endParaRPr lang="pt-BR" i="1" dirty="0">
              <a:latin typeface="Times New Roman" pitchFamily="18" charset="0"/>
            </a:endParaRPr>
          </a:p>
        </p:txBody>
      </p:sp>
      <p:sp>
        <p:nvSpPr>
          <p:cNvPr id="6" name="Line 14">
            <a:extLst>
              <a:ext uri="{FF2B5EF4-FFF2-40B4-BE49-F238E27FC236}">
                <a16:creationId xmlns:a16="http://schemas.microsoft.com/office/drawing/2014/main" id="{BB0AD3DD-111E-AD6A-BCD0-6D4890C43E9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76662" y="3576710"/>
            <a:ext cx="23495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stealth" w="sm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7" name="Text Box 15">
            <a:extLst>
              <a:ext uri="{FF2B5EF4-FFF2-40B4-BE49-F238E27FC236}">
                <a16:creationId xmlns:a16="http://schemas.microsoft.com/office/drawing/2014/main" id="{AB0A7C33-EB64-C88E-C38D-575D6E557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2325" y="3471769"/>
            <a:ext cx="2921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>
                <a:latin typeface="Times New Roman" pitchFamily="18" charset="0"/>
              </a:rPr>
              <a:t>0</a:t>
            </a:r>
          </a:p>
        </p:txBody>
      </p:sp>
      <p:sp>
        <p:nvSpPr>
          <p:cNvPr id="8" name="Line 16">
            <a:extLst>
              <a:ext uri="{FF2B5EF4-FFF2-40B4-BE49-F238E27FC236}">
                <a16:creationId xmlns:a16="http://schemas.microsoft.com/office/drawing/2014/main" id="{F1C750D4-7903-C301-EEB1-952BE843907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84312" y="1735210"/>
            <a:ext cx="0" cy="170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9" name="Line 59">
            <a:extLst>
              <a:ext uri="{FF2B5EF4-FFF2-40B4-BE49-F238E27FC236}">
                <a16:creationId xmlns:a16="http://schemas.microsoft.com/office/drawing/2014/main" id="{2932E45B-749A-9DF6-02C7-4F85B63546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1" y="3389385"/>
            <a:ext cx="5112887" cy="352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10" name="Object 4">
            <a:extLst>
              <a:ext uri="{FF2B5EF4-FFF2-40B4-BE49-F238E27FC236}">
                <a16:creationId xmlns:a16="http://schemas.microsoft.com/office/drawing/2014/main" id="{B27C7EFD-F1A9-B77A-FE5A-3BC543C7DA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2715170"/>
              </p:ext>
            </p:extLst>
          </p:nvPr>
        </p:nvGraphicFramePr>
        <p:xfrm>
          <a:off x="7673158" y="1579839"/>
          <a:ext cx="851484" cy="836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495000" imgH="431640" progId="Equation.3">
                  <p:embed/>
                </p:oleObj>
              </mc:Choice>
              <mc:Fallback>
                <p:oleObj name="Equação" r:id="rId4" imgW="495000" imgH="431640" progId="Equation.3">
                  <p:embed/>
                  <p:pic>
                    <p:nvPicPr>
                      <p:cNvPr id="3369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3158" y="1579839"/>
                        <a:ext cx="851484" cy="836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rma livre 40">
            <a:extLst>
              <a:ext uri="{FF2B5EF4-FFF2-40B4-BE49-F238E27FC236}">
                <a16:creationId xmlns:a16="http://schemas.microsoft.com/office/drawing/2014/main" id="{360987AE-1638-714F-A53F-F00B01B69545}"/>
              </a:ext>
            </a:extLst>
          </p:cNvPr>
          <p:cNvSpPr/>
          <p:nvPr/>
        </p:nvSpPr>
        <p:spPr bwMode="auto">
          <a:xfrm>
            <a:off x="5085347" y="2081464"/>
            <a:ext cx="2454442" cy="1275963"/>
          </a:xfrm>
          <a:custGeom>
            <a:avLst/>
            <a:gdLst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204537 w 2454442"/>
              <a:gd name="connsiteY3" fmla="*/ 72190 h 1275963"/>
              <a:gd name="connsiteX4" fmla="*/ 252664 w 2454442"/>
              <a:gd name="connsiteY4" fmla="*/ 84221 h 1275963"/>
              <a:gd name="connsiteX5" fmla="*/ 288758 w 2454442"/>
              <a:gd name="connsiteY5" fmla="*/ 96253 h 1275963"/>
              <a:gd name="connsiteX6" fmla="*/ 336885 w 2454442"/>
              <a:gd name="connsiteY6" fmla="*/ 108284 h 1275963"/>
              <a:gd name="connsiteX7" fmla="*/ 409074 w 2454442"/>
              <a:gd name="connsiteY7" fmla="*/ 144379 h 1275963"/>
              <a:gd name="connsiteX8" fmla="*/ 445169 w 2454442"/>
              <a:gd name="connsiteY8" fmla="*/ 156411 h 1275963"/>
              <a:gd name="connsiteX9" fmla="*/ 481264 w 2454442"/>
              <a:gd name="connsiteY9" fmla="*/ 192505 h 1275963"/>
              <a:gd name="connsiteX10" fmla="*/ 517358 w 2454442"/>
              <a:gd name="connsiteY10" fmla="*/ 216569 h 1275963"/>
              <a:gd name="connsiteX11" fmla="*/ 625642 w 2454442"/>
              <a:gd name="connsiteY11" fmla="*/ 324853 h 1275963"/>
              <a:gd name="connsiteX12" fmla="*/ 661737 w 2454442"/>
              <a:gd name="connsiteY12" fmla="*/ 360948 h 1275963"/>
              <a:gd name="connsiteX13" fmla="*/ 697832 w 2454442"/>
              <a:gd name="connsiteY13" fmla="*/ 397042 h 1275963"/>
              <a:gd name="connsiteX14" fmla="*/ 721895 w 2454442"/>
              <a:gd name="connsiteY14" fmla="*/ 433137 h 1275963"/>
              <a:gd name="connsiteX15" fmla="*/ 757990 w 2454442"/>
              <a:gd name="connsiteY15" fmla="*/ 457200 h 1275963"/>
              <a:gd name="connsiteX16" fmla="*/ 842211 w 2454442"/>
              <a:gd name="connsiteY16" fmla="*/ 529390 h 1275963"/>
              <a:gd name="connsiteX17" fmla="*/ 890337 w 2454442"/>
              <a:gd name="connsiteY17" fmla="*/ 589548 h 1275963"/>
              <a:gd name="connsiteX18" fmla="*/ 926432 w 2454442"/>
              <a:gd name="connsiteY18" fmla="*/ 613611 h 1275963"/>
              <a:gd name="connsiteX19" fmla="*/ 1022685 w 2454442"/>
              <a:gd name="connsiteY19" fmla="*/ 685800 h 1275963"/>
              <a:gd name="connsiteX20" fmla="*/ 1130969 w 2454442"/>
              <a:gd name="connsiteY20" fmla="*/ 733926 h 1275963"/>
              <a:gd name="connsiteX21" fmla="*/ 1167064 w 2454442"/>
              <a:gd name="connsiteY21" fmla="*/ 745958 h 1275963"/>
              <a:gd name="connsiteX22" fmla="*/ 1239253 w 2454442"/>
              <a:gd name="connsiteY22" fmla="*/ 794084 h 1275963"/>
              <a:gd name="connsiteX23" fmla="*/ 1275348 w 2454442"/>
              <a:gd name="connsiteY23" fmla="*/ 806116 h 1275963"/>
              <a:gd name="connsiteX24" fmla="*/ 1311442 w 2454442"/>
              <a:gd name="connsiteY24" fmla="*/ 830179 h 1275963"/>
              <a:gd name="connsiteX25" fmla="*/ 1347537 w 2454442"/>
              <a:gd name="connsiteY25" fmla="*/ 842211 h 1275963"/>
              <a:gd name="connsiteX26" fmla="*/ 1419727 w 2454442"/>
              <a:gd name="connsiteY26" fmla="*/ 890337 h 1275963"/>
              <a:gd name="connsiteX27" fmla="*/ 1455821 w 2454442"/>
              <a:gd name="connsiteY27" fmla="*/ 914400 h 1275963"/>
              <a:gd name="connsiteX28" fmla="*/ 1479885 w 2454442"/>
              <a:gd name="connsiteY28" fmla="*/ 938463 h 1275963"/>
              <a:gd name="connsiteX29" fmla="*/ 1515979 w 2454442"/>
              <a:gd name="connsiteY29" fmla="*/ 950495 h 1275963"/>
              <a:gd name="connsiteX30" fmla="*/ 1588169 w 2454442"/>
              <a:gd name="connsiteY30" fmla="*/ 998621 h 1275963"/>
              <a:gd name="connsiteX31" fmla="*/ 1624264 w 2454442"/>
              <a:gd name="connsiteY31" fmla="*/ 1022684 h 1275963"/>
              <a:gd name="connsiteX32" fmla="*/ 1660358 w 2454442"/>
              <a:gd name="connsiteY32" fmla="*/ 1034716 h 1275963"/>
              <a:gd name="connsiteX33" fmla="*/ 1732548 w 2454442"/>
              <a:gd name="connsiteY33" fmla="*/ 1070811 h 1275963"/>
              <a:gd name="connsiteX34" fmla="*/ 1816769 w 2454442"/>
              <a:gd name="connsiteY34" fmla="*/ 1130969 h 1275963"/>
              <a:gd name="connsiteX35" fmla="*/ 1888958 w 2454442"/>
              <a:gd name="connsiteY35" fmla="*/ 1155032 h 1275963"/>
              <a:gd name="connsiteX36" fmla="*/ 1925053 w 2454442"/>
              <a:gd name="connsiteY36" fmla="*/ 1167063 h 1275963"/>
              <a:gd name="connsiteX37" fmla="*/ 1961148 w 2454442"/>
              <a:gd name="connsiteY37" fmla="*/ 1191126 h 1275963"/>
              <a:gd name="connsiteX38" fmla="*/ 1997242 w 2454442"/>
              <a:gd name="connsiteY38" fmla="*/ 1203158 h 1275963"/>
              <a:gd name="connsiteX39" fmla="*/ 2117558 w 2454442"/>
              <a:gd name="connsiteY39" fmla="*/ 1227221 h 1275963"/>
              <a:gd name="connsiteX40" fmla="*/ 2189748 w 2454442"/>
              <a:gd name="connsiteY40" fmla="*/ 1239253 h 1275963"/>
              <a:gd name="connsiteX41" fmla="*/ 2273969 w 2454442"/>
              <a:gd name="connsiteY41" fmla="*/ 1263316 h 1275963"/>
              <a:gd name="connsiteX42" fmla="*/ 2454442 w 2454442"/>
              <a:gd name="connsiteY42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204537 w 2454442"/>
              <a:gd name="connsiteY3" fmla="*/ 72190 h 1275963"/>
              <a:gd name="connsiteX4" fmla="*/ 252664 w 2454442"/>
              <a:gd name="connsiteY4" fmla="*/ 84221 h 1275963"/>
              <a:gd name="connsiteX5" fmla="*/ 336885 w 2454442"/>
              <a:gd name="connsiteY5" fmla="*/ 108284 h 1275963"/>
              <a:gd name="connsiteX6" fmla="*/ 409074 w 2454442"/>
              <a:gd name="connsiteY6" fmla="*/ 144379 h 1275963"/>
              <a:gd name="connsiteX7" fmla="*/ 445169 w 2454442"/>
              <a:gd name="connsiteY7" fmla="*/ 156411 h 1275963"/>
              <a:gd name="connsiteX8" fmla="*/ 481264 w 2454442"/>
              <a:gd name="connsiteY8" fmla="*/ 192505 h 1275963"/>
              <a:gd name="connsiteX9" fmla="*/ 517358 w 2454442"/>
              <a:gd name="connsiteY9" fmla="*/ 216569 h 1275963"/>
              <a:gd name="connsiteX10" fmla="*/ 625642 w 2454442"/>
              <a:gd name="connsiteY10" fmla="*/ 324853 h 1275963"/>
              <a:gd name="connsiteX11" fmla="*/ 661737 w 2454442"/>
              <a:gd name="connsiteY11" fmla="*/ 360948 h 1275963"/>
              <a:gd name="connsiteX12" fmla="*/ 697832 w 2454442"/>
              <a:gd name="connsiteY12" fmla="*/ 397042 h 1275963"/>
              <a:gd name="connsiteX13" fmla="*/ 721895 w 2454442"/>
              <a:gd name="connsiteY13" fmla="*/ 433137 h 1275963"/>
              <a:gd name="connsiteX14" fmla="*/ 757990 w 2454442"/>
              <a:gd name="connsiteY14" fmla="*/ 457200 h 1275963"/>
              <a:gd name="connsiteX15" fmla="*/ 842211 w 2454442"/>
              <a:gd name="connsiteY15" fmla="*/ 529390 h 1275963"/>
              <a:gd name="connsiteX16" fmla="*/ 890337 w 2454442"/>
              <a:gd name="connsiteY16" fmla="*/ 589548 h 1275963"/>
              <a:gd name="connsiteX17" fmla="*/ 926432 w 2454442"/>
              <a:gd name="connsiteY17" fmla="*/ 613611 h 1275963"/>
              <a:gd name="connsiteX18" fmla="*/ 1022685 w 2454442"/>
              <a:gd name="connsiteY18" fmla="*/ 685800 h 1275963"/>
              <a:gd name="connsiteX19" fmla="*/ 1130969 w 2454442"/>
              <a:gd name="connsiteY19" fmla="*/ 733926 h 1275963"/>
              <a:gd name="connsiteX20" fmla="*/ 1167064 w 2454442"/>
              <a:gd name="connsiteY20" fmla="*/ 745958 h 1275963"/>
              <a:gd name="connsiteX21" fmla="*/ 1239253 w 2454442"/>
              <a:gd name="connsiteY21" fmla="*/ 794084 h 1275963"/>
              <a:gd name="connsiteX22" fmla="*/ 1275348 w 2454442"/>
              <a:gd name="connsiteY22" fmla="*/ 806116 h 1275963"/>
              <a:gd name="connsiteX23" fmla="*/ 1311442 w 2454442"/>
              <a:gd name="connsiteY23" fmla="*/ 830179 h 1275963"/>
              <a:gd name="connsiteX24" fmla="*/ 1347537 w 2454442"/>
              <a:gd name="connsiteY24" fmla="*/ 842211 h 1275963"/>
              <a:gd name="connsiteX25" fmla="*/ 1419727 w 2454442"/>
              <a:gd name="connsiteY25" fmla="*/ 890337 h 1275963"/>
              <a:gd name="connsiteX26" fmla="*/ 1455821 w 2454442"/>
              <a:gd name="connsiteY26" fmla="*/ 914400 h 1275963"/>
              <a:gd name="connsiteX27" fmla="*/ 1479885 w 2454442"/>
              <a:gd name="connsiteY27" fmla="*/ 938463 h 1275963"/>
              <a:gd name="connsiteX28" fmla="*/ 1515979 w 2454442"/>
              <a:gd name="connsiteY28" fmla="*/ 950495 h 1275963"/>
              <a:gd name="connsiteX29" fmla="*/ 1588169 w 2454442"/>
              <a:gd name="connsiteY29" fmla="*/ 998621 h 1275963"/>
              <a:gd name="connsiteX30" fmla="*/ 1624264 w 2454442"/>
              <a:gd name="connsiteY30" fmla="*/ 1022684 h 1275963"/>
              <a:gd name="connsiteX31" fmla="*/ 1660358 w 2454442"/>
              <a:gd name="connsiteY31" fmla="*/ 1034716 h 1275963"/>
              <a:gd name="connsiteX32" fmla="*/ 1732548 w 2454442"/>
              <a:gd name="connsiteY32" fmla="*/ 1070811 h 1275963"/>
              <a:gd name="connsiteX33" fmla="*/ 1816769 w 2454442"/>
              <a:gd name="connsiteY33" fmla="*/ 1130969 h 1275963"/>
              <a:gd name="connsiteX34" fmla="*/ 1888958 w 2454442"/>
              <a:gd name="connsiteY34" fmla="*/ 1155032 h 1275963"/>
              <a:gd name="connsiteX35" fmla="*/ 1925053 w 2454442"/>
              <a:gd name="connsiteY35" fmla="*/ 1167063 h 1275963"/>
              <a:gd name="connsiteX36" fmla="*/ 1961148 w 2454442"/>
              <a:gd name="connsiteY36" fmla="*/ 1191126 h 1275963"/>
              <a:gd name="connsiteX37" fmla="*/ 1997242 w 2454442"/>
              <a:gd name="connsiteY37" fmla="*/ 1203158 h 1275963"/>
              <a:gd name="connsiteX38" fmla="*/ 2117558 w 2454442"/>
              <a:gd name="connsiteY38" fmla="*/ 1227221 h 1275963"/>
              <a:gd name="connsiteX39" fmla="*/ 2189748 w 2454442"/>
              <a:gd name="connsiteY39" fmla="*/ 1239253 h 1275963"/>
              <a:gd name="connsiteX40" fmla="*/ 2273969 w 2454442"/>
              <a:gd name="connsiteY40" fmla="*/ 1263316 h 1275963"/>
              <a:gd name="connsiteX41" fmla="*/ 2454442 w 2454442"/>
              <a:gd name="connsiteY41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204537 w 2454442"/>
              <a:gd name="connsiteY3" fmla="*/ 72190 h 1275963"/>
              <a:gd name="connsiteX4" fmla="*/ 252664 w 2454442"/>
              <a:gd name="connsiteY4" fmla="*/ 84221 h 1275963"/>
              <a:gd name="connsiteX5" fmla="*/ 336885 w 2454442"/>
              <a:gd name="connsiteY5" fmla="*/ 108284 h 1275963"/>
              <a:gd name="connsiteX6" fmla="*/ 445169 w 2454442"/>
              <a:gd name="connsiteY6" fmla="*/ 156411 h 1275963"/>
              <a:gd name="connsiteX7" fmla="*/ 481264 w 2454442"/>
              <a:gd name="connsiteY7" fmla="*/ 192505 h 1275963"/>
              <a:gd name="connsiteX8" fmla="*/ 517358 w 2454442"/>
              <a:gd name="connsiteY8" fmla="*/ 216569 h 1275963"/>
              <a:gd name="connsiteX9" fmla="*/ 625642 w 2454442"/>
              <a:gd name="connsiteY9" fmla="*/ 324853 h 1275963"/>
              <a:gd name="connsiteX10" fmla="*/ 661737 w 2454442"/>
              <a:gd name="connsiteY10" fmla="*/ 360948 h 1275963"/>
              <a:gd name="connsiteX11" fmla="*/ 697832 w 2454442"/>
              <a:gd name="connsiteY11" fmla="*/ 397042 h 1275963"/>
              <a:gd name="connsiteX12" fmla="*/ 721895 w 2454442"/>
              <a:gd name="connsiteY12" fmla="*/ 433137 h 1275963"/>
              <a:gd name="connsiteX13" fmla="*/ 757990 w 2454442"/>
              <a:gd name="connsiteY13" fmla="*/ 457200 h 1275963"/>
              <a:gd name="connsiteX14" fmla="*/ 842211 w 2454442"/>
              <a:gd name="connsiteY14" fmla="*/ 529390 h 1275963"/>
              <a:gd name="connsiteX15" fmla="*/ 890337 w 2454442"/>
              <a:gd name="connsiteY15" fmla="*/ 589548 h 1275963"/>
              <a:gd name="connsiteX16" fmla="*/ 926432 w 2454442"/>
              <a:gd name="connsiteY16" fmla="*/ 613611 h 1275963"/>
              <a:gd name="connsiteX17" fmla="*/ 1022685 w 2454442"/>
              <a:gd name="connsiteY17" fmla="*/ 685800 h 1275963"/>
              <a:gd name="connsiteX18" fmla="*/ 1130969 w 2454442"/>
              <a:gd name="connsiteY18" fmla="*/ 733926 h 1275963"/>
              <a:gd name="connsiteX19" fmla="*/ 1167064 w 2454442"/>
              <a:gd name="connsiteY19" fmla="*/ 745958 h 1275963"/>
              <a:gd name="connsiteX20" fmla="*/ 1239253 w 2454442"/>
              <a:gd name="connsiteY20" fmla="*/ 794084 h 1275963"/>
              <a:gd name="connsiteX21" fmla="*/ 1275348 w 2454442"/>
              <a:gd name="connsiteY21" fmla="*/ 806116 h 1275963"/>
              <a:gd name="connsiteX22" fmla="*/ 1311442 w 2454442"/>
              <a:gd name="connsiteY22" fmla="*/ 830179 h 1275963"/>
              <a:gd name="connsiteX23" fmla="*/ 1347537 w 2454442"/>
              <a:gd name="connsiteY23" fmla="*/ 842211 h 1275963"/>
              <a:gd name="connsiteX24" fmla="*/ 1419727 w 2454442"/>
              <a:gd name="connsiteY24" fmla="*/ 890337 h 1275963"/>
              <a:gd name="connsiteX25" fmla="*/ 1455821 w 2454442"/>
              <a:gd name="connsiteY25" fmla="*/ 914400 h 1275963"/>
              <a:gd name="connsiteX26" fmla="*/ 1479885 w 2454442"/>
              <a:gd name="connsiteY26" fmla="*/ 938463 h 1275963"/>
              <a:gd name="connsiteX27" fmla="*/ 1515979 w 2454442"/>
              <a:gd name="connsiteY27" fmla="*/ 950495 h 1275963"/>
              <a:gd name="connsiteX28" fmla="*/ 1588169 w 2454442"/>
              <a:gd name="connsiteY28" fmla="*/ 998621 h 1275963"/>
              <a:gd name="connsiteX29" fmla="*/ 1624264 w 2454442"/>
              <a:gd name="connsiteY29" fmla="*/ 1022684 h 1275963"/>
              <a:gd name="connsiteX30" fmla="*/ 1660358 w 2454442"/>
              <a:gd name="connsiteY30" fmla="*/ 1034716 h 1275963"/>
              <a:gd name="connsiteX31" fmla="*/ 1732548 w 2454442"/>
              <a:gd name="connsiteY31" fmla="*/ 1070811 h 1275963"/>
              <a:gd name="connsiteX32" fmla="*/ 1816769 w 2454442"/>
              <a:gd name="connsiteY32" fmla="*/ 1130969 h 1275963"/>
              <a:gd name="connsiteX33" fmla="*/ 1888958 w 2454442"/>
              <a:gd name="connsiteY33" fmla="*/ 1155032 h 1275963"/>
              <a:gd name="connsiteX34" fmla="*/ 1925053 w 2454442"/>
              <a:gd name="connsiteY34" fmla="*/ 1167063 h 1275963"/>
              <a:gd name="connsiteX35" fmla="*/ 1961148 w 2454442"/>
              <a:gd name="connsiteY35" fmla="*/ 1191126 h 1275963"/>
              <a:gd name="connsiteX36" fmla="*/ 1997242 w 2454442"/>
              <a:gd name="connsiteY36" fmla="*/ 1203158 h 1275963"/>
              <a:gd name="connsiteX37" fmla="*/ 2117558 w 2454442"/>
              <a:gd name="connsiteY37" fmla="*/ 1227221 h 1275963"/>
              <a:gd name="connsiteX38" fmla="*/ 2189748 w 2454442"/>
              <a:gd name="connsiteY38" fmla="*/ 1239253 h 1275963"/>
              <a:gd name="connsiteX39" fmla="*/ 2273969 w 2454442"/>
              <a:gd name="connsiteY39" fmla="*/ 1263316 h 1275963"/>
              <a:gd name="connsiteX40" fmla="*/ 2454442 w 2454442"/>
              <a:gd name="connsiteY40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252664 w 2454442"/>
              <a:gd name="connsiteY3" fmla="*/ 84221 h 1275963"/>
              <a:gd name="connsiteX4" fmla="*/ 336885 w 2454442"/>
              <a:gd name="connsiteY4" fmla="*/ 108284 h 1275963"/>
              <a:gd name="connsiteX5" fmla="*/ 445169 w 2454442"/>
              <a:gd name="connsiteY5" fmla="*/ 156411 h 1275963"/>
              <a:gd name="connsiteX6" fmla="*/ 481264 w 2454442"/>
              <a:gd name="connsiteY6" fmla="*/ 192505 h 1275963"/>
              <a:gd name="connsiteX7" fmla="*/ 517358 w 2454442"/>
              <a:gd name="connsiteY7" fmla="*/ 216569 h 1275963"/>
              <a:gd name="connsiteX8" fmla="*/ 625642 w 2454442"/>
              <a:gd name="connsiteY8" fmla="*/ 324853 h 1275963"/>
              <a:gd name="connsiteX9" fmla="*/ 661737 w 2454442"/>
              <a:gd name="connsiteY9" fmla="*/ 360948 h 1275963"/>
              <a:gd name="connsiteX10" fmla="*/ 697832 w 2454442"/>
              <a:gd name="connsiteY10" fmla="*/ 397042 h 1275963"/>
              <a:gd name="connsiteX11" fmla="*/ 721895 w 2454442"/>
              <a:gd name="connsiteY11" fmla="*/ 433137 h 1275963"/>
              <a:gd name="connsiteX12" fmla="*/ 757990 w 2454442"/>
              <a:gd name="connsiteY12" fmla="*/ 457200 h 1275963"/>
              <a:gd name="connsiteX13" fmla="*/ 842211 w 2454442"/>
              <a:gd name="connsiteY13" fmla="*/ 529390 h 1275963"/>
              <a:gd name="connsiteX14" fmla="*/ 890337 w 2454442"/>
              <a:gd name="connsiteY14" fmla="*/ 589548 h 1275963"/>
              <a:gd name="connsiteX15" fmla="*/ 926432 w 2454442"/>
              <a:gd name="connsiteY15" fmla="*/ 613611 h 1275963"/>
              <a:gd name="connsiteX16" fmla="*/ 1022685 w 2454442"/>
              <a:gd name="connsiteY16" fmla="*/ 685800 h 1275963"/>
              <a:gd name="connsiteX17" fmla="*/ 1130969 w 2454442"/>
              <a:gd name="connsiteY17" fmla="*/ 733926 h 1275963"/>
              <a:gd name="connsiteX18" fmla="*/ 1167064 w 2454442"/>
              <a:gd name="connsiteY18" fmla="*/ 745958 h 1275963"/>
              <a:gd name="connsiteX19" fmla="*/ 1239253 w 2454442"/>
              <a:gd name="connsiteY19" fmla="*/ 794084 h 1275963"/>
              <a:gd name="connsiteX20" fmla="*/ 1275348 w 2454442"/>
              <a:gd name="connsiteY20" fmla="*/ 806116 h 1275963"/>
              <a:gd name="connsiteX21" fmla="*/ 1311442 w 2454442"/>
              <a:gd name="connsiteY21" fmla="*/ 830179 h 1275963"/>
              <a:gd name="connsiteX22" fmla="*/ 1347537 w 2454442"/>
              <a:gd name="connsiteY22" fmla="*/ 842211 h 1275963"/>
              <a:gd name="connsiteX23" fmla="*/ 1419727 w 2454442"/>
              <a:gd name="connsiteY23" fmla="*/ 890337 h 1275963"/>
              <a:gd name="connsiteX24" fmla="*/ 1455821 w 2454442"/>
              <a:gd name="connsiteY24" fmla="*/ 914400 h 1275963"/>
              <a:gd name="connsiteX25" fmla="*/ 1479885 w 2454442"/>
              <a:gd name="connsiteY25" fmla="*/ 938463 h 1275963"/>
              <a:gd name="connsiteX26" fmla="*/ 1515979 w 2454442"/>
              <a:gd name="connsiteY26" fmla="*/ 950495 h 1275963"/>
              <a:gd name="connsiteX27" fmla="*/ 1588169 w 2454442"/>
              <a:gd name="connsiteY27" fmla="*/ 998621 h 1275963"/>
              <a:gd name="connsiteX28" fmla="*/ 1624264 w 2454442"/>
              <a:gd name="connsiteY28" fmla="*/ 1022684 h 1275963"/>
              <a:gd name="connsiteX29" fmla="*/ 1660358 w 2454442"/>
              <a:gd name="connsiteY29" fmla="*/ 1034716 h 1275963"/>
              <a:gd name="connsiteX30" fmla="*/ 1732548 w 2454442"/>
              <a:gd name="connsiteY30" fmla="*/ 1070811 h 1275963"/>
              <a:gd name="connsiteX31" fmla="*/ 1816769 w 2454442"/>
              <a:gd name="connsiteY31" fmla="*/ 1130969 h 1275963"/>
              <a:gd name="connsiteX32" fmla="*/ 1888958 w 2454442"/>
              <a:gd name="connsiteY32" fmla="*/ 1155032 h 1275963"/>
              <a:gd name="connsiteX33" fmla="*/ 1925053 w 2454442"/>
              <a:gd name="connsiteY33" fmla="*/ 1167063 h 1275963"/>
              <a:gd name="connsiteX34" fmla="*/ 1961148 w 2454442"/>
              <a:gd name="connsiteY34" fmla="*/ 1191126 h 1275963"/>
              <a:gd name="connsiteX35" fmla="*/ 1997242 w 2454442"/>
              <a:gd name="connsiteY35" fmla="*/ 1203158 h 1275963"/>
              <a:gd name="connsiteX36" fmla="*/ 2117558 w 2454442"/>
              <a:gd name="connsiteY36" fmla="*/ 1227221 h 1275963"/>
              <a:gd name="connsiteX37" fmla="*/ 2189748 w 2454442"/>
              <a:gd name="connsiteY37" fmla="*/ 1239253 h 1275963"/>
              <a:gd name="connsiteX38" fmla="*/ 2273969 w 2454442"/>
              <a:gd name="connsiteY38" fmla="*/ 1263316 h 1275963"/>
              <a:gd name="connsiteX39" fmla="*/ 2454442 w 2454442"/>
              <a:gd name="connsiteY39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517358 w 2454442"/>
              <a:gd name="connsiteY6" fmla="*/ 216569 h 1275963"/>
              <a:gd name="connsiteX7" fmla="*/ 625642 w 2454442"/>
              <a:gd name="connsiteY7" fmla="*/ 324853 h 1275963"/>
              <a:gd name="connsiteX8" fmla="*/ 661737 w 2454442"/>
              <a:gd name="connsiteY8" fmla="*/ 360948 h 1275963"/>
              <a:gd name="connsiteX9" fmla="*/ 697832 w 2454442"/>
              <a:gd name="connsiteY9" fmla="*/ 397042 h 1275963"/>
              <a:gd name="connsiteX10" fmla="*/ 721895 w 2454442"/>
              <a:gd name="connsiteY10" fmla="*/ 433137 h 1275963"/>
              <a:gd name="connsiteX11" fmla="*/ 757990 w 2454442"/>
              <a:gd name="connsiteY11" fmla="*/ 457200 h 1275963"/>
              <a:gd name="connsiteX12" fmla="*/ 842211 w 2454442"/>
              <a:gd name="connsiteY12" fmla="*/ 529390 h 1275963"/>
              <a:gd name="connsiteX13" fmla="*/ 890337 w 2454442"/>
              <a:gd name="connsiteY13" fmla="*/ 589548 h 1275963"/>
              <a:gd name="connsiteX14" fmla="*/ 926432 w 2454442"/>
              <a:gd name="connsiteY14" fmla="*/ 613611 h 1275963"/>
              <a:gd name="connsiteX15" fmla="*/ 1022685 w 2454442"/>
              <a:gd name="connsiteY15" fmla="*/ 685800 h 1275963"/>
              <a:gd name="connsiteX16" fmla="*/ 1130969 w 2454442"/>
              <a:gd name="connsiteY16" fmla="*/ 733926 h 1275963"/>
              <a:gd name="connsiteX17" fmla="*/ 1167064 w 2454442"/>
              <a:gd name="connsiteY17" fmla="*/ 745958 h 1275963"/>
              <a:gd name="connsiteX18" fmla="*/ 1239253 w 2454442"/>
              <a:gd name="connsiteY18" fmla="*/ 794084 h 1275963"/>
              <a:gd name="connsiteX19" fmla="*/ 1275348 w 2454442"/>
              <a:gd name="connsiteY19" fmla="*/ 806116 h 1275963"/>
              <a:gd name="connsiteX20" fmla="*/ 1311442 w 2454442"/>
              <a:gd name="connsiteY20" fmla="*/ 830179 h 1275963"/>
              <a:gd name="connsiteX21" fmla="*/ 1347537 w 2454442"/>
              <a:gd name="connsiteY21" fmla="*/ 842211 h 1275963"/>
              <a:gd name="connsiteX22" fmla="*/ 1419727 w 2454442"/>
              <a:gd name="connsiteY22" fmla="*/ 890337 h 1275963"/>
              <a:gd name="connsiteX23" fmla="*/ 1455821 w 2454442"/>
              <a:gd name="connsiteY23" fmla="*/ 914400 h 1275963"/>
              <a:gd name="connsiteX24" fmla="*/ 1479885 w 2454442"/>
              <a:gd name="connsiteY24" fmla="*/ 938463 h 1275963"/>
              <a:gd name="connsiteX25" fmla="*/ 1515979 w 2454442"/>
              <a:gd name="connsiteY25" fmla="*/ 950495 h 1275963"/>
              <a:gd name="connsiteX26" fmla="*/ 1588169 w 2454442"/>
              <a:gd name="connsiteY26" fmla="*/ 998621 h 1275963"/>
              <a:gd name="connsiteX27" fmla="*/ 1624264 w 2454442"/>
              <a:gd name="connsiteY27" fmla="*/ 1022684 h 1275963"/>
              <a:gd name="connsiteX28" fmla="*/ 1660358 w 2454442"/>
              <a:gd name="connsiteY28" fmla="*/ 1034716 h 1275963"/>
              <a:gd name="connsiteX29" fmla="*/ 1732548 w 2454442"/>
              <a:gd name="connsiteY29" fmla="*/ 1070811 h 1275963"/>
              <a:gd name="connsiteX30" fmla="*/ 1816769 w 2454442"/>
              <a:gd name="connsiteY30" fmla="*/ 1130969 h 1275963"/>
              <a:gd name="connsiteX31" fmla="*/ 1888958 w 2454442"/>
              <a:gd name="connsiteY31" fmla="*/ 1155032 h 1275963"/>
              <a:gd name="connsiteX32" fmla="*/ 1925053 w 2454442"/>
              <a:gd name="connsiteY32" fmla="*/ 1167063 h 1275963"/>
              <a:gd name="connsiteX33" fmla="*/ 1961148 w 2454442"/>
              <a:gd name="connsiteY33" fmla="*/ 1191126 h 1275963"/>
              <a:gd name="connsiteX34" fmla="*/ 1997242 w 2454442"/>
              <a:gd name="connsiteY34" fmla="*/ 1203158 h 1275963"/>
              <a:gd name="connsiteX35" fmla="*/ 2117558 w 2454442"/>
              <a:gd name="connsiteY35" fmla="*/ 1227221 h 1275963"/>
              <a:gd name="connsiteX36" fmla="*/ 2189748 w 2454442"/>
              <a:gd name="connsiteY36" fmla="*/ 1239253 h 1275963"/>
              <a:gd name="connsiteX37" fmla="*/ 2273969 w 2454442"/>
              <a:gd name="connsiteY37" fmla="*/ 1263316 h 1275963"/>
              <a:gd name="connsiteX38" fmla="*/ 2454442 w 2454442"/>
              <a:gd name="connsiteY38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661737 w 2454442"/>
              <a:gd name="connsiteY7" fmla="*/ 360948 h 1275963"/>
              <a:gd name="connsiteX8" fmla="*/ 697832 w 2454442"/>
              <a:gd name="connsiteY8" fmla="*/ 397042 h 1275963"/>
              <a:gd name="connsiteX9" fmla="*/ 721895 w 2454442"/>
              <a:gd name="connsiteY9" fmla="*/ 433137 h 1275963"/>
              <a:gd name="connsiteX10" fmla="*/ 757990 w 2454442"/>
              <a:gd name="connsiteY10" fmla="*/ 457200 h 1275963"/>
              <a:gd name="connsiteX11" fmla="*/ 842211 w 2454442"/>
              <a:gd name="connsiteY11" fmla="*/ 529390 h 1275963"/>
              <a:gd name="connsiteX12" fmla="*/ 890337 w 2454442"/>
              <a:gd name="connsiteY12" fmla="*/ 589548 h 1275963"/>
              <a:gd name="connsiteX13" fmla="*/ 926432 w 2454442"/>
              <a:gd name="connsiteY13" fmla="*/ 613611 h 1275963"/>
              <a:gd name="connsiteX14" fmla="*/ 1022685 w 2454442"/>
              <a:gd name="connsiteY14" fmla="*/ 685800 h 1275963"/>
              <a:gd name="connsiteX15" fmla="*/ 1130969 w 2454442"/>
              <a:gd name="connsiteY15" fmla="*/ 733926 h 1275963"/>
              <a:gd name="connsiteX16" fmla="*/ 1167064 w 2454442"/>
              <a:gd name="connsiteY16" fmla="*/ 745958 h 1275963"/>
              <a:gd name="connsiteX17" fmla="*/ 1239253 w 2454442"/>
              <a:gd name="connsiteY17" fmla="*/ 794084 h 1275963"/>
              <a:gd name="connsiteX18" fmla="*/ 1275348 w 2454442"/>
              <a:gd name="connsiteY18" fmla="*/ 806116 h 1275963"/>
              <a:gd name="connsiteX19" fmla="*/ 1311442 w 2454442"/>
              <a:gd name="connsiteY19" fmla="*/ 830179 h 1275963"/>
              <a:gd name="connsiteX20" fmla="*/ 1347537 w 2454442"/>
              <a:gd name="connsiteY20" fmla="*/ 842211 h 1275963"/>
              <a:gd name="connsiteX21" fmla="*/ 1419727 w 2454442"/>
              <a:gd name="connsiteY21" fmla="*/ 890337 h 1275963"/>
              <a:gd name="connsiteX22" fmla="*/ 1455821 w 2454442"/>
              <a:gd name="connsiteY22" fmla="*/ 914400 h 1275963"/>
              <a:gd name="connsiteX23" fmla="*/ 1479885 w 2454442"/>
              <a:gd name="connsiteY23" fmla="*/ 938463 h 1275963"/>
              <a:gd name="connsiteX24" fmla="*/ 1515979 w 2454442"/>
              <a:gd name="connsiteY24" fmla="*/ 950495 h 1275963"/>
              <a:gd name="connsiteX25" fmla="*/ 1588169 w 2454442"/>
              <a:gd name="connsiteY25" fmla="*/ 998621 h 1275963"/>
              <a:gd name="connsiteX26" fmla="*/ 1624264 w 2454442"/>
              <a:gd name="connsiteY26" fmla="*/ 1022684 h 1275963"/>
              <a:gd name="connsiteX27" fmla="*/ 1660358 w 2454442"/>
              <a:gd name="connsiteY27" fmla="*/ 1034716 h 1275963"/>
              <a:gd name="connsiteX28" fmla="*/ 1732548 w 2454442"/>
              <a:gd name="connsiteY28" fmla="*/ 1070811 h 1275963"/>
              <a:gd name="connsiteX29" fmla="*/ 1816769 w 2454442"/>
              <a:gd name="connsiteY29" fmla="*/ 1130969 h 1275963"/>
              <a:gd name="connsiteX30" fmla="*/ 1888958 w 2454442"/>
              <a:gd name="connsiteY30" fmla="*/ 1155032 h 1275963"/>
              <a:gd name="connsiteX31" fmla="*/ 1925053 w 2454442"/>
              <a:gd name="connsiteY31" fmla="*/ 1167063 h 1275963"/>
              <a:gd name="connsiteX32" fmla="*/ 1961148 w 2454442"/>
              <a:gd name="connsiteY32" fmla="*/ 1191126 h 1275963"/>
              <a:gd name="connsiteX33" fmla="*/ 1997242 w 2454442"/>
              <a:gd name="connsiteY33" fmla="*/ 1203158 h 1275963"/>
              <a:gd name="connsiteX34" fmla="*/ 2117558 w 2454442"/>
              <a:gd name="connsiteY34" fmla="*/ 1227221 h 1275963"/>
              <a:gd name="connsiteX35" fmla="*/ 2189748 w 2454442"/>
              <a:gd name="connsiteY35" fmla="*/ 1239253 h 1275963"/>
              <a:gd name="connsiteX36" fmla="*/ 2273969 w 2454442"/>
              <a:gd name="connsiteY36" fmla="*/ 1263316 h 1275963"/>
              <a:gd name="connsiteX37" fmla="*/ 2454442 w 2454442"/>
              <a:gd name="connsiteY37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661737 w 2454442"/>
              <a:gd name="connsiteY7" fmla="*/ 360948 h 1275963"/>
              <a:gd name="connsiteX8" fmla="*/ 721895 w 2454442"/>
              <a:gd name="connsiteY8" fmla="*/ 433137 h 1275963"/>
              <a:gd name="connsiteX9" fmla="*/ 757990 w 2454442"/>
              <a:gd name="connsiteY9" fmla="*/ 457200 h 1275963"/>
              <a:gd name="connsiteX10" fmla="*/ 842211 w 2454442"/>
              <a:gd name="connsiteY10" fmla="*/ 529390 h 1275963"/>
              <a:gd name="connsiteX11" fmla="*/ 890337 w 2454442"/>
              <a:gd name="connsiteY11" fmla="*/ 589548 h 1275963"/>
              <a:gd name="connsiteX12" fmla="*/ 926432 w 2454442"/>
              <a:gd name="connsiteY12" fmla="*/ 613611 h 1275963"/>
              <a:gd name="connsiteX13" fmla="*/ 1022685 w 2454442"/>
              <a:gd name="connsiteY13" fmla="*/ 685800 h 1275963"/>
              <a:gd name="connsiteX14" fmla="*/ 1130969 w 2454442"/>
              <a:gd name="connsiteY14" fmla="*/ 733926 h 1275963"/>
              <a:gd name="connsiteX15" fmla="*/ 1167064 w 2454442"/>
              <a:gd name="connsiteY15" fmla="*/ 745958 h 1275963"/>
              <a:gd name="connsiteX16" fmla="*/ 1239253 w 2454442"/>
              <a:gd name="connsiteY16" fmla="*/ 794084 h 1275963"/>
              <a:gd name="connsiteX17" fmla="*/ 1275348 w 2454442"/>
              <a:gd name="connsiteY17" fmla="*/ 806116 h 1275963"/>
              <a:gd name="connsiteX18" fmla="*/ 1311442 w 2454442"/>
              <a:gd name="connsiteY18" fmla="*/ 830179 h 1275963"/>
              <a:gd name="connsiteX19" fmla="*/ 1347537 w 2454442"/>
              <a:gd name="connsiteY19" fmla="*/ 842211 h 1275963"/>
              <a:gd name="connsiteX20" fmla="*/ 1419727 w 2454442"/>
              <a:gd name="connsiteY20" fmla="*/ 890337 h 1275963"/>
              <a:gd name="connsiteX21" fmla="*/ 1455821 w 2454442"/>
              <a:gd name="connsiteY21" fmla="*/ 914400 h 1275963"/>
              <a:gd name="connsiteX22" fmla="*/ 1479885 w 2454442"/>
              <a:gd name="connsiteY22" fmla="*/ 938463 h 1275963"/>
              <a:gd name="connsiteX23" fmla="*/ 1515979 w 2454442"/>
              <a:gd name="connsiteY23" fmla="*/ 950495 h 1275963"/>
              <a:gd name="connsiteX24" fmla="*/ 1588169 w 2454442"/>
              <a:gd name="connsiteY24" fmla="*/ 998621 h 1275963"/>
              <a:gd name="connsiteX25" fmla="*/ 1624264 w 2454442"/>
              <a:gd name="connsiteY25" fmla="*/ 1022684 h 1275963"/>
              <a:gd name="connsiteX26" fmla="*/ 1660358 w 2454442"/>
              <a:gd name="connsiteY26" fmla="*/ 1034716 h 1275963"/>
              <a:gd name="connsiteX27" fmla="*/ 1732548 w 2454442"/>
              <a:gd name="connsiteY27" fmla="*/ 1070811 h 1275963"/>
              <a:gd name="connsiteX28" fmla="*/ 1816769 w 2454442"/>
              <a:gd name="connsiteY28" fmla="*/ 1130969 h 1275963"/>
              <a:gd name="connsiteX29" fmla="*/ 1888958 w 2454442"/>
              <a:gd name="connsiteY29" fmla="*/ 1155032 h 1275963"/>
              <a:gd name="connsiteX30" fmla="*/ 1925053 w 2454442"/>
              <a:gd name="connsiteY30" fmla="*/ 1167063 h 1275963"/>
              <a:gd name="connsiteX31" fmla="*/ 1961148 w 2454442"/>
              <a:gd name="connsiteY31" fmla="*/ 1191126 h 1275963"/>
              <a:gd name="connsiteX32" fmla="*/ 1997242 w 2454442"/>
              <a:gd name="connsiteY32" fmla="*/ 1203158 h 1275963"/>
              <a:gd name="connsiteX33" fmla="*/ 2117558 w 2454442"/>
              <a:gd name="connsiteY33" fmla="*/ 1227221 h 1275963"/>
              <a:gd name="connsiteX34" fmla="*/ 2189748 w 2454442"/>
              <a:gd name="connsiteY34" fmla="*/ 1239253 h 1275963"/>
              <a:gd name="connsiteX35" fmla="*/ 2273969 w 2454442"/>
              <a:gd name="connsiteY35" fmla="*/ 1263316 h 1275963"/>
              <a:gd name="connsiteX36" fmla="*/ 2454442 w 2454442"/>
              <a:gd name="connsiteY36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757990 w 2454442"/>
              <a:gd name="connsiteY8" fmla="*/ 457200 h 1275963"/>
              <a:gd name="connsiteX9" fmla="*/ 842211 w 2454442"/>
              <a:gd name="connsiteY9" fmla="*/ 529390 h 1275963"/>
              <a:gd name="connsiteX10" fmla="*/ 890337 w 2454442"/>
              <a:gd name="connsiteY10" fmla="*/ 589548 h 1275963"/>
              <a:gd name="connsiteX11" fmla="*/ 926432 w 2454442"/>
              <a:gd name="connsiteY11" fmla="*/ 613611 h 1275963"/>
              <a:gd name="connsiteX12" fmla="*/ 1022685 w 2454442"/>
              <a:gd name="connsiteY12" fmla="*/ 685800 h 1275963"/>
              <a:gd name="connsiteX13" fmla="*/ 1130969 w 2454442"/>
              <a:gd name="connsiteY13" fmla="*/ 733926 h 1275963"/>
              <a:gd name="connsiteX14" fmla="*/ 1167064 w 2454442"/>
              <a:gd name="connsiteY14" fmla="*/ 745958 h 1275963"/>
              <a:gd name="connsiteX15" fmla="*/ 1239253 w 2454442"/>
              <a:gd name="connsiteY15" fmla="*/ 794084 h 1275963"/>
              <a:gd name="connsiteX16" fmla="*/ 1275348 w 2454442"/>
              <a:gd name="connsiteY16" fmla="*/ 806116 h 1275963"/>
              <a:gd name="connsiteX17" fmla="*/ 1311442 w 2454442"/>
              <a:gd name="connsiteY17" fmla="*/ 830179 h 1275963"/>
              <a:gd name="connsiteX18" fmla="*/ 1347537 w 2454442"/>
              <a:gd name="connsiteY18" fmla="*/ 842211 h 1275963"/>
              <a:gd name="connsiteX19" fmla="*/ 1419727 w 2454442"/>
              <a:gd name="connsiteY19" fmla="*/ 890337 h 1275963"/>
              <a:gd name="connsiteX20" fmla="*/ 1455821 w 2454442"/>
              <a:gd name="connsiteY20" fmla="*/ 914400 h 1275963"/>
              <a:gd name="connsiteX21" fmla="*/ 1479885 w 2454442"/>
              <a:gd name="connsiteY21" fmla="*/ 938463 h 1275963"/>
              <a:gd name="connsiteX22" fmla="*/ 1515979 w 2454442"/>
              <a:gd name="connsiteY22" fmla="*/ 950495 h 1275963"/>
              <a:gd name="connsiteX23" fmla="*/ 1588169 w 2454442"/>
              <a:gd name="connsiteY23" fmla="*/ 998621 h 1275963"/>
              <a:gd name="connsiteX24" fmla="*/ 1624264 w 2454442"/>
              <a:gd name="connsiteY24" fmla="*/ 1022684 h 1275963"/>
              <a:gd name="connsiteX25" fmla="*/ 1660358 w 2454442"/>
              <a:gd name="connsiteY25" fmla="*/ 1034716 h 1275963"/>
              <a:gd name="connsiteX26" fmla="*/ 1732548 w 2454442"/>
              <a:gd name="connsiteY26" fmla="*/ 1070811 h 1275963"/>
              <a:gd name="connsiteX27" fmla="*/ 1816769 w 2454442"/>
              <a:gd name="connsiteY27" fmla="*/ 1130969 h 1275963"/>
              <a:gd name="connsiteX28" fmla="*/ 1888958 w 2454442"/>
              <a:gd name="connsiteY28" fmla="*/ 1155032 h 1275963"/>
              <a:gd name="connsiteX29" fmla="*/ 1925053 w 2454442"/>
              <a:gd name="connsiteY29" fmla="*/ 1167063 h 1275963"/>
              <a:gd name="connsiteX30" fmla="*/ 1961148 w 2454442"/>
              <a:gd name="connsiteY30" fmla="*/ 1191126 h 1275963"/>
              <a:gd name="connsiteX31" fmla="*/ 1997242 w 2454442"/>
              <a:gd name="connsiteY31" fmla="*/ 1203158 h 1275963"/>
              <a:gd name="connsiteX32" fmla="*/ 2117558 w 2454442"/>
              <a:gd name="connsiteY32" fmla="*/ 1227221 h 1275963"/>
              <a:gd name="connsiteX33" fmla="*/ 2189748 w 2454442"/>
              <a:gd name="connsiteY33" fmla="*/ 1239253 h 1275963"/>
              <a:gd name="connsiteX34" fmla="*/ 2273969 w 2454442"/>
              <a:gd name="connsiteY34" fmla="*/ 1263316 h 1275963"/>
              <a:gd name="connsiteX35" fmla="*/ 2454442 w 2454442"/>
              <a:gd name="connsiteY35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926432 w 2454442"/>
              <a:gd name="connsiteY10" fmla="*/ 613611 h 1275963"/>
              <a:gd name="connsiteX11" fmla="*/ 1022685 w 2454442"/>
              <a:gd name="connsiteY11" fmla="*/ 685800 h 1275963"/>
              <a:gd name="connsiteX12" fmla="*/ 1130969 w 2454442"/>
              <a:gd name="connsiteY12" fmla="*/ 733926 h 1275963"/>
              <a:gd name="connsiteX13" fmla="*/ 1167064 w 2454442"/>
              <a:gd name="connsiteY13" fmla="*/ 745958 h 1275963"/>
              <a:gd name="connsiteX14" fmla="*/ 1239253 w 2454442"/>
              <a:gd name="connsiteY14" fmla="*/ 794084 h 1275963"/>
              <a:gd name="connsiteX15" fmla="*/ 1275348 w 2454442"/>
              <a:gd name="connsiteY15" fmla="*/ 806116 h 1275963"/>
              <a:gd name="connsiteX16" fmla="*/ 1311442 w 2454442"/>
              <a:gd name="connsiteY16" fmla="*/ 830179 h 1275963"/>
              <a:gd name="connsiteX17" fmla="*/ 1347537 w 2454442"/>
              <a:gd name="connsiteY17" fmla="*/ 842211 h 1275963"/>
              <a:gd name="connsiteX18" fmla="*/ 1419727 w 2454442"/>
              <a:gd name="connsiteY18" fmla="*/ 890337 h 1275963"/>
              <a:gd name="connsiteX19" fmla="*/ 1455821 w 2454442"/>
              <a:gd name="connsiteY19" fmla="*/ 914400 h 1275963"/>
              <a:gd name="connsiteX20" fmla="*/ 1479885 w 2454442"/>
              <a:gd name="connsiteY20" fmla="*/ 938463 h 1275963"/>
              <a:gd name="connsiteX21" fmla="*/ 1515979 w 2454442"/>
              <a:gd name="connsiteY21" fmla="*/ 950495 h 1275963"/>
              <a:gd name="connsiteX22" fmla="*/ 1588169 w 2454442"/>
              <a:gd name="connsiteY22" fmla="*/ 998621 h 1275963"/>
              <a:gd name="connsiteX23" fmla="*/ 1624264 w 2454442"/>
              <a:gd name="connsiteY23" fmla="*/ 1022684 h 1275963"/>
              <a:gd name="connsiteX24" fmla="*/ 1660358 w 2454442"/>
              <a:gd name="connsiteY24" fmla="*/ 1034716 h 1275963"/>
              <a:gd name="connsiteX25" fmla="*/ 1732548 w 2454442"/>
              <a:gd name="connsiteY25" fmla="*/ 1070811 h 1275963"/>
              <a:gd name="connsiteX26" fmla="*/ 1816769 w 2454442"/>
              <a:gd name="connsiteY26" fmla="*/ 1130969 h 1275963"/>
              <a:gd name="connsiteX27" fmla="*/ 1888958 w 2454442"/>
              <a:gd name="connsiteY27" fmla="*/ 1155032 h 1275963"/>
              <a:gd name="connsiteX28" fmla="*/ 1925053 w 2454442"/>
              <a:gd name="connsiteY28" fmla="*/ 1167063 h 1275963"/>
              <a:gd name="connsiteX29" fmla="*/ 1961148 w 2454442"/>
              <a:gd name="connsiteY29" fmla="*/ 1191126 h 1275963"/>
              <a:gd name="connsiteX30" fmla="*/ 1997242 w 2454442"/>
              <a:gd name="connsiteY30" fmla="*/ 1203158 h 1275963"/>
              <a:gd name="connsiteX31" fmla="*/ 2117558 w 2454442"/>
              <a:gd name="connsiteY31" fmla="*/ 1227221 h 1275963"/>
              <a:gd name="connsiteX32" fmla="*/ 2189748 w 2454442"/>
              <a:gd name="connsiteY32" fmla="*/ 1239253 h 1275963"/>
              <a:gd name="connsiteX33" fmla="*/ 2273969 w 2454442"/>
              <a:gd name="connsiteY33" fmla="*/ 1263316 h 1275963"/>
              <a:gd name="connsiteX34" fmla="*/ 2454442 w 2454442"/>
              <a:gd name="connsiteY34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39253 w 2454442"/>
              <a:gd name="connsiteY13" fmla="*/ 794084 h 1275963"/>
              <a:gd name="connsiteX14" fmla="*/ 1275348 w 2454442"/>
              <a:gd name="connsiteY14" fmla="*/ 806116 h 1275963"/>
              <a:gd name="connsiteX15" fmla="*/ 1311442 w 2454442"/>
              <a:gd name="connsiteY15" fmla="*/ 830179 h 1275963"/>
              <a:gd name="connsiteX16" fmla="*/ 1347537 w 2454442"/>
              <a:gd name="connsiteY16" fmla="*/ 842211 h 1275963"/>
              <a:gd name="connsiteX17" fmla="*/ 1419727 w 2454442"/>
              <a:gd name="connsiteY17" fmla="*/ 890337 h 1275963"/>
              <a:gd name="connsiteX18" fmla="*/ 1455821 w 2454442"/>
              <a:gd name="connsiteY18" fmla="*/ 914400 h 1275963"/>
              <a:gd name="connsiteX19" fmla="*/ 1479885 w 2454442"/>
              <a:gd name="connsiteY19" fmla="*/ 938463 h 1275963"/>
              <a:gd name="connsiteX20" fmla="*/ 1515979 w 2454442"/>
              <a:gd name="connsiteY20" fmla="*/ 950495 h 1275963"/>
              <a:gd name="connsiteX21" fmla="*/ 1588169 w 2454442"/>
              <a:gd name="connsiteY21" fmla="*/ 998621 h 1275963"/>
              <a:gd name="connsiteX22" fmla="*/ 1624264 w 2454442"/>
              <a:gd name="connsiteY22" fmla="*/ 1022684 h 1275963"/>
              <a:gd name="connsiteX23" fmla="*/ 1660358 w 2454442"/>
              <a:gd name="connsiteY23" fmla="*/ 1034716 h 1275963"/>
              <a:gd name="connsiteX24" fmla="*/ 1732548 w 2454442"/>
              <a:gd name="connsiteY24" fmla="*/ 1070811 h 1275963"/>
              <a:gd name="connsiteX25" fmla="*/ 1816769 w 2454442"/>
              <a:gd name="connsiteY25" fmla="*/ 1130969 h 1275963"/>
              <a:gd name="connsiteX26" fmla="*/ 1888958 w 2454442"/>
              <a:gd name="connsiteY26" fmla="*/ 1155032 h 1275963"/>
              <a:gd name="connsiteX27" fmla="*/ 1925053 w 2454442"/>
              <a:gd name="connsiteY27" fmla="*/ 1167063 h 1275963"/>
              <a:gd name="connsiteX28" fmla="*/ 1961148 w 2454442"/>
              <a:gd name="connsiteY28" fmla="*/ 1191126 h 1275963"/>
              <a:gd name="connsiteX29" fmla="*/ 1997242 w 2454442"/>
              <a:gd name="connsiteY29" fmla="*/ 1203158 h 1275963"/>
              <a:gd name="connsiteX30" fmla="*/ 2117558 w 2454442"/>
              <a:gd name="connsiteY30" fmla="*/ 1227221 h 1275963"/>
              <a:gd name="connsiteX31" fmla="*/ 2189748 w 2454442"/>
              <a:gd name="connsiteY31" fmla="*/ 1239253 h 1275963"/>
              <a:gd name="connsiteX32" fmla="*/ 2273969 w 2454442"/>
              <a:gd name="connsiteY32" fmla="*/ 1263316 h 1275963"/>
              <a:gd name="connsiteX33" fmla="*/ 2454442 w 2454442"/>
              <a:gd name="connsiteY33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39253 w 2454442"/>
              <a:gd name="connsiteY13" fmla="*/ 794084 h 1275963"/>
              <a:gd name="connsiteX14" fmla="*/ 1275348 w 2454442"/>
              <a:gd name="connsiteY14" fmla="*/ 806116 h 1275963"/>
              <a:gd name="connsiteX15" fmla="*/ 1347537 w 2454442"/>
              <a:gd name="connsiteY15" fmla="*/ 842211 h 1275963"/>
              <a:gd name="connsiteX16" fmla="*/ 1419727 w 2454442"/>
              <a:gd name="connsiteY16" fmla="*/ 890337 h 1275963"/>
              <a:gd name="connsiteX17" fmla="*/ 1455821 w 2454442"/>
              <a:gd name="connsiteY17" fmla="*/ 914400 h 1275963"/>
              <a:gd name="connsiteX18" fmla="*/ 1479885 w 2454442"/>
              <a:gd name="connsiteY18" fmla="*/ 938463 h 1275963"/>
              <a:gd name="connsiteX19" fmla="*/ 1515979 w 2454442"/>
              <a:gd name="connsiteY19" fmla="*/ 950495 h 1275963"/>
              <a:gd name="connsiteX20" fmla="*/ 1588169 w 2454442"/>
              <a:gd name="connsiteY20" fmla="*/ 998621 h 1275963"/>
              <a:gd name="connsiteX21" fmla="*/ 1624264 w 2454442"/>
              <a:gd name="connsiteY21" fmla="*/ 1022684 h 1275963"/>
              <a:gd name="connsiteX22" fmla="*/ 1660358 w 2454442"/>
              <a:gd name="connsiteY22" fmla="*/ 1034716 h 1275963"/>
              <a:gd name="connsiteX23" fmla="*/ 1732548 w 2454442"/>
              <a:gd name="connsiteY23" fmla="*/ 1070811 h 1275963"/>
              <a:gd name="connsiteX24" fmla="*/ 1816769 w 2454442"/>
              <a:gd name="connsiteY24" fmla="*/ 1130969 h 1275963"/>
              <a:gd name="connsiteX25" fmla="*/ 1888958 w 2454442"/>
              <a:gd name="connsiteY25" fmla="*/ 1155032 h 1275963"/>
              <a:gd name="connsiteX26" fmla="*/ 1925053 w 2454442"/>
              <a:gd name="connsiteY26" fmla="*/ 1167063 h 1275963"/>
              <a:gd name="connsiteX27" fmla="*/ 1961148 w 2454442"/>
              <a:gd name="connsiteY27" fmla="*/ 1191126 h 1275963"/>
              <a:gd name="connsiteX28" fmla="*/ 1997242 w 2454442"/>
              <a:gd name="connsiteY28" fmla="*/ 1203158 h 1275963"/>
              <a:gd name="connsiteX29" fmla="*/ 2117558 w 2454442"/>
              <a:gd name="connsiteY29" fmla="*/ 1227221 h 1275963"/>
              <a:gd name="connsiteX30" fmla="*/ 2189748 w 2454442"/>
              <a:gd name="connsiteY30" fmla="*/ 1239253 h 1275963"/>
              <a:gd name="connsiteX31" fmla="*/ 2273969 w 2454442"/>
              <a:gd name="connsiteY31" fmla="*/ 1263316 h 1275963"/>
              <a:gd name="connsiteX32" fmla="*/ 2454442 w 2454442"/>
              <a:gd name="connsiteY32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455821 w 2454442"/>
              <a:gd name="connsiteY16" fmla="*/ 914400 h 1275963"/>
              <a:gd name="connsiteX17" fmla="*/ 1479885 w 2454442"/>
              <a:gd name="connsiteY17" fmla="*/ 938463 h 1275963"/>
              <a:gd name="connsiteX18" fmla="*/ 1515979 w 2454442"/>
              <a:gd name="connsiteY18" fmla="*/ 950495 h 1275963"/>
              <a:gd name="connsiteX19" fmla="*/ 1588169 w 2454442"/>
              <a:gd name="connsiteY19" fmla="*/ 998621 h 1275963"/>
              <a:gd name="connsiteX20" fmla="*/ 1624264 w 2454442"/>
              <a:gd name="connsiteY20" fmla="*/ 1022684 h 1275963"/>
              <a:gd name="connsiteX21" fmla="*/ 1660358 w 2454442"/>
              <a:gd name="connsiteY21" fmla="*/ 1034716 h 1275963"/>
              <a:gd name="connsiteX22" fmla="*/ 1732548 w 2454442"/>
              <a:gd name="connsiteY22" fmla="*/ 1070811 h 1275963"/>
              <a:gd name="connsiteX23" fmla="*/ 1816769 w 2454442"/>
              <a:gd name="connsiteY23" fmla="*/ 1130969 h 1275963"/>
              <a:gd name="connsiteX24" fmla="*/ 1888958 w 2454442"/>
              <a:gd name="connsiteY24" fmla="*/ 1155032 h 1275963"/>
              <a:gd name="connsiteX25" fmla="*/ 1925053 w 2454442"/>
              <a:gd name="connsiteY25" fmla="*/ 1167063 h 1275963"/>
              <a:gd name="connsiteX26" fmla="*/ 1961148 w 2454442"/>
              <a:gd name="connsiteY26" fmla="*/ 1191126 h 1275963"/>
              <a:gd name="connsiteX27" fmla="*/ 1997242 w 2454442"/>
              <a:gd name="connsiteY27" fmla="*/ 1203158 h 1275963"/>
              <a:gd name="connsiteX28" fmla="*/ 2117558 w 2454442"/>
              <a:gd name="connsiteY28" fmla="*/ 1227221 h 1275963"/>
              <a:gd name="connsiteX29" fmla="*/ 2189748 w 2454442"/>
              <a:gd name="connsiteY29" fmla="*/ 1239253 h 1275963"/>
              <a:gd name="connsiteX30" fmla="*/ 2273969 w 2454442"/>
              <a:gd name="connsiteY30" fmla="*/ 1263316 h 1275963"/>
              <a:gd name="connsiteX31" fmla="*/ 2454442 w 2454442"/>
              <a:gd name="connsiteY31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455821 w 2454442"/>
              <a:gd name="connsiteY16" fmla="*/ 914400 h 1275963"/>
              <a:gd name="connsiteX17" fmla="*/ 1479885 w 2454442"/>
              <a:gd name="connsiteY17" fmla="*/ 938463 h 1275963"/>
              <a:gd name="connsiteX18" fmla="*/ 1588169 w 2454442"/>
              <a:gd name="connsiteY18" fmla="*/ 998621 h 1275963"/>
              <a:gd name="connsiteX19" fmla="*/ 1624264 w 2454442"/>
              <a:gd name="connsiteY19" fmla="*/ 1022684 h 1275963"/>
              <a:gd name="connsiteX20" fmla="*/ 1660358 w 2454442"/>
              <a:gd name="connsiteY20" fmla="*/ 1034716 h 1275963"/>
              <a:gd name="connsiteX21" fmla="*/ 1732548 w 2454442"/>
              <a:gd name="connsiteY21" fmla="*/ 1070811 h 1275963"/>
              <a:gd name="connsiteX22" fmla="*/ 1816769 w 2454442"/>
              <a:gd name="connsiteY22" fmla="*/ 1130969 h 1275963"/>
              <a:gd name="connsiteX23" fmla="*/ 1888958 w 2454442"/>
              <a:gd name="connsiteY23" fmla="*/ 1155032 h 1275963"/>
              <a:gd name="connsiteX24" fmla="*/ 1925053 w 2454442"/>
              <a:gd name="connsiteY24" fmla="*/ 1167063 h 1275963"/>
              <a:gd name="connsiteX25" fmla="*/ 1961148 w 2454442"/>
              <a:gd name="connsiteY25" fmla="*/ 1191126 h 1275963"/>
              <a:gd name="connsiteX26" fmla="*/ 1997242 w 2454442"/>
              <a:gd name="connsiteY26" fmla="*/ 1203158 h 1275963"/>
              <a:gd name="connsiteX27" fmla="*/ 2117558 w 2454442"/>
              <a:gd name="connsiteY27" fmla="*/ 1227221 h 1275963"/>
              <a:gd name="connsiteX28" fmla="*/ 2189748 w 2454442"/>
              <a:gd name="connsiteY28" fmla="*/ 1239253 h 1275963"/>
              <a:gd name="connsiteX29" fmla="*/ 2273969 w 2454442"/>
              <a:gd name="connsiteY29" fmla="*/ 1263316 h 1275963"/>
              <a:gd name="connsiteX30" fmla="*/ 2454442 w 2454442"/>
              <a:gd name="connsiteY30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455821 w 2454442"/>
              <a:gd name="connsiteY16" fmla="*/ 914400 h 1275963"/>
              <a:gd name="connsiteX17" fmla="*/ 1588169 w 2454442"/>
              <a:gd name="connsiteY17" fmla="*/ 998621 h 1275963"/>
              <a:gd name="connsiteX18" fmla="*/ 1624264 w 2454442"/>
              <a:gd name="connsiteY18" fmla="*/ 1022684 h 1275963"/>
              <a:gd name="connsiteX19" fmla="*/ 1660358 w 2454442"/>
              <a:gd name="connsiteY19" fmla="*/ 1034716 h 1275963"/>
              <a:gd name="connsiteX20" fmla="*/ 1732548 w 2454442"/>
              <a:gd name="connsiteY20" fmla="*/ 1070811 h 1275963"/>
              <a:gd name="connsiteX21" fmla="*/ 1816769 w 2454442"/>
              <a:gd name="connsiteY21" fmla="*/ 1130969 h 1275963"/>
              <a:gd name="connsiteX22" fmla="*/ 1888958 w 2454442"/>
              <a:gd name="connsiteY22" fmla="*/ 1155032 h 1275963"/>
              <a:gd name="connsiteX23" fmla="*/ 1925053 w 2454442"/>
              <a:gd name="connsiteY23" fmla="*/ 1167063 h 1275963"/>
              <a:gd name="connsiteX24" fmla="*/ 1961148 w 2454442"/>
              <a:gd name="connsiteY24" fmla="*/ 1191126 h 1275963"/>
              <a:gd name="connsiteX25" fmla="*/ 1997242 w 2454442"/>
              <a:gd name="connsiteY25" fmla="*/ 1203158 h 1275963"/>
              <a:gd name="connsiteX26" fmla="*/ 2117558 w 2454442"/>
              <a:gd name="connsiteY26" fmla="*/ 1227221 h 1275963"/>
              <a:gd name="connsiteX27" fmla="*/ 2189748 w 2454442"/>
              <a:gd name="connsiteY27" fmla="*/ 1239253 h 1275963"/>
              <a:gd name="connsiteX28" fmla="*/ 2273969 w 2454442"/>
              <a:gd name="connsiteY28" fmla="*/ 1263316 h 1275963"/>
              <a:gd name="connsiteX29" fmla="*/ 2454442 w 2454442"/>
              <a:gd name="connsiteY29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588169 w 2454442"/>
              <a:gd name="connsiteY16" fmla="*/ 998621 h 1275963"/>
              <a:gd name="connsiteX17" fmla="*/ 1624264 w 2454442"/>
              <a:gd name="connsiteY17" fmla="*/ 1022684 h 1275963"/>
              <a:gd name="connsiteX18" fmla="*/ 1660358 w 2454442"/>
              <a:gd name="connsiteY18" fmla="*/ 1034716 h 1275963"/>
              <a:gd name="connsiteX19" fmla="*/ 1732548 w 2454442"/>
              <a:gd name="connsiteY19" fmla="*/ 1070811 h 1275963"/>
              <a:gd name="connsiteX20" fmla="*/ 1816769 w 2454442"/>
              <a:gd name="connsiteY20" fmla="*/ 1130969 h 1275963"/>
              <a:gd name="connsiteX21" fmla="*/ 1888958 w 2454442"/>
              <a:gd name="connsiteY21" fmla="*/ 1155032 h 1275963"/>
              <a:gd name="connsiteX22" fmla="*/ 1925053 w 2454442"/>
              <a:gd name="connsiteY22" fmla="*/ 1167063 h 1275963"/>
              <a:gd name="connsiteX23" fmla="*/ 1961148 w 2454442"/>
              <a:gd name="connsiteY23" fmla="*/ 1191126 h 1275963"/>
              <a:gd name="connsiteX24" fmla="*/ 1997242 w 2454442"/>
              <a:gd name="connsiteY24" fmla="*/ 1203158 h 1275963"/>
              <a:gd name="connsiteX25" fmla="*/ 2117558 w 2454442"/>
              <a:gd name="connsiteY25" fmla="*/ 1227221 h 1275963"/>
              <a:gd name="connsiteX26" fmla="*/ 2189748 w 2454442"/>
              <a:gd name="connsiteY26" fmla="*/ 1239253 h 1275963"/>
              <a:gd name="connsiteX27" fmla="*/ 2273969 w 2454442"/>
              <a:gd name="connsiteY27" fmla="*/ 1263316 h 1275963"/>
              <a:gd name="connsiteX28" fmla="*/ 2454442 w 2454442"/>
              <a:gd name="connsiteY28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588169 w 2454442"/>
              <a:gd name="connsiteY16" fmla="*/ 998621 h 1275963"/>
              <a:gd name="connsiteX17" fmla="*/ 1624264 w 2454442"/>
              <a:gd name="connsiteY17" fmla="*/ 1022684 h 1275963"/>
              <a:gd name="connsiteX18" fmla="*/ 1660358 w 2454442"/>
              <a:gd name="connsiteY18" fmla="*/ 1034716 h 1275963"/>
              <a:gd name="connsiteX19" fmla="*/ 1816769 w 2454442"/>
              <a:gd name="connsiteY19" fmla="*/ 1130969 h 1275963"/>
              <a:gd name="connsiteX20" fmla="*/ 1888958 w 2454442"/>
              <a:gd name="connsiteY20" fmla="*/ 1155032 h 1275963"/>
              <a:gd name="connsiteX21" fmla="*/ 1925053 w 2454442"/>
              <a:gd name="connsiteY21" fmla="*/ 1167063 h 1275963"/>
              <a:gd name="connsiteX22" fmla="*/ 1961148 w 2454442"/>
              <a:gd name="connsiteY22" fmla="*/ 1191126 h 1275963"/>
              <a:gd name="connsiteX23" fmla="*/ 1997242 w 2454442"/>
              <a:gd name="connsiteY23" fmla="*/ 1203158 h 1275963"/>
              <a:gd name="connsiteX24" fmla="*/ 2117558 w 2454442"/>
              <a:gd name="connsiteY24" fmla="*/ 1227221 h 1275963"/>
              <a:gd name="connsiteX25" fmla="*/ 2189748 w 2454442"/>
              <a:gd name="connsiteY25" fmla="*/ 1239253 h 1275963"/>
              <a:gd name="connsiteX26" fmla="*/ 2273969 w 2454442"/>
              <a:gd name="connsiteY26" fmla="*/ 1263316 h 1275963"/>
              <a:gd name="connsiteX27" fmla="*/ 2454442 w 2454442"/>
              <a:gd name="connsiteY27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588169 w 2454442"/>
              <a:gd name="connsiteY16" fmla="*/ 998621 h 1275963"/>
              <a:gd name="connsiteX17" fmla="*/ 1624264 w 2454442"/>
              <a:gd name="connsiteY17" fmla="*/ 1022684 h 1275963"/>
              <a:gd name="connsiteX18" fmla="*/ 1816769 w 2454442"/>
              <a:gd name="connsiteY18" fmla="*/ 1130969 h 1275963"/>
              <a:gd name="connsiteX19" fmla="*/ 1888958 w 2454442"/>
              <a:gd name="connsiteY19" fmla="*/ 1155032 h 1275963"/>
              <a:gd name="connsiteX20" fmla="*/ 1925053 w 2454442"/>
              <a:gd name="connsiteY20" fmla="*/ 1167063 h 1275963"/>
              <a:gd name="connsiteX21" fmla="*/ 1961148 w 2454442"/>
              <a:gd name="connsiteY21" fmla="*/ 1191126 h 1275963"/>
              <a:gd name="connsiteX22" fmla="*/ 1997242 w 2454442"/>
              <a:gd name="connsiteY22" fmla="*/ 1203158 h 1275963"/>
              <a:gd name="connsiteX23" fmla="*/ 2117558 w 2454442"/>
              <a:gd name="connsiteY23" fmla="*/ 1227221 h 1275963"/>
              <a:gd name="connsiteX24" fmla="*/ 2189748 w 2454442"/>
              <a:gd name="connsiteY24" fmla="*/ 1239253 h 1275963"/>
              <a:gd name="connsiteX25" fmla="*/ 2273969 w 2454442"/>
              <a:gd name="connsiteY25" fmla="*/ 1263316 h 1275963"/>
              <a:gd name="connsiteX26" fmla="*/ 2454442 w 2454442"/>
              <a:gd name="connsiteY26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588169 w 2454442"/>
              <a:gd name="connsiteY16" fmla="*/ 998621 h 1275963"/>
              <a:gd name="connsiteX17" fmla="*/ 1624264 w 2454442"/>
              <a:gd name="connsiteY17" fmla="*/ 1022684 h 1275963"/>
              <a:gd name="connsiteX18" fmla="*/ 1816769 w 2454442"/>
              <a:gd name="connsiteY18" fmla="*/ 1130969 h 1275963"/>
              <a:gd name="connsiteX19" fmla="*/ 1888958 w 2454442"/>
              <a:gd name="connsiteY19" fmla="*/ 1155032 h 1275963"/>
              <a:gd name="connsiteX20" fmla="*/ 1925053 w 2454442"/>
              <a:gd name="connsiteY20" fmla="*/ 1167063 h 1275963"/>
              <a:gd name="connsiteX21" fmla="*/ 1997242 w 2454442"/>
              <a:gd name="connsiteY21" fmla="*/ 1203158 h 1275963"/>
              <a:gd name="connsiteX22" fmla="*/ 2117558 w 2454442"/>
              <a:gd name="connsiteY22" fmla="*/ 1227221 h 1275963"/>
              <a:gd name="connsiteX23" fmla="*/ 2189748 w 2454442"/>
              <a:gd name="connsiteY23" fmla="*/ 1239253 h 1275963"/>
              <a:gd name="connsiteX24" fmla="*/ 2273969 w 2454442"/>
              <a:gd name="connsiteY24" fmla="*/ 1263316 h 1275963"/>
              <a:gd name="connsiteX25" fmla="*/ 2454442 w 2454442"/>
              <a:gd name="connsiteY25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588169 w 2454442"/>
              <a:gd name="connsiteY16" fmla="*/ 998621 h 1275963"/>
              <a:gd name="connsiteX17" fmla="*/ 1624264 w 2454442"/>
              <a:gd name="connsiteY17" fmla="*/ 1022684 h 1275963"/>
              <a:gd name="connsiteX18" fmla="*/ 1816769 w 2454442"/>
              <a:gd name="connsiteY18" fmla="*/ 1130969 h 1275963"/>
              <a:gd name="connsiteX19" fmla="*/ 1888958 w 2454442"/>
              <a:gd name="connsiteY19" fmla="*/ 1155032 h 1275963"/>
              <a:gd name="connsiteX20" fmla="*/ 1997242 w 2454442"/>
              <a:gd name="connsiteY20" fmla="*/ 1203158 h 1275963"/>
              <a:gd name="connsiteX21" fmla="*/ 2117558 w 2454442"/>
              <a:gd name="connsiteY21" fmla="*/ 1227221 h 1275963"/>
              <a:gd name="connsiteX22" fmla="*/ 2189748 w 2454442"/>
              <a:gd name="connsiteY22" fmla="*/ 1239253 h 1275963"/>
              <a:gd name="connsiteX23" fmla="*/ 2273969 w 2454442"/>
              <a:gd name="connsiteY23" fmla="*/ 1263316 h 1275963"/>
              <a:gd name="connsiteX24" fmla="*/ 2454442 w 2454442"/>
              <a:gd name="connsiteY24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588169 w 2454442"/>
              <a:gd name="connsiteY16" fmla="*/ 998621 h 1275963"/>
              <a:gd name="connsiteX17" fmla="*/ 1624264 w 2454442"/>
              <a:gd name="connsiteY17" fmla="*/ 1022684 h 1275963"/>
              <a:gd name="connsiteX18" fmla="*/ 1816769 w 2454442"/>
              <a:gd name="connsiteY18" fmla="*/ 1130969 h 1275963"/>
              <a:gd name="connsiteX19" fmla="*/ 1997242 w 2454442"/>
              <a:gd name="connsiteY19" fmla="*/ 1203158 h 1275963"/>
              <a:gd name="connsiteX20" fmla="*/ 2117558 w 2454442"/>
              <a:gd name="connsiteY20" fmla="*/ 1227221 h 1275963"/>
              <a:gd name="connsiteX21" fmla="*/ 2189748 w 2454442"/>
              <a:gd name="connsiteY21" fmla="*/ 1239253 h 1275963"/>
              <a:gd name="connsiteX22" fmla="*/ 2273969 w 2454442"/>
              <a:gd name="connsiteY22" fmla="*/ 1263316 h 1275963"/>
              <a:gd name="connsiteX23" fmla="*/ 2454442 w 2454442"/>
              <a:gd name="connsiteY23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347537 w 2454442"/>
              <a:gd name="connsiteY13" fmla="*/ 842211 h 1275963"/>
              <a:gd name="connsiteX14" fmla="*/ 1419727 w 2454442"/>
              <a:gd name="connsiteY14" fmla="*/ 890337 h 1275963"/>
              <a:gd name="connsiteX15" fmla="*/ 1588169 w 2454442"/>
              <a:gd name="connsiteY15" fmla="*/ 998621 h 1275963"/>
              <a:gd name="connsiteX16" fmla="*/ 1624264 w 2454442"/>
              <a:gd name="connsiteY16" fmla="*/ 1022684 h 1275963"/>
              <a:gd name="connsiteX17" fmla="*/ 1816769 w 2454442"/>
              <a:gd name="connsiteY17" fmla="*/ 1130969 h 1275963"/>
              <a:gd name="connsiteX18" fmla="*/ 1997242 w 2454442"/>
              <a:gd name="connsiteY18" fmla="*/ 1203158 h 1275963"/>
              <a:gd name="connsiteX19" fmla="*/ 2117558 w 2454442"/>
              <a:gd name="connsiteY19" fmla="*/ 1227221 h 1275963"/>
              <a:gd name="connsiteX20" fmla="*/ 2189748 w 2454442"/>
              <a:gd name="connsiteY20" fmla="*/ 1239253 h 1275963"/>
              <a:gd name="connsiteX21" fmla="*/ 2273969 w 2454442"/>
              <a:gd name="connsiteY21" fmla="*/ 1263316 h 1275963"/>
              <a:gd name="connsiteX22" fmla="*/ 2454442 w 2454442"/>
              <a:gd name="connsiteY22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347537 w 2454442"/>
              <a:gd name="connsiteY12" fmla="*/ 842211 h 1275963"/>
              <a:gd name="connsiteX13" fmla="*/ 1419727 w 2454442"/>
              <a:gd name="connsiteY13" fmla="*/ 890337 h 1275963"/>
              <a:gd name="connsiteX14" fmla="*/ 1588169 w 2454442"/>
              <a:gd name="connsiteY14" fmla="*/ 998621 h 1275963"/>
              <a:gd name="connsiteX15" fmla="*/ 1624264 w 2454442"/>
              <a:gd name="connsiteY15" fmla="*/ 1022684 h 1275963"/>
              <a:gd name="connsiteX16" fmla="*/ 1816769 w 2454442"/>
              <a:gd name="connsiteY16" fmla="*/ 1130969 h 1275963"/>
              <a:gd name="connsiteX17" fmla="*/ 1997242 w 2454442"/>
              <a:gd name="connsiteY17" fmla="*/ 1203158 h 1275963"/>
              <a:gd name="connsiteX18" fmla="*/ 2117558 w 2454442"/>
              <a:gd name="connsiteY18" fmla="*/ 1227221 h 1275963"/>
              <a:gd name="connsiteX19" fmla="*/ 2189748 w 2454442"/>
              <a:gd name="connsiteY19" fmla="*/ 1239253 h 1275963"/>
              <a:gd name="connsiteX20" fmla="*/ 2273969 w 2454442"/>
              <a:gd name="connsiteY20" fmla="*/ 1263316 h 1275963"/>
              <a:gd name="connsiteX21" fmla="*/ 2454442 w 2454442"/>
              <a:gd name="connsiteY21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347537 w 2454442"/>
              <a:gd name="connsiteY12" fmla="*/ 842211 h 1275963"/>
              <a:gd name="connsiteX13" fmla="*/ 1419727 w 2454442"/>
              <a:gd name="connsiteY13" fmla="*/ 890337 h 1275963"/>
              <a:gd name="connsiteX14" fmla="*/ 1588169 w 2454442"/>
              <a:gd name="connsiteY14" fmla="*/ 998621 h 1275963"/>
              <a:gd name="connsiteX15" fmla="*/ 1624264 w 2454442"/>
              <a:gd name="connsiteY15" fmla="*/ 1022684 h 1275963"/>
              <a:gd name="connsiteX16" fmla="*/ 1816769 w 2454442"/>
              <a:gd name="connsiteY16" fmla="*/ 1130969 h 1275963"/>
              <a:gd name="connsiteX17" fmla="*/ 1997242 w 2454442"/>
              <a:gd name="connsiteY17" fmla="*/ 1203158 h 1275963"/>
              <a:gd name="connsiteX18" fmla="*/ 2117558 w 2454442"/>
              <a:gd name="connsiteY18" fmla="*/ 1227221 h 1275963"/>
              <a:gd name="connsiteX19" fmla="*/ 2273969 w 2454442"/>
              <a:gd name="connsiteY19" fmla="*/ 1263316 h 1275963"/>
              <a:gd name="connsiteX20" fmla="*/ 2454442 w 2454442"/>
              <a:gd name="connsiteY20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1022685 w 2454442"/>
              <a:gd name="connsiteY9" fmla="*/ 685800 h 1275963"/>
              <a:gd name="connsiteX10" fmla="*/ 1130969 w 2454442"/>
              <a:gd name="connsiteY10" fmla="*/ 733926 h 1275963"/>
              <a:gd name="connsiteX11" fmla="*/ 1347537 w 2454442"/>
              <a:gd name="connsiteY11" fmla="*/ 842211 h 1275963"/>
              <a:gd name="connsiteX12" fmla="*/ 1419727 w 2454442"/>
              <a:gd name="connsiteY12" fmla="*/ 890337 h 1275963"/>
              <a:gd name="connsiteX13" fmla="*/ 1588169 w 2454442"/>
              <a:gd name="connsiteY13" fmla="*/ 998621 h 1275963"/>
              <a:gd name="connsiteX14" fmla="*/ 1624264 w 2454442"/>
              <a:gd name="connsiteY14" fmla="*/ 1022684 h 1275963"/>
              <a:gd name="connsiteX15" fmla="*/ 1816769 w 2454442"/>
              <a:gd name="connsiteY15" fmla="*/ 1130969 h 1275963"/>
              <a:gd name="connsiteX16" fmla="*/ 1997242 w 2454442"/>
              <a:gd name="connsiteY16" fmla="*/ 1203158 h 1275963"/>
              <a:gd name="connsiteX17" fmla="*/ 2117558 w 2454442"/>
              <a:gd name="connsiteY17" fmla="*/ 1227221 h 1275963"/>
              <a:gd name="connsiteX18" fmla="*/ 2273969 w 2454442"/>
              <a:gd name="connsiteY18" fmla="*/ 1263316 h 1275963"/>
              <a:gd name="connsiteX19" fmla="*/ 2454442 w 2454442"/>
              <a:gd name="connsiteY19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1022685 w 2454442"/>
              <a:gd name="connsiteY9" fmla="*/ 685800 h 1275963"/>
              <a:gd name="connsiteX10" fmla="*/ 1347537 w 2454442"/>
              <a:gd name="connsiteY10" fmla="*/ 842211 h 1275963"/>
              <a:gd name="connsiteX11" fmla="*/ 1419727 w 2454442"/>
              <a:gd name="connsiteY11" fmla="*/ 890337 h 1275963"/>
              <a:gd name="connsiteX12" fmla="*/ 1588169 w 2454442"/>
              <a:gd name="connsiteY12" fmla="*/ 998621 h 1275963"/>
              <a:gd name="connsiteX13" fmla="*/ 1624264 w 2454442"/>
              <a:gd name="connsiteY13" fmla="*/ 1022684 h 1275963"/>
              <a:gd name="connsiteX14" fmla="*/ 1816769 w 2454442"/>
              <a:gd name="connsiteY14" fmla="*/ 1130969 h 1275963"/>
              <a:gd name="connsiteX15" fmla="*/ 1997242 w 2454442"/>
              <a:gd name="connsiteY15" fmla="*/ 1203158 h 1275963"/>
              <a:gd name="connsiteX16" fmla="*/ 2117558 w 2454442"/>
              <a:gd name="connsiteY16" fmla="*/ 1227221 h 1275963"/>
              <a:gd name="connsiteX17" fmla="*/ 2273969 w 2454442"/>
              <a:gd name="connsiteY17" fmla="*/ 1263316 h 1275963"/>
              <a:gd name="connsiteX18" fmla="*/ 2454442 w 2454442"/>
              <a:gd name="connsiteY18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1022685 w 2454442"/>
              <a:gd name="connsiteY9" fmla="*/ 685800 h 1275963"/>
              <a:gd name="connsiteX10" fmla="*/ 1347537 w 2454442"/>
              <a:gd name="connsiteY10" fmla="*/ 842211 h 1275963"/>
              <a:gd name="connsiteX11" fmla="*/ 1588169 w 2454442"/>
              <a:gd name="connsiteY11" fmla="*/ 998621 h 1275963"/>
              <a:gd name="connsiteX12" fmla="*/ 1624264 w 2454442"/>
              <a:gd name="connsiteY12" fmla="*/ 1022684 h 1275963"/>
              <a:gd name="connsiteX13" fmla="*/ 1816769 w 2454442"/>
              <a:gd name="connsiteY13" fmla="*/ 1130969 h 1275963"/>
              <a:gd name="connsiteX14" fmla="*/ 1997242 w 2454442"/>
              <a:gd name="connsiteY14" fmla="*/ 1203158 h 1275963"/>
              <a:gd name="connsiteX15" fmla="*/ 2117558 w 2454442"/>
              <a:gd name="connsiteY15" fmla="*/ 1227221 h 1275963"/>
              <a:gd name="connsiteX16" fmla="*/ 2273969 w 2454442"/>
              <a:gd name="connsiteY16" fmla="*/ 1263316 h 1275963"/>
              <a:gd name="connsiteX17" fmla="*/ 2454442 w 2454442"/>
              <a:gd name="connsiteY17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81264 w 2454442"/>
              <a:gd name="connsiteY4" fmla="*/ 192505 h 1275963"/>
              <a:gd name="connsiteX5" fmla="*/ 625642 w 2454442"/>
              <a:gd name="connsiteY5" fmla="*/ 324853 h 1275963"/>
              <a:gd name="connsiteX6" fmla="*/ 721895 w 2454442"/>
              <a:gd name="connsiteY6" fmla="*/ 433137 h 1275963"/>
              <a:gd name="connsiteX7" fmla="*/ 842211 w 2454442"/>
              <a:gd name="connsiteY7" fmla="*/ 529390 h 1275963"/>
              <a:gd name="connsiteX8" fmla="*/ 1022685 w 2454442"/>
              <a:gd name="connsiteY8" fmla="*/ 685800 h 1275963"/>
              <a:gd name="connsiteX9" fmla="*/ 1347537 w 2454442"/>
              <a:gd name="connsiteY9" fmla="*/ 842211 h 1275963"/>
              <a:gd name="connsiteX10" fmla="*/ 1588169 w 2454442"/>
              <a:gd name="connsiteY10" fmla="*/ 998621 h 1275963"/>
              <a:gd name="connsiteX11" fmla="*/ 1624264 w 2454442"/>
              <a:gd name="connsiteY11" fmla="*/ 1022684 h 1275963"/>
              <a:gd name="connsiteX12" fmla="*/ 1816769 w 2454442"/>
              <a:gd name="connsiteY12" fmla="*/ 1130969 h 1275963"/>
              <a:gd name="connsiteX13" fmla="*/ 1997242 w 2454442"/>
              <a:gd name="connsiteY13" fmla="*/ 1203158 h 1275963"/>
              <a:gd name="connsiteX14" fmla="*/ 2117558 w 2454442"/>
              <a:gd name="connsiteY14" fmla="*/ 1227221 h 1275963"/>
              <a:gd name="connsiteX15" fmla="*/ 2273969 w 2454442"/>
              <a:gd name="connsiteY15" fmla="*/ 1263316 h 1275963"/>
              <a:gd name="connsiteX16" fmla="*/ 2454442 w 2454442"/>
              <a:gd name="connsiteY16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81264 w 2454442"/>
              <a:gd name="connsiteY4" fmla="*/ 192505 h 1275963"/>
              <a:gd name="connsiteX5" fmla="*/ 625642 w 2454442"/>
              <a:gd name="connsiteY5" fmla="*/ 324853 h 1275963"/>
              <a:gd name="connsiteX6" fmla="*/ 721895 w 2454442"/>
              <a:gd name="connsiteY6" fmla="*/ 433137 h 1275963"/>
              <a:gd name="connsiteX7" fmla="*/ 842211 w 2454442"/>
              <a:gd name="connsiteY7" fmla="*/ 529390 h 1275963"/>
              <a:gd name="connsiteX8" fmla="*/ 1022685 w 2454442"/>
              <a:gd name="connsiteY8" fmla="*/ 685800 h 1275963"/>
              <a:gd name="connsiteX9" fmla="*/ 1347537 w 2454442"/>
              <a:gd name="connsiteY9" fmla="*/ 842211 h 1275963"/>
              <a:gd name="connsiteX10" fmla="*/ 1588169 w 2454442"/>
              <a:gd name="connsiteY10" fmla="*/ 998621 h 1275963"/>
              <a:gd name="connsiteX11" fmla="*/ 1624264 w 2454442"/>
              <a:gd name="connsiteY11" fmla="*/ 1022684 h 1275963"/>
              <a:gd name="connsiteX12" fmla="*/ 1816769 w 2454442"/>
              <a:gd name="connsiteY12" fmla="*/ 1130969 h 1275963"/>
              <a:gd name="connsiteX13" fmla="*/ 1997242 w 2454442"/>
              <a:gd name="connsiteY13" fmla="*/ 1203158 h 1275963"/>
              <a:gd name="connsiteX14" fmla="*/ 2117558 w 2454442"/>
              <a:gd name="connsiteY14" fmla="*/ 1227221 h 1275963"/>
              <a:gd name="connsiteX15" fmla="*/ 2273969 w 2454442"/>
              <a:gd name="connsiteY15" fmla="*/ 1263316 h 1275963"/>
              <a:gd name="connsiteX16" fmla="*/ 2454442 w 2454442"/>
              <a:gd name="connsiteY16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81264 w 2454442"/>
              <a:gd name="connsiteY4" fmla="*/ 192505 h 1275963"/>
              <a:gd name="connsiteX5" fmla="*/ 625642 w 2454442"/>
              <a:gd name="connsiteY5" fmla="*/ 324853 h 1275963"/>
              <a:gd name="connsiteX6" fmla="*/ 721895 w 2454442"/>
              <a:gd name="connsiteY6" fmla="*/ 433137 h 1275963"/>
              <a:gd name="connsiteX7" fmla="*/ 842211 w 2454442"/>
              <a:gd name="connsiteY7" fmla="*/ 529390 h 1275963"/>
              <a:gd name="connsiteX8" fmla="*/ 1022685 w 2454442"/>
              <a:gd name="connsiteY8" fmla="*/ 685800 h 1275963"/>
              <a:gd name="connsiteX9" fmla="*/ 1347537 w 2454442"/>
              <a:gd name="connsiteY9" fmla="*/ 842211 h 1275963"/>
              <a:gd name="connsiteX10" fmla="*/ 1588169 w 2454442"/>
              <a:gd name="connsiteY10" fmla="*/ 998621 h 1275963"/>
              <a:gd name="connsiteX11" fmla="*/ 1624264 w 2454442"/>
              <a:gd name="connsiteY11" fmla="*/ 1022684 h 1275963"/>
              <a:gd name="connsiteX12" fmla="*/ 1816769 w 2454442"/>
              <a:gd name="connsiteY12" fmla="*/ 1130969 h 1275963"/>
              <a:gd name="connsiteX13" fmla="*/ 1997242 w 2454442"/>
              <a:gd name="connsiteY13" fmla="*/ 1203158 h 1275963"/>
              <a:gd name="connsiteX14" fmla="*/ 2117558 w 2454442"/>
              <a:gd name="connsiteY14" fmla="*/ 1227221 h 1275963"/>
              <a:gd name="connsiteX15" fmla="*/ 2273969 w 2454442"/>
              <a:gd name="connsiteY15" fmla="*/ 1263316 h 1275963"/>
              <a:gd name="connsiteX16" fmla="*/ 2454442 w 2454442"/>
              <a:gd name="connsiteY16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81264 w 2454442"/>
              <a:gd name="connsiteY4" fmla="*/ 192505 h 1275963"/>
              <a:gd name="connsiteX5" fmla="*/ 625642 w 2454442"/>
              <a:gd name="connsiteY5" fmla="*/ 324853 h 1275963"/>
              <a:gd name="connsiteX6" fmla="*/ 721895 w 2454442"/>
              <a:gd name="connsiteY6" fmla="*/ 433137 h 1275963"/>
              <a:gd name="connsiteX7" fmla="*/ 842211 w 2454442"/>
              <a:gd name="connsiteY7" fmla="*/ 529390 h 1275963"/>
              <a:gd name="connsiteX8" fmla="*/ 1022685 w 2454442"/>
              <a:gd name="connsiteY8" fmla="*/ 685800 h 1275963"/>
              <a:gd name="connsiteX9" fmla="*/ 1347537 w 2454442"/>
              <a:gd name="connsiteY9" fmla="*/ 842211 h 1275963"/>
              <a:gd name="connsiteX10" fmla="*/ 1588169 w 2454442"/>
              <a:gd name="connsiteY10" fmla="*/ 998621 h 1275963"/>
              <a:gd name="connsiteX11" fmla="*/ 1624264 w 2454442"/>
              <a:gd name="connsiteY11" fmla="*/ 1022684 h 1275963"/>
              <a:gd name="connsiteX12" fmla="*/ 1816769 w 2454442"/>
              <a:gd name="connsiteY12" fmla="*/ 1130969 h 1275963"/>
              <a:gd name="connsiteX13" fmla="*/ 1997242 w 2454442"/>
              <a:gd name="connsiteY13" fmla="*/ 1203158 h 1275963"/>
              <a:gd name="connsiteX14" fmla="*/ 2117558 w 2454442"/>
              <a:gd name="connsiteY14" fmla="*/ 1227221 h 1275963"/>
              <a:gd name="connsiteX15" fmla="*/ 2273969 w 2454442"/>
              <a:gd name="connsiteY15" fmla="*/ 1263316 h 1275963"/>
              <a:gd name="connsiteX16" fmla="*/ 2454442 w 2454442"/>
              <a:gd name="connsiteY16" fmla="*/ 1275348 h 1275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454442" h="1275963">
                <a:moveTo>
                  <a:pt x="0" y="0"/>
                </a:moveTo>
                <a:cubicBezTo>
                  <a:pt x="24063" y="8021"/>
                  <a:pt x="47318" y="19088"/>
                  <a:pt x="72190" y="24063"/>
                </a:cubicBezTo>
                <a:cubicBezTo>
                  <a:pt x="144784" y="38582"/>
                  <a:pt x="112948" y="29628"/>
                  <a:pt x="168442" y="48126"/>
                </a:cubicBezTo>
                <a:cubicBezTo>
                  <a:pt x="212558" y="62163"/>
                  <a:pt x="290764" y="90237"/>
                  <a:pt x="336885" y="108284"/>
                </a:cubicBezTo>
                <a:cubicBezTo>
                  <a:pt x="389022" y="132347"/>
                  <a:pt x="433138" y="156410"/>
                  <a:pt x="481264" y="192505"/>
                </a:cubicBezTo>
                <a:cubicBezTo>
                  <a:pt x="529390" y="228600"/>
                  <a:pt x="585537" y="284748"/>
                  <a:pt x="625642" y="324853"/>
                </a:cubicBezTo>
                <a:cubicBezTo>
                  <a:pt x="665747" y="364958"/>
                  <a:pt x="699837" y="411079"/>
                  <a:pt x="721895" y="433137"/>
                </a:cubicBezTo>
                <a:cubicBezTo>
                  <a:pt x="757990" y="467227"/>
                  <a:pt x="792079" y="487280"/>
                  <a:pt x="842211" y="529390"/>
                </a:cubicBezTo>
                <a:cubicBezTo>
                  <a:pt x="892343" y="571500"/>
                  <a:pt x="974559" y="651711"/>
                  <a:pt x="1022685" y="685800"/>
                </a:cubicBezTo>
                <a:cubicBezTo>
                  <a:pt x="1106906" y="737937"/>
                  <a:pt x="1281363" y="808121"/>
                  <a:pt x="1347537" y="842211"/>
                </a:cubicBezTo>
                <a:cubicBezTo>
                  <a:pt x="1441784" y="894348"/>
                  <a:pt x="1542048" y="968542"/>
                  <a:pt x="1588169" y="998621"/>
                </a:cubicBezTo>
                <a:cubicBezTo>
                  <a:pt x="1601460" y="1004317"/>
                  <a:pt x="1586164" y="1000626"/>
                  <a:pt x="1624264" y="1022684"/>
                </a:cubicBezTo>
                <a:cubicBezTo>
                  <a:pt x="1662364" y="1044742"/>
                  <a:pt x="1772653" y="1108911"/>
                  <a:pt x="1816769" y="1130969"/>
                </a:cubicBezTo>
                <a:cubicBezTo>
                  <a:pt x="1878932" y="1161048"/>
                  <a:pt x="1947111" y="1187116"/>
                  <a:pt x="1997242" y="1203158"/>
                </a:cubicBezTo>
                <a:cubicBezTo>
                  <a:pt x="2037094" y="1212355"/>
                  <a:pt x="2077215" y="1220497"/>
                  <a:pt x="2117558" y="1227221"/>
                </a:cubicBezTo>
                <a:cubicBezTo>
                  <a:pt x="2163679" y="1237247"/>
                  <a:pt x="2217822" y="1255295"/>
                  <a:pt x="2273969" y="1263316"/>
                </a:cubicBezTo>
                <a:cubicBezTo>
                  <a:pt x="2381467" y="1275963"/>
                  <a:pt x="2386818" y="1275348"/>
                  <a:pt x="2454442" y="1275348"/>
                </a:cubicBezTo>
              </a:path>
            </a:pathLst>
          </a:cu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pt-BR" sz="2000">
              <a:latin typeface="Nokia Sans Wide" pitchFamily="34" charset="0"/>
            </a:endParaRPr>
          </a:p>
        </p:txBody>
      </p:sp>
      <p:sp>
        <p:nvSpPr>
          <p:cNvPr id="12" name="Forma livre 41">
            <a:extLst>
              <a:ext uri="{FF2B5EF4-FFF2-40B4-BE49-F238E27FC236}">
                <a16:creationId xmlns:a16="http://schemas.microsoft.com/office/drawing/2014/main" id="{0B47A98C-C27F-0D5E-8CBB-2B5C26909D1C}"/>
              </a:ext>
            </a:extLst>
          </p:cNvPr>
          <p:cNvSpPr/>
          <p:nvPr/>
        </p:nvSpPr>
        <p:spPr bwMode="auto">
          <a:xfrm>
            <a:off x="2626808" y="2089485"/>
            <a:ext cx="2454442" cy="1275963"/>
          </a:xfrm>
          <a:custGeom>
            <a:avLst/>
            <a:gdLst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204537 w 2454442"/>
              <a:gd name="connsiteY3" fmla="*/ 72190 h 1275963"/>
              <a:gd name="connsiteX4" fmla="*/ 252664 w 2454442"/>
              <a:gd name="connsiteY4" fmla="*/ 84221 h 1275963"/>
              <a:gd name="connsiteX5" fmla="*/ 288758 w 2454442"/>
              <a:gd name="connsiteY5" fmla="*/ 96253 h 1275963"/>
              <a:gd name="connsiteX6" fmla="*/ 336885 w 2454442"/>
              <a:gd name="connsiteY6" fmla="*/ 108284 h 1275963"/>
              <a:gd name="connsiteX7" fmla="*/ 409074 w 2454442"/>
              <a:gd name="connsiteY7" fmla="*/ 144379 h 1275963"/>
              <a:gd name="connsiteX8" fmla="*/ 445169 w 2454442"/>
              <a:gd name="connsiteY8" fmla="*/ 156411 h 1275963"/>
              <a:gd name="connsiteX9" fmla="*/ 481264 w 2454442"/>
              <a:gd name="connsiteY9" fmla="*/ 192505 h 1275963"/>
              <a:gd name="connsiteX10" fmla="*/ 517358 w 2454442"/>
              <a:gd name="connsiteY10" fmla="*/ 216569 h 1275963"/>
              <a:gd name="connsiteX11" fmla="*/ 625642 w 2454442"/>
              <a:gd name="connsiteY11" fmla="*/ 324853 h 1275963"/>
              <a:gd name="connsiteX12" fmla="*/ 661737 w 2454442"/>
              <a:gd name="connsiteY12" fmla="*/ 360948 h 1275963"/>
              <a:gd name="connsiteX13" fmla="*/ 697832 w 2454442"/>
              <a:gd name="connsiteY13" fmla="*/ 397042 h 1275963"/>
              <a:gd name="connsiteX14" fmla="*/ 721895 w 2454442"/>
              <a:gd name="connsiteY14" fmla="*/ 433137 h 1275963"/>
              <a:gd name="connsiteX15" fmla="*/ 757990 w 2454442"/>
              <a:gd name="connsiteY15" fmla="*/ 457200 h 1275963"/>
              <a:gd name="connsiteX16" fmla="*/ 842211 w 2454442"/>
              <a:gd name="connsiteY16" fmla="*/ 529390 h 1275963"/>
              <a:gd name="connsiteX17" fmla="*/ 890337 w 2454442"/>
              <a:gd name="connsiteY17" fmla="*/ 589548 h 1275963"/>
              <a:gd name="connsiteX18" fmla="*/ 926432 w 2454442"/>
              <a:gd name="connsiteY18" fmla="*/ 613611 h 1275963"/>
              <a:gd name="connsiteX19" fmla="*/ 1022685 w 2454442"/>
              <a:gd name="connsiteY19" fmla="*/ 685800 h 1275963"/>
              <a:gd name="connsiteX20" fmla="*/ 1130969 w 2454442"/>
              <a:gd name="connsiteY20" fmla="*/ 733926 h 1275963"/>
              <a:gd name="connsiteX21" fmla="*/ 1167064 w 2454442"/>
              <a:gd name="connsiteY21" fmla="*/ 745958 h 1275963"/>
              <a:gd name="connsiteX22" fmla="*/ 1239253 w 2454442"/>
              <a:gd name="connsiteY22" fmla="*/ 794084 h 1275963"/>
              <a:gd name="connsiteX23" fmla="*/ 1275348 w 2454442"/>
              <a:gd name="connsiteY23" fmla="*/ 806116 h 1275963"/>
              <a:gd name="connsiteX24" fmla="*/ 1311442 w 2454442"/>
              <a:gd name="connsiteY24" fmla="*/ 830179 h 1275963"/>
              <a:gd name="connsiteX25" fmla="*/ 1347537 w 2454442"/>
              <a:gd name="connsiteY25" fmla="*/ 842211 h 1275963"/>
              <a:gd name="connsiteX26" fmla="*/ 1419727 w 2454442"/>
              <a:gd name="connsiteY26" fmla="*/ 890337 h 1275963"/>
              <a:gd name="connsiteX27" fmla="*/ 1455821 w 2454442"/>
              <a:gd name="connsiteY27" fmla="*/ 914400 h 1275963"/>
              <a:gd name="connsiteX28" fmla="*/ 1479885 w 2454442"/>
              <a:gd name="connsiteY28" fmla="*/ 938463 h 1275963"/>
              <a:gd name="connsiteX29" fmla="*/ 1515979 w 2454442"/>
              <a:gd name="connsiteY29" fmla="*/ 950495 h 1275963"/>
              <a:gd name="connsiteX30" fmla="*/ 1588169 w 2454442"/>
              <a:gd name="connsiteY30" fmla="*/ 998621 h 1275963"/>
              <a:gd name="connsiteX31" fmla="*/ 1624264 w 2454442"/>
              <a:gd name="connsiteY31" fmla="*/ 1022684 h 1275963"/>
              <a:gd name="connsiteX32" fmla="*/ 1660358 w 2454442"/>
              <a:gd name="connsiteY32" fmla="*/ 1034716 h 1275963"/>
              <a:gd name="connsiteX33" fmla="*/ 1732548 w 2454442"/>
              <a:gd name="connsiteY33" fmla="*/ 1070811 h 1275963"/>
              <a:gd name="connsiteX34" fmla="*/ 1816769 w 2454442"/>
              <a:gd name="connsiteY34" fmla="*/ 1130969 h 1275963"/>
              <a:gd name="connsiteX35" fmla="*/ 1888958 w 2454442"/>
              <a:gd name="connsiteY35" fmla="*/ 1155032 h 1275963"/>
              <a:gd name="connsiteX36" fmla="*/ 1925053 w 2454442"/>
              <a:gd name="connsiteY36" fmla="*/ 1167063 h 1275963"/>
              <a:gd name="connsiteX37" fmla="*/ 1961148 w 2454442"/>
              <a:gd name="connsiteY37" fmla="*/ 1191126 h 1275963"/>
              <a:gd name="connsiteX38" fmla="*/ 1997242 w 2454442"/>
              <a:gd name="connsiteY38" fmla="*/ 1203158 h 1275963"/>
              <a:gd name="connsiteX39" fmla="*/ 2117558 w 2454442"/>
              <a:gd name="connsiteY39" fmla="*/ 1227221 h 1275963"/>
              <a:gd name="connsiteX40" fmla="*/ 2189748 w 2454442"/>
              <a:gd name="connsiteY40" fmla="*/ 1239253 h 1275963"/>
              <a:gd name="connsiteX41" fmla="*/ 2273969 w 2454442"/>
              <a:gd name="connsiteY41" fmla="*/ 1263316 h 1275963"/>
              <a:gd name="connsiteX42" fmla="*/ 2454442 w 2454442"/>
              <a:gd name="connsiteY42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204537 w 2454442"/>
              <a:gd name="connsiteY3" fmla="*/ 72190 h 1275963"/>
              <a:gd name="connsiteX4" fmla="*/ 252664 w 2454442"/>
              <a:gd name="connsiteY4" fmla="*/ 84221 h 1275963"/>
              <a:gd name="connsiteX5" fmla="*/ 336885 w 2454442"/>
              <a:gd name="connsiteY5" fmla="*/ 108284 h 1275963"/>
              <a:gd name="connsiteX6" fmla="*/ 409074 w 2454442"/>
              <a:gd name="connsiteY6" fmla="*/ 144379 h 1275963"/>
              <a:gd name="connsiteX7" fmla="*/ 445169 w 2454442"/>
              <a:gd name="connsiteY7" fmla="*/ 156411 h 1275963"/>
              <a:gd name="connsiteX8" fmla="*/ 481264 w 2454442"/>
              <a:gd name="connsiteY8" fmla="*/ 192505 h 1275963"/>
              <a:gd name="connsiteX9" fmla="*/ 517358 w 2454442"/>
              <a:gd name="connsiteY9" fmla="*/ 216569 h 1275963"/>
              <a:gd name="connsiteX10" fmla="*/ 625642 w 2454442"/>
              <a:gd name="connsiteY10" fmla="*/ 324853 h 1275963"/>
              <a:gd name="connsiteX11" fmla="*/ 661737 w 2454442"/>
              <a:gd name="connsiteY11" fmla="*/ 360948 h 1275963"/>
              <a:gd name="connsiteX12" fmla="*/ 697832 w 2454442"/>
              <a:gd name="connsiteY12" fmla="*/ 397042 h 1275963"/>
              <a:gd name="connsiteX13" fmla="*/ 721895 w 2454442"/>
              <a:gd name="connsiteY13" fmla="*/ 433137 h 1275963"/>
              <a:gd name="connsiteX14" fmla="*/ 757990 w 2454442"/>
              <a:gd name="connsiteY14" fmla="*/ 457200 h 1275963"/>
              <a:gd name="connsiteX15" fmla="*/ 842211 w 2454442"/>
              <a:gd name="connsiteY15" fmla="*/ 529390 h 1275963"/>
              <a:gd name="connsiteX16" fmla="*/ 890337 w 2454442"/>
              <a:gd name="connsiteY16" fmla="*/ 589548 h 1275963"/>
              <a:gd name="connsiteX17" fmla="*/ 926432 w 2454442"/>
              <a:gd name="connsiteY17" fmla="*/ 613611 h 1275963"/>
              <a:gd name="connsiteX18" fmla="*/ 1022685 w 2454442"/>
              <a:gd name="connsiteY18" fmla="*/ 685800 h 1275963"/>
              <a:gd name="connsiteX19" fmla="*/ 1130969 w 2454442"/>
              <a:gd name="connsiteY19" fmla="*/ 733926 h 1275963"/>
              <a:gd name="connsiteX20" fmla="*/ 1167064 w 2454442"/>
              <a:gd name="connsiteY20" fmla="*/ 745958 h 1275963"/>
              <a:gd name="connsiteX21" fmla="*/ 1239253 w 2454442"/>
              <a:gd name="connsiteY21" fmla="*/ 794084 h 1275963"/>
              <a:gd name="connsiteX22" fmla="*/ 1275348 w 2454442"/>
              <a:gd name="connsiteY22" fmla="*/ 806116 h 1275963"/>
              <a:gd name="connsiteX23" fmla="*/ 1311442 w 2454442"/>
              <a:gd name="connsiteY23" fmla="*/ 830179 h 1275963"/>
              <a:gd name="connsiteX24" fmla="*/ 1347537 w 2454442"/>
              <a:gd name="connsiteY24" fmla="*/ 842211 h 1275963"/>
              <a:gd name="connsiteX25" fmla="*/ 1419727 w 2454442"/>
              <a:gd name="connsiteY25" fmla="*/ 890337 h 1275963"/>
              <a:gd name="connsiteX26" fmla="*/ 1455821 w 2454442"/>
              <a:gd name="connsiteY26" fmla="*/ 914400 h 1275963"/>
              <a:gd name="connsiteX27" fmla="*/ 1479885 w 2454442"/>
              <a:gd name="connsiteY27" fmla="*/ 938463 h 1275963"/>
              <a:gd name="connsiteX28" fmla="*/ 1515979 w 2454442"/>
              <a:gd name="connsiteY28" fmla="*/ 950495 h 1275963"/>
              <a:gd name="connsiteX29" fmla="*/ 1588169 w 2454442"/>
              <a:gd name="connsiteY29" fmla="*/ 998621 h 1275963"/>
              <a:gd name="connsiteX30" fmla="*/ 1624264 w 2454442"/>
              <a:gd name="connsiteY30" fmla="*/ 1022684 h 1275963"/>
              <a:gd name="connsiteX31" fmla="*/ 1660358 w 2454442"/>
              <a:gd name="connsiteY31" fmla="*/ 1034716 h 1275963"/>
              <a:gd name="connsiteX32" fmla="*/ 1732548 w 2454442"/>
              <a:gd name="connsiteY32" fmla="*/ 1070811 h 1275963"/>
              <a:gd name="connsiteX33" fmla="*/ 1816769 w 2454442"/>
              <a:gd name="connsiteY33" fmla="*/ 1130969 h 1275963"/>
              <a:gd name="connsiteX34" fmla="*/ 1888958 w 2454442"/>
              <a:gd name="connsiteY34" fmla="*/ 1155032 h 1275963"/>
              <a:gd name="connsiteX35" fmla="*/ 1925053 w 2454442"/>
              <a:gd name="connsiteY35" fmla="*/ 1167063 h 1275963"/>
              <a:gd name="connsiteX36" fmla="*/ 1961148 w 2454442"/>
              <a:gd name="connsiteY36" fmla="*/ 1191126 h 1275963"/>
              <a:gd name="connsiteX37" fmla="*/ 1997242 w 2454442"/>
              <a:gd name="connsiteY37" fmla="*/ 1203158 h 1275963"/>
              <a:gd name="connsiteX38" fmla="*/ 2117558 w 2454442"/>
              <a:gd name="connsiteY38" fmla="*/ 1227221 h 1275963"/>
              <a:gd name="connsiteX39" fmla="*/ 2189748 w 2454442"/>
              <a:gd name="connsiteY39" fmla="*/ 1239253 h 1275963"/>
              <a:gd name="connsiteX40" fmla="*/ 2273969 w 2454442"/>
              <a:gd name="connsiteY40" fmla="*/ 1263316 h 1275963"/>
              <a:gd name="connsiteX41" fmla="*/ 2454442 w 2454442"/>
              <a:gd name="connsiteY41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204537 w 2454442"/>
              <a:gd name="connsiteY3" fmla="*/ 72190 h 1275963"/>
              <a:gd name="connsiteX4" fmla="*/ 252664 w 2454442"/>
              <a:gd name="connsiteY4" fmla="*/ 84221 h 1275963"/>
              <a:gd name="connsiteX5" fmla="*/ 336885 w 2454442"/>
              <a:gd name="connsiteY5" fmla="*/ 108284 h 1275963"/>
              <a:gd name="connsiteX6" fmla="*/ 445169 w 2454442"/>
              <a:gd name="connsiteY6" fmla="*/ 156411 h 1275963"/>
              <a:gd name="connsiteX7" fmla="*/ 481264 w 2454442"/>
              <a:gd name="connsiteY7" fmla="*/ 192505 h 1275963"/>
              <a:gd name="connsiteX8" fmla="*/ 517358 w 2454442"/>
              <a:gd name="connsiteY8" fmla="*/ 216569 h 1275963"/>
              <a:gd name="connsiteX9" fmla="*/ 625642 w 2454442"/>
              <a:gd name="connsiteY9" fmla="*/ 324853 h 1275963"/>
              <a:gd name="connsiteX10" fmla="*/ 661737 w 2454442"/>
              <a:gd name="connsiteY10" fmla="*/ 360948 h 1275963"/>
              <a:gd name="connsiteX11" fmla="*/ 697832 w 2454442"/>
              <a:gd name="connsiteY11" fmla="*/ 397042 h 1275963"/>
              <a:gd name="connsiteX12" fmla="*/ 721895 w 2454442"/>
              <a:gd name="connsiteY12" fmla="*/ 433137 h 1275963"/>
              <a:gd name="connsiteX13" fmla="*/ 757990 w 2454442"/>
              <a:gd name="connsiteY13" fmla="*/ 457200 h 1275963"/>
              <a:gd name="connsiteX14" fmla="*/ 842211 w 2454442"/>
              <a:gd name="connsiteY14" fmla="*/ 529390 h 1275963"/>
              <a:gd name="connsiteX15" fmla="*/ 890337 w 2454442"/>
              <a:gd name="connsiteY15" fmla="*/ 589548 h 1275963"/>
              <a:gd name="connsiteX16" fmla="*/ 926432 w 2454442"/>
              <a:gd name="connsiteY16" fmla="*/ 613611 h 1275963"/>
              <a:gd name="connsiteX17" fmla="*/ 1022685 w 2454442"/>
              <a:gd name="connsiteY17" fmla="*/ 685800 h 1275963"/>
              <a:gd name="connsiteX18" fmla="*/ 1130969 w 2454442"/>
              <a:gd name="connsiteY18" fmla="*/ 733926 h 1275963"/>
              <a:gd name="connsiteX19" fmla="*/ 1167064 w 2454442"/>
              <a:gd name="connsiteY19" fmla="*/ 745958 h 1275963"/>
              <a:gd name="connsiteX20" fmla="*/ 1239253 w 2454442"/>
              <a:gd name="connsiteY20" fmla="*/ 794084 h 1275963"/>
              <a:gd name="connsiteX21" fmla="*/ 1275348 w 2454442"/>
              <a:gd name="connsiteY21" fmla="*/ 806116 h 1275963"/>
              <a:gd name="connsiteX22" fmla="*/ 1311442 w 2454442"/>
              <a:gd name="connsiteY22" fmla="*/ 830179 h 1275963"/>
              <a:gd name="connsiteX23" fmla="*/ 1347537 w 2454442"/>
              <a:gd name="connsiteY23" fmla="*/ 842211 h 1275963"/>
              <a:gd name="connsiteX24" fmla="*/ 1419727 w 2454442"/>
              <a:gd name="connsiteY24" fmla="*/ 890337 h 1275963"/>
              <a:gd name="connsiteX25" fmla="*/ 1455821 w 2454442"/>
              <a:gd name="connsiteY25" fmla="*/ 914400 h 1275963"/>
              <a:gd name="connsiteX26" fmla="*/ 1479885 w 2454442"/>
              <a:gd name="connsiteY26" fmla="*/ 938463 h 1275963"/>
              <a:gd name="connsiteX27" fmla="*/ 1515979 w 2454442"/>
              <a:gd name="connsiteY27" fmla="*/ 950495 h 1275963"/>
              <a:gd name="connsiteX28" fmla="*/ 1588169 w 2454442"/>
              <a:gd name="connsiteY28" fmla="*/ 998621 h 1275963"/>
              <a:gd name="connsiteX29" fmla="*/ 1624264 w 2454442"/>
              <a:gd name="connsiteY29" fmla="*/ 1022684 h 1275963"/>
              <a:gd name="connsiteX30" fmla="*/ 1660358 w 2454442"/>
              <a:gd name="connsiteY30" fmla="*/ 1034716 h 1275963"/>
              <a:gd name="connsiteX31" fmla="*/ 1732548 w 2454442"/>
              <a:gd name="connsiteY31" fmla="*/ 1070811 h 1275963"/>
              <a:gd name="connsiteX32" fmla="*/ 1816769 w 2454442"/>
              <a:gd name="connsiteY32" fmla="*/ 1130969 h 1275963"/>
              <a:gd name="connsiteX33" fmla="*/ 1888958 w 2454442"/>
              <a:gd name="connsiteY33" fmla="*/ 1155032 h 1275963"/>
              <a:gd name="connsiteX34" fmla="*/ 1925053 w 2454442"/>
              <a:gd name="connsiteY34" fmla="*/ 1167063 h 1275963"/>
              <a:gd name="connsiteX35" fmla="*/ 1961148 w 2454442"/>
              <a:gd name="connsiteY35" fmla="*/ 1191126 h 1275963"/>
              <a:gd name="connsiteX36" fmla="*/ 1997242 w 2454442"/>
              <a:gd name="connsiteY36" fmla="*/ 1203158 h 1275963"/>
              <a:gd name="connsiteX37" fmla="*/ 2117558 w 2454442"/>
              <a:gd name="connsiteY37" fmla="*/ 1227221 h 1275963"/>
              <a:gd name="connsiteX38" fmla="*/ 2189748 w 2454442"/>
              <a:gd name="connsiteY38" fmla="*/ 1239253 h 1275963"/>
              <a:gd name="connsiteX39" fmla="*/ 2273969 w 2454442"/>
              <a:gd name="connsiteY39" fmla="*/ 1263316 h 1275963"/>
              <a:gd name="connsiteX40" fmla="*/ 2454442 w 2454442"/>
              <a:gd name="connsiteY40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252664 w 2454442"/>
              <a:gd name="connsiteY3" fmla="*/ 84221 h 1275963"/>
              <a:gd name="connsiteX4" fmla="*/ 336885 w 2454442"/>
              <a:gd name="connsiteY4" fmla="*/ 108284 h 1275963"/>
              <a:gd name="connsiteX5" fmla="*/ 445169 w 2454442"/>
              <a:gd name="connsiteY5" fmla="*/ 156411 h 1275963"/>
              <a:gd name="connsiteX6" fmla="*/ 481264 w 2454442"/>
              <a:gd name="connsiteY6" fmla="*/ 192505 h 1275963"/>
              <a:gd name="connsiteX7" fmla="*/ 517358 w 2454442"/>
              <a:gd name="connsiteY7" fmla="*/ 216569 h 1275963"/>
              <a:gd name="connsiteX8" fmla="*/ 625642 w 2454442"/>
              <a:gd name="connsiteY8" fmla="*/ 324853 h 1275963"/>
              <a:gd name="connsiteX9" fmla="*/ 661737 w 2454442"/>
              <a:gd name="connsiteY9" fmla="*/ 360948 h 1275963"/>
              <a:gd name="connsiteX10" fmla="*/ 697832 w 2454442"/>
              <a:gd name="connsiteY10" fmla="*/ 397042 h 1275963"/>
              <a:gd name="connsiteX11" fmla="*/ 721895 w 2454442"/>
              <a:gd name="connsiteY11" fmla="*/ 433137 h 1275963"/>
              <a:gd name="connsiteX12" fmla="*/ 757990 w 2454442"/>
              <a:gd name="connsiteY12" fmla="*/ 457200 h 1275963"/>
              <a:gd name="connsiteX13" fmla="*/ 842211 w 2454442"/>
              <a:gd name="connsiteY13" fmla="*/ 529390 h 1275963"/>
              <a:gd name="connsiteX14" fmla="*/ 890337 w 2454442"/>
              <a:gd name="connsiteY14" fmla="*/ 589548 h 1275963"/>
              <a:gd name="connsiteX15" fmla="*/ 926432 w 2454442"/>
              <a:gd name="connsiteY15" fmla="*/ 613611 h 1275963"/>
              <a:gd name="connsiteX16" fmla="*/ 1022685 w 2454442"/>
              <a:gd name="connsiteY16" fmla="*/ 685800 h 1275963"/>
              <a:gd name="connsiteX17" fmla="*/ 1130969 w 2454442"/>
              <a:gd name="connsiteY17" fmla="*/ 733926 h 1275963"/>
              <a:gd name="connsiteX18" fmla="*/ 1167064 w 2454442"/>
              <a:gd name="connsiteY18" fmla="*/ 745958 h 1275963"/>
              <a:gd name="connsiteX19" fmla="*/ 1239253 w 2454442"/>
              <a:gd name="connsiteY19" fmla="*/ 794084 h 1275963"/>
              <a:gd name="connsiteX20" fmla="*/ 1275348 w 2454442"/>
              <a:gd name="connsiteY20" fmla="*/ 806116 h 1275963"/>
              <a:gd name="connsiteX21" fmla="*/ 1311442 w 2454442"/>
              <a:gd name="connsiteY21" fmla="*/ 830179 h 1275963"/>
              <a:gd name="connsiteX22" fmla="*/ 1347537 w 2454442"/>
              <a:gd name="connsiteY22" fmla="*/ 842211 h 1275963"/>
              <a:gd name="connsiteX23" fmla="*/ 1419727 w 2454442"/>
              <a:gd name="connsiteY23" fmla="*/ 890337 h 1275963"/>
              <a:gd name="connsiteX24" fmla="*/ 1455821 w 2454442"/>
              <a:gd name="connsiteY24" fmla="*/ 914400 h 1275963"/>
              <a:gd name="connsiteX25" fmla="*/ 1479885 w 2454442"/>
              <a:gd name="connsiteY25" fmla="*/ 938463 h 1275963"/>
              <a:gd name="connsiteX26" fmla="*/ 1515979 w 2454442"/>
              <a:gd name="connsiteY26" fmla="*/ 950495 h 1275963"/>
              <a:gd name="connsiteX27" fmla="*/ 1588169 w 2454442"/>
              <a:gd name="connsiteY27" fmla="*/ 998621 h 1275963"/>
              <a:gd name="connsiteX28" fmla="*/ 1624264 w 2454442"/>
              <a:gd name="connsiteY28" fmla="*/ 1022684 h 1275963"/>
              <a:gd name="connsiteX29" fmla="*/ 1660358 w 2454442"/>
              <a:gd name="connsiteY29" fmla="*/ 1034716 h 1275963"/>
              <a:gd name="connsiteX30" fmla="*/ 1732548 w 2454442"/>
              <a:gd name="connsiteY30" fmla="*/ 1070811 h 1275963"/>
              <a:gd name="connsiteX31" fmla="*/ 1816769 w 2454442"/>
              <a:gd name="connsiteY31" fmla="*/ 1130969 h 1275963"/>
              <a:gd name="connsiteX32" fmla="*/ 1888958 w 2454442"/>
              <a:gd name="connsiteY32" fmla="*/ 1155032 h 1275963"/>
              <a:gd name="connsiteX33" fmla="*/ 1925053 w 2454442"/>
              <a:gd name="connsiteY33" fmla="*/ 1167063 h 1275963"/>
              <a:gd name="connsiteX34" fmla="*/ 1961148 w 2454442"/>
              <a:gd name="connsiteY34" fmla="*/ 1191126 h 1275963"/>
              <a:gd name="connsiteX35" fmla="*/ 1997242 w 2454442"/>
              <a:gd name="connsiteY35" fmla="*/ 1203158 h 1275963"/>
              <a:gd name="connsiteX36" fmla="*/ 2117558 w 2454442"/>
              <a:gd name="connsiteY36" fmla="*/ 1227221 h 1275963"/>
              <a:gd name="connsiteX37" fmla="*/ 2189748 w 2454442"/>
              <a:gd name="connsiteY37" fmla="*/ 1239253 h 1275963"/>
              <a:gd name="connsiteX38" fmla="*/ 2273969 w 2454442"/>
              <a:gd name="connsiteY38" fmla="*/ 1263316 h 1275963"/>
              <a:gd name="connsiteX39" fmla="*/ 2454442 w 2454442"/>
              <a:gd name="connsiteY39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517358 w 2454442"/>
              <a:gd name="connsiteY6" fmla="*/ 216569 h 1275963"/>
              <a:gd name="connsiteX7" fmla="*/ 625642 w 2454442"/>
              <a:gd name="connsiteY7" fmla="*/ 324853 h 1275963"/>
              <a:gd name="connsiteX8" fmla="*/ 661737 w 2454442"/>
              <a:gd name="connsiteY8" fmla="*/ 360948 h 1275963"/>
              <a:gd name="connsiteX9" fmla="*/ 697832 w 2454442"/>
              <a:gd name="connsiteY9" fmla="*/ 397042 h 1275963"/>
              <a:gd name="connsiteX10" fmla="*/ 721895 w 2454442"/>
              <a:gd name="connsiteY10" fmla="*/ 433137 h 1275963"/>
              <a:gd name="connsiteX11" fmla="*/ 757990 w 2454442"/>
              <a:gd name="connsiteY11" fmla="*/ 457200 h 1275963"/>
              <a:gd name="connsiteX12" fmla="*/ 842211 w 2454442"/>
              <a:gd name="connsiteY12" fmla="*/ 529390 h 1275963"/>
              <a:gd name="connsiteX13" fmla="*/ 890337 w 2454442"/>
              <a:gd name="connsiteY13" fmla="*/ 589548 h 1275963"/>
              <a:gd name="connsiteX14" fmla="*/ 926432 w 2454442"/>
              <a:gd name="connsiteY14" fmla="*/ 613611 h 1275963"/>
              <a:gd name="connsiteX15" fmla="*/ 1022685 w 2454442"/>
              <a:gd name="connsiteY15" fmla="*/ 685800 h 1275963"/>
              <a:gd name="connsiteX16" fmla="*/ 1130969 w 2454442"/>
              <a:gd name="connsiteY16" fmla="*/ 733926 h 1275963"/>
              <a:gd name="connsiteX17" fmla="*/ 1167064 w 2454442"/>
              <a:gd name="connsiteY17" fmla="*/ 745958 h 1275963"/>
              <a:gd name="connsiteX18" fmla="*/ 1239253 w 2454442"/>
              <a:gd name="connsiteY18" fmla="*/ 794084 h 1275963"/>
              <a:gd name="connsiteX19" fmla="*/ 1275348 w 2454442"/>
              <a:gd name="connsiteY19" fmla="*/ 806116 h 1275963"/>
              <a:gd name="connsiteX20" fmla="*/ 1311442 w 2454442"/>
              <a:gd name="connsiteY20" fmla="*/ 830179 h 1275963"/>
              <a:gd name="connsiteX21" fmla="*/ 1347537 w 2454442"/>
              <a:gd name="connsiteY21" fmla="*/ 842211 h 1275963"/>
              <a:gd name="connsiteX22" fmla="*/ 1419727 w 2454442"/>
              <a:gd name="connsiteY22" fmla="*/ 890337 h 1275963"/>
              <a:gd name="connsiteX23" fmla="*/ 1455821 w 2454442"/>
              <a:gd name="connsiteY23" fmla="*/ 914400 h 1275963"/>
              <a:gd name="connsiteX24" fmla="*/ 1479885 w 2454442"/>
              <a:gd name="connsiteY24" fmla="*/ 938463 h 1275963"/>
              <a:gd name="connsiteX25" fmla="*/ 1515979 w 2454442"/>
              <a:gd name="connsiteY25" fmla="*/ 950495 h 1275963"/>
              <a:gd name="connsiteX26" fmla="*/ 1588169 w 2454442"/>
              <a:gd name="connsiteY26" fmla="*/ 998621 h 1275963"/>
              <a:gd name="connsiteX27" fmla="*/ 1624264 w 2454442"/>
              <a:gd name="connsiteY27" fmla="*/ 1022684 h 1275963"/>
              <a:gd name="connsiteX28" fmla="*/ 1660358 w 2454442"/>
              <a:gd name="connsiteY28" fmla="*/ 1034716 h 1275963"/>
              <a:gd name="connsiteX29" fmla="*/ 1732548 w 2454442"/>
              <a:gd name="connsiteY29" fmla="*/ 1070811 h 1275963"/>
              <a:gd name="connsiteX30" fmla="*/ 1816769 w 2454442"/>
              <a:gd name="connsiteY30" fmla="*/ 1130969 h 1275963"/>
              <a:gd name="connsiteX31" fmla="*/ 1888958 w 2454442"/>
              <a:gd name="connsiteY31" fmla="*/ 1155032 h 1275963"/>
              <a:gd name="connsiteX32" fmla="*/ 1925053 w 2454442"/>
              <a:gd name="connsiteY32" fmla="*/ 1167063 h 1275963"/>
              <a:gd name="connsiteX33" fmla="*/ 1961148 w 2454442"/>
              <a:gd name="connsiteY33" fmla="*/ 1191126 h 1275963"/>
              <a:gd name="connsiteX34" fmla="*/ 1997242 w 2454442"/>
              <a:gd name="connsiteY34" fmla="*/ 1203158 h 1275963"/>
              <a:gd name="connsiteX35" fmla="*/ 2117558 w 2454442"/>
              <a:gd name="connsiteY35" fmla="*/ 1227221 h 1275963"/>
              <a:gd name="connsiteX36" fmla="*/ 2189748 w 2454442"/>
              <a:gd name="connsiteY36" fmla="*/ 1239253 h 1275963"/>
              <a:gd name="connsiteX37" fmla="*/ 2273969 w 2454442"/>
              <a:gd name="connsiteY37" fmla="*/ 1263316 h 1275963"/>
              <a:gd name="connsiteX38" fmla="*/ 2454442 w 2454442"/>
              <a:gd name="connsiteY38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661737 w 2454442"/>
              <a:gd name="connsiteY7" fmla="*/ 360948 h 1275963"/>
              <a:gd name="connsiteX8" fmla="*/ 697832 w 2454442"/>
              <a:gd name="connsiteY8" fmla="*/ 397042 h 1275963"/>
              <a:gd name="connsiteX9" fmla="*/ 721895 w 2454442"/>
              <a:gd name="connsiteY9" fmla="*/ 433137 h 1275963"/>
              <a:gd name="connsiteX10" fmla="*/ 757990 w 2454442"/>
              <a:gd name="connsiteY10" fmla="*/ 457200 h 1275963"/>
              <a:gd name="connsiteX11" fmla="*/ 842211 w 2454442"/>
              <a:gd name="connsiteY11" fmla="*/ 529390 h 1275963"/>
              <a:gd name="connsiteX12" fmla="*/ 890337 w 2454442"/>
              <a:gd name="connsiteY12" fmla="*/ 589548 h 1275963"/>
              <a:gd name="connsiteX13" fmla="*/ 926432 w 2454442"/>
              <a:gd name="connsiteY13" fmla="*/ 613611 h 1275963"/>
              <a:gd name="connsiteX14" fmla="*/ 1022685 w 2454442"/>
              <a:gd name="connsiteY14" fmla="*/ 685800 h 1275963"/>
              <a:gd name="connsiteX15" fmla="*/ 1130969 w 2454442"/>
              <a:gd name="connsiteY15" fmla="*/ 733926 h 1275963"/>
              <a:gd name="connsiteX16" fmla="*/ 1167064 w 2454442"/>
              <a:gd name="connsiteY16" fmla="*/ 745958 h 1275963"/>
              <a:gd name="connsiteX17" fmla="*/ 1239253 w 2454442"/>
              <a:gd name="connsiteY17" fmla="*/ 794084 h 1275963"/>
              <a:gd name="connsiteX18" fmla="*/ 1275348 w 2454442"/>
              <a:gd name="connsiteY18" fmla="*/ 806116 h 1275963"/>
              <a:gd name="connsiteX19" fmla="*/ 1311442 w 2454442"/>
              <a:gd name="connsiteY19" fmla="*/ 830179 h 1275963"/>
              <a:gd name="connsiteX20" fmla="*/ 1347537 w 2454442"/>
              <a:gd name="connsiteY20" fmla="*/ 842211 h 1275963"/>
              <a:gd name="connsiteX21" fmla="*/ 1419727 w 2454442"/>
              <a:gd name="connsiteY21" fmla="*/ 890337 h 1275963"/>
              <a:gd name="connsiteX22" fmla="*/ 1455821 w 2454442"/>
              <a:gd name="connsiteY22" fmla="*/ 914400 h 1275963"/>
              <a:gd name="connsiteX23" fmla="*/ 1479885 w 2454442"/>
              <a:gd name="connsiteY23" fmla="*/ 938463 h 1275963"/>
              <a:gd name="connsiteX24" fmla="*/ 1515979 w 2454442"/>
              <a:gd name="connsiteY24" fmla="*/ 950495 h 1275963"/>
              <a:gd name="connsiteX25" fmla="*/ 1588169 w 2454442"/>
              <a:gd name="connsiteY25" fmla="*/ 998621 h 1275963"/>
              <a:gd name="connsiteX26" fmla="*/ 1624264 w 2454442"/>
              <a:gd name="connsiteY26" fmla="*/ 1022684 h 1275963"/>
              <a:gd name="connsiteX27" fmla="*/ 1660358 w 2454442"/>
              <a:gd name="connsiteY27" fmla="*/ 1034716 h 1275963"/>
              <a:gd name="connsiteX28" fmla="*/ 1732548 w 2454442"/>
              <a:gd name="connsiteY28" fmla="*/ 1070811 h 1275963"/>
              <a:gd name="connsiteX29" fmla="*/ 1816769 w 2454442"/>
              <a:gd name="connsiteY29" fmla="*/ 1130969 h 1275963"/>
              <a:gd name="connsiteX30" fmla="*/ 1888958 w 2454442"/>
              <a:gd name="connsiteY30" fmla="*/ 1155032 h 1275963"/>
              <a:gd name="connsiteX31" fmla="*/ 1925053 w 2454442"/>
              <a:gd name="connsiteY31" fmla="*/ 1167063 h 1275963"/>
              <a:gd name="connsiteX32" fmla="*/ 1961148 w 2454442"/>
              <a:gd name="connsiteY32" fmla="*/ 1191126 h 1275963"/>
              <a:gd name="connsiteX33" fmla="*/ 1997242 w 2454442"/>
              <a:gd name="connsiteY33" fmla="*/ 1203158 h 1275963"/>
              <a:gd name="connsiteX34" fmla="*/ 2117558 w 2454442"/>
              <a:gd name="connsiteY34" fmla="*/ 1227221 h 1275963"/>
              <a:gd name="connsiteX35" fmla="*/ 2189748 w 2454442"/>
              <a:gd name="connsiteY35" fmla="*/ 1239253 h 1275963"/>
              <a:gd name="connsiteX36" fmla="*/ 2273969 w 2454442"/>
              <a:gd name="connsiteY36" fmla="*/ 1263316 h 1275963"/>
              <a:gd name="connsiteX37" fmla="*/ 2454442 w 2454442"/>
              <a:gd name="connsiteY37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661737 w 2454442"/>
              <a:gd name="connsiteY7" fmla="*/ 360948 h 1275963"/>
              <a:gd name="connsiteX8" fmla="*/ 721895 w 2454442"/>
              <a:gd name="connsiteY8" fmla="*/ 433137 h 1275963"/>
              <a:gd name="connsiteX9" fmla="*/ 757990 w 2454442"/>
              <a:gd name="connsiteY9" fmla="*/ 457200 h 1275963"/>
              <a:gd name="connsiteX10" fmla="*/ 842211 w 2454442"/>
              <a:gd name="connsiteY10" fmla="*/ 529390 h 1275963"/>
              <a:gd name="connsiteX11" fmla="*/ 890337 w 2454442"/>
              <a:gd name="connsiteY11" fmla="*/ 589548 h 1275963"/>
              <a:gd name="connsiteX12" fmla="*/ 926432 w 2454442"/>
              <a:gd name="connsiteY12" fmla="*/ 613611 h 1275963"/>
              <a:gd name="connsiteX13" fmla="*/ 1022685 w 2454442"/>
              <a:gd name="connsiteY13" fmla="*/ 685800 h 1275963"/>
              <a:gd name="connsiteX14" fmla="*/ 1130969 w 2454442"/>
              <a:gd name="connsiteY14" fmla="*/ 733926 h 1275963"/>
              <a:gd name="connsiteX15" fmla="*/ 1167064 w 2454442"/>
              <a:gd name="connsiteY15" fmla="*/ 745958 h 1275963"/>
              <a:gd name="connsiteX16" fmla="*/ 1239253 w 2454442"/>
              <a:gd name="connsiteY16" fmla="*/ 794084 h 1275963"/>
              <a:gd name="connsiteX17" fmla="*/ 1275348 w 2454442"/>
              <a:gd name="connsiteY17" fmla="*/ 806116 h 1275963"/>
              <a:gd name="connsiteX18" fmla="*/ 1311442 w 2454442"/>
              <a:gd name="connsiteY18" fmla="*/ 830179 h 1275963"/>
              <a:gd name="connsiteX19" fmla="*/ 1347537 w 2454442"/>
              <a:gd name="connsiteY19" fmla="*/ 842211 h 1275963"/>
              <a:gd name="connsiteX20" fmla="*/ 1419727 w 2454442"/>
              <a:gd name="connsiteY20" fmla="*/ 890337 h 1275963"/>
              <a:gd name="connsiteX21" fmla="*/ 1455821 w 2454442"/>
              <a:gd name="connsiteY21" fmla="*/ 914400 h 1275963"/>
              <a:gd name="connsiteX22" fmla="*/ 1479885 w 2454442"/>
              <a:gd name="connsiteY22" fmla="*/ 938463 h 1275963"/>
              <a:gd name="connsiteX23" fmla="*/ 1515979 w 2454442"/>
              <a:gd name="connsiteY23" fmla="*/ 950495 h 1275963"/>
              <a:gd name="connsiteX24" fmla="*/ 1588169 w 2454442"/>
              <a:gd name="connsiteY24" fmla="*/ 998621 h 1275963"/>
              <a:gd name="connsiteX25" fmla="*/ 1624264 w 2454442"/>
              <a:gd name="connsiteY25" fmla="*/ 1022684 h 1275963"/>
              <a:gd name="connsiteX26" fmla="*/ 1660358 w 2454442"/>
              <a:gd name="connsiteY26" fmla="*/ 1034716 h 1275963"/>
              <a:gd name="connsiteX27" fmla="*/ 1732548 w 2454442"/>
              <a:gd name="connsiteY27" fmla="*/ 1070811 h 1275963"/>
              <a:gd name="connsiteX28" fmla="*/ 1816769 w 2454442"/>
              <a:gd name="connsiteY28" fmla="*/ 1130969 h 1275963"/>
              <a:gd name="connsiteX29" fmla="*/ 1888958 w 2454442"/>
              <a:gd name="connsiteY29" fmla="*/ 1155032 h 1275963"/>
              <a:gd name="connsiteX30" fmla="*/ 1925053 w 2454442"/>
              <a:gd name="connsiteY30" fmla="*/ 1167063 h 1275963"/>
              <a:gd name="connsiteX31" fmla="*/ 1961148 w 2454442"/>
              <a:gd name="connsiteY31" fmla="*/ 1191126 h 1275963"/>
              <a:gd name="connsiteX32" fmla="*/ 1997242 w 2454442"/>
              <a:gd name="connsiteY32" fmla="*/ 1203158 h 1275963"/>
              <a:gd name="connsiteX33" fmla="*/ 2117558 w 2454442"/>
              <a:gd name="connsiteY33" fmla="*/ 1227221 h 1275963"/>
              <a:gd name="connsiteX34" fmla="*/ 2189748 w 2454442"/>
              <a:gd name="connsiteY34" fmla="*/ 1239253 h 1275963"/>
              <a:gd name="connsiteX35" fmla="*/ 2273969 w 2454442"/>
              <a:gd name="connsiteY35" fmla="*/ 1263316 h 1275963"/>
              <a:gd name="connsiteX36" fmla="*/ 2454442 w 2454442"/>
              <a:gd name="connsiteY36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757990 w 2454442"/>
              <a:gd name="connsiteY8" fmla="*/ 457200 h 1275963"/>
              <a:gd name="connsiteX9" fmla="*/ 842211 w 2454442"/>
              <a:gd name="connsiteY9" fmla="*/ 529390 h 1275963"/>
              <a:gd name="connsiteX10" fmla="*/ 890337 w 2454442"/>
              <a:gd name="connsiteY10" fmla="*/ 589548 h 1275963"/>
              <a:gd name="connsiteX11" fmla="*/ 926432 w 2454442"/>
              <a:gd name="connsiteY11" fmla="*/ 613611 h 1275963"/>
              <a:gd name="connsiteX12" fmla="*/ 1022685 w 2454442"/>
              <a:gd name="connsiteY12" fmla="*/ 685800 h 1275963"/>
              <a:gd name="connsiteX13" fmla="*/ 1130969 w 2454442"/>
              <a:gd name="connsiteY13" fmla="*/ 733926 h 1275963"/>
              <a:gd name="connsiteX14" fmla="*/ 1167064 w 2454442"/>
              <a:gd name="connsiteY14" fmla="*/ 745958 h 1275963"/>
              <a:gd name="connsiteX15" fmla="*/ 1239253 w 2454442"/>
              <a:gd name="connsiteY15" fmla="*/ 794084 h 1275963"/>
              <a:gd name="connsiteX16" fmla="*/ 1275348 w 2454442"/>
              <a:gd name="connsiteY16" fmla="*/ 806116 h 1275963"/>
              <a:gd name="connsiteX17" fmla="*/ 1311442 w 2454442"/>
              <a:gd name="connsiteY17" fmla="*/ 830179 h 1275963"/>
              <a:gd name="connsiteX18" fmla="*/ 1347537 w 2454442"/>
              <a:gd name="connsiteY18" fmla="*/ 842211 h 1275963"/>
              <a:gd name="connsiteX19" fmla="*/ 1419727 w 2454442"/>
              <a:gd name="connsiteY19" fmla="*/ 890337 h 1275963"/>
              <a:gd name="connsiteX20" fmla="*/ 1455821 w 2454442"/>
              <a:gd name="connsiteY20" fmla="*/ 914400 h 1275963"/>
              <a:gd name="connsiteX21" fmla="*/ 1479885 w 2454442"/>
              <a:gd name="connsiteY21" fmla="*/ 938463 h 1275963"/>
              <a:gd name="connsiteX22" fmla="*/ 1515979 w 2454442"/>
              <a:gd name="connsiteY22" fmla="*/ 950495 h 1275963"/>
              <a:gd name="connsiteX23" fmla="*/ 1588169 w 2454442"/>
              <a:gd name="connsiteY23" fmla="*/ 998621 h 1275963"/>
              <a:gd name="connsiteX24" fmla="*/ 1624264 w 2454442"/>
              <a:gd name="connsiteY24" fmla="*/ 1022684 h 1275963"/>
              <a:gd name="connsiteX25" fmla="*/ 1660358 w 2454442"/>
              <a:gd name="connsiteY25" fmla="*/ 1034716 h 1275963"/>
              <a:gd name="connsiteX26" fmla="*/ 1732548 w 2454442"/>
              <a:gd name="connsiteY26" fmla="*/ 1070811 h 1275963"/>
              <a:gd name="connsiteX27" fmla="*/ 1816769 w 2454442"/>
              <a:gd name="connsiteY27" fmla="*/ 1130969 h 1275963"/>
              <a:gd name="connsiteX28" fmla="*/ 1888958 w 2454442"/>
              <a:gd name="connsiteY28" fmla="*/ 1155032 h 1275963"/>
              <a:gd name="connsiteX29" fmla="*/ 1925053 w 2454442"/>
              <a:gd name="connsiteY29" fmla="*/ 1167063 h 1275963"/>
              <a:gd name="connsiteX30" fmla="*/ 1961148 w 2454442"/>
              <a:gd name="connsiteY30" fmla="*/ 1191126 h 1275963"/>
              <a:gd name="connsiteX31" fmla="*/ 1997242 w 2454442"/>
              <a:gd name="connsiteY31" fmla="*/ 1203158 h 1275963"/>
              <a:gd name="connsiteX32" fmla="*/ 2117558 w 2454442"/>
              <a:gd name="connsiteY32" fmla="*/ 1227221 h 1275963"/>
              <a:gd name="connsiteX33" fmla="*/ 2189748 w 2454442"/>
              <a:gd name="connsiteY33" fmla="*/ 1239253 h 1275963"/>
              <a:gd name="connsiteX34" fmla="*/ 2273969 w 2454442"/>
              <a:gd name="connsiteY34" fmla="*/ 1263316 h 1275963"/>
              <a:gd name="connsiteX35" fmla="*/ 2454442 w 2454442"/>
              <a:gd name="connsiteY35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926432 w 2454442"/>
              <a:gd name="connsiteY10" fmla="*/ 613611 h 1275963"/>
              <a:gd name="connsiteX11" fmla="*/ 1022685 w 2454442"/>
              <a:gd name="connsiteY11" fmla="*/ 685800 h 1275963"/>
              <a:gd name="connsiteX12" fmla="*/ 1130969 w 2454442"/>
              <a:gd name="connsiteY12" fmla="*/ 733926 h 1275963"/>
              <a:gd name="connsiteX13" fmla="*/ 1167064 w 2454442"/>
              <a:gd name="connsiteY13" fmla="*/ 745958 h 1275963"/>
              <a:gd name="connsiteX14" fmla="*/ 1239253 w 2454442"/>
              <a:gd name="connsiteY14" fmla="*/ 794084 h 1275963"/>
              <a:gd name="connsiteX15" fmla="*/ 1275348 w 2454442"/>
              <a:gd name="connsiteY15" fmla="*/ 806116 h 1275963"/>
              <a:gd name="connsiteX16" fmla="*/ 1311442 w 2454442"/>
              <a:gd name="connsiteY16" fmla="*/ 830179 h 1275963"/>
              <a:gd name="connsiteX17" fmla="*/ 1347537 w 2454442"/>
              <a:gd name="connsiteY17" fmla="*/ 842211 h 1275963"/>
              <a:gd name="connsiteX18" fmla="*/ 1419727 w 2454442"/>
              <a:gd name="connsiteY18" fmla="*/ 890337 h 1275963"/>
              <a:gd name="connsiteX19" fmla="*/ 1455821 w 2454442"/>
              <a:gd name="connsiteY19" fmla="*/ 914400 h 1275963"/>
              <a:gd name="connsiteX20" fmla="*/ 1479885 w 2454442"/>
              <a:gd name="connsiteY20" fmla="*/ 938463 h 1275963"/>
              <a:gd name="connsiteX21" fmla="*/ 1515979 w 2454442"/>
              <a:gd name="connsiteY21" fmla="*/ 950495 h 1275963"/>
              <a:gd name="connsiteX22" fmla="*/ 1588169 w 2454442"/>
              <a:gd name="connsiteY22" fmla="*/ 998621 h 1275963"/>
              <a:gd name="connsiteX23" fmla="*/ 1624264 w 2454442"/>
              <a:gd name="connsiteY23" fmla="*/ 1022684 h 1275963"/>
              <a:gd name="connsiteX24" fmla="*/ 1660358 w 2454442"/>
              <a:gd name="connsiteY24" fmla="*/ 1034716 h 1275963"/>
              <a:gd name="connsiteX25" fmla="*/ 1732548 w 2454442"/>
              <a:gd name="connsiteY25" fmla="*/ 1070811 h 1275963"/>
              <a:gd name="connsiteX26" fmla="*/ 1816769 w 2454442"/>
              <a:gd name="connsiteY26" fmla="*/ 1130969 h 1275963"/>
              <a:gd name="connsiteX27" fmla="*/ 1888958 w 2454442"/>
              <a:gd name="connsiteY27" fmla="*/ 1155032 h 1275963"/>
              <a:gd name="connsiteX28" fmla="*/ 1925053 w 2454442"/>
              <a:gd name="connsiteY28" fmla="*/ 1167063 h 1275963"/>
              <a:gd name="connsiteX29" fmla="*/ 1961148 w 2454442"/>
              <a:gd name="connsiteY29" fmla="*/ 1191126 h 1275963"/>
              <a:gd name="connsiteX30" fmla="*/ 1997242 w 2454442"/>
              <a:gd name="connsiteY30" fmla="*/ 1203158 h 1275963"/>
              <a:gd name="connsiteX31" fmla="*/ 2117558 w 2454442"/>
              <a:gd name="connsiteY31" fmla="*/ 1227221 h 1275963"/>
              <a:gd name="connsiteX32" fmla="*/ 2189748 w 2454442"/>
              <a:gd name="connsiteY32" fmla="*/ 1239253 h 1275963"/>
              <a:gd name="connsiteX33" fmla="*/ 2273969 w 2454442"/>
              <a:gd name="connsiteY33" fmla="*/ 1263316 h 1275963"/>
              <a:gd name="connsiteX34" fmla="*/ 2454442 w 2454442"/>
              <a:gd name="connsiteY34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39253 w 2454442"/>
              <a:gd name="connsiteY13" fmla="*/ 794084 h 1275963"/>
              <a:gd name="connsiteX14" fmla="*/ 1275348 w 2454442"/>
              <a:gd name="connsiteY14" fmla="*/ 806116 h 1275963"/>
              <a:gd name="connsiteX15" fmla="*/ 1311442 w 2454442"/>
              <a:gd name="connsiteY15" fmla="*/ 830179 h 1275963"/>
              <a:gd name="connsiteX16" fmla="*/ 1347537 w 2454442"/>
              <a:gd name="connsiteY16" fmla="*/ 842211 h 1275963"/>
              <a:gd name="connsiteX17" fmla="*/ 1419727 w 2454442"/>
              <a:gd name="connsiteY17" fmla="*/ 890337 h 1275963"/>
              <a:gd name="connsiteX18" fmla="*/ 1455821 w 2454442"/>
              <a:gd name="connsiteY18" fmla="*/ 914400 h 1275963"/>
              <a:gd name="connsiteX19" fmla="*/ 1479885 w 2454442"/>
              <a:gd name="connsiteY19" fmla="*/ 938463 h 1275963"/>
              <a:gd name="connsiteX20" fmla="*/ 1515979 w 2454442"/>
              <a:gd name="connsiteY20" fmla="*/ 950495 h 1275963"/>
              <a:gd name="connsiteX21" fmla="*/ 1588169 w 2454442"/>
              <a:gd name="connsiteY21" fmla="*/ 998621 h 1275963"/>
              <a:gd name="connsiteX22" fmla="*/ 1624264 w 2454442"/>
              <a:gd name="connsiteY22" fmla="*/ 1022684 h 1275963"/>
              <a:gd name="connsiteX23" fmla="*/ 1660358 w 2454442"/>
              <a:gd name="connsiteY23" fmla="*/ 1034716 h 1275963"/>
              <a:gd name="connsiteX24" fmla="*/ 1732548 w 2454442"/>
              <a:gd name="connsiteY24" fmla="*/ 1070811 h 1275963"/>
              <a:gd name="connsiteX25" fmla="*/ 1816769 w 2454442"/>
              <a:gd name="connsiteY25" fmla="*/ 1130969 h 1275963"/>
              <a:gd name="connsiteX26" fmla="*/ 1888958 w 2454442"/>
              <a:gd name="connsiteY26" fmla="*/ 1155032 h 1275963"/>
              <a:gd name="connsiteX27" fmla="*/ 1925053 w 2454442"/>
              <a:gd name="connsiteY27" fmla="*/ 1167063 h 1275963"/>
              <a:gd name="connsiteX28" fmla="*/ 1961148 w 2454442"/>
              <a:gd name="connsiteY28" fmla="*/ 1191126 h 1275963"/>
              <a:gd name="connsiteX29" fmla="*/ 1997242 w 2454442"/>
              <a:gd name="connsiteY29" fmla="*/ 1203158 h 1275963"/>
              <a:gd name="connsiteX30" fmla="*/ 2117558 w 2454442"/>
              <a:gd name="connsiteY30" fmla="*/ 1227221 h 1275963"/>
              <a:gd name="connsiteX31" fmla="*/ 2189748 w 2454442"/>
              <a:gd name="connsiteY31" fmla="*/ 1239253 h 1275963"/>
              <a:gd name="connsiteX32" fmla="*/ 2273969 w 2454442"/>
              <a:gd name="connsiteY32" fmla="*/ 1263316 h 1275963"/>
              <a:gd name="connsiteX33" fmla="*/ 2454442 w 2454442"/>
              <a:gd name="connsiteY33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39253 w 2454442"/>
              <a:gd name="connsiteY13" fmla="*/ 794084 h 1275963"/>
              <a:gd name="connsiteX14" fmla="*/ 1275348 w 2454442"/>
              <a:gd name="connsiteY14" fmla="*/ 806116 h 1275963"/>
              <a:gd name="connsiteX15" fmla="*/ 1347537 w 2454442"/>
              <a:gd name="connsiteY15" fmla="*/ 842211 h 1275963"/>
              <a:gd name="connsiteX16" fmla="*/ 1419727 w 2454442"/>
              <a:gd name="connsiteY16" fmla="*/ 890337 h 1275963"/>
              <a:gd name="connsiteX17" fmla="*/ 1455821 w 2454442"/>
              <a:gd name="connsiteY17" fmla="*/ 914400 h 1275963"/>
              <a:gd name="connsiteX18" fmla="*/ 1479885 w 2454442"/>
              <a:gd name="connsiteY18" fmla="*/ 938463 h 1275963"/>
              <a:gd name="connsiteX19" fmla="*/ 1515979 w 2454442"/>
              <a:gd name="connsiteY19" fmla="*/ 950495 h 1275963"/>
              <a:gd name="connsiteX20" fmla="*/ 1588169 w 2454442"/>
              <a:gd name="connsiteY20" fmla="*/ 998621 h 1275963"/>
              <a:gd name="connsiteX21" fmla="*/ 1624264 w 2454442"/>
              <a:gd name="connsiteY21" fmla="*/ 1022684 h 1275963"/>
              <a:gd name="connsiteX22" fmla="*/ 1660358 w 2454442"/>
              <a:gd name="connsiteY22" fmla="*/ 1034716 h 1275963"/>
              <a:gd name="connsiteX23" fmla="*/ 1732548 w 2454442"/>
              <a:gd name="connsiteY23" fmla="*/ 1070811 h 1275963"/>
              <a:gd name="connsiteX24" fmla="*/ 1816769 w 2454442"/>
              <a:gd name="connsiteY24" fmla="*/ 1130969 h 1275963"/>
              <a:gd name="connsiteX25" fmla="*/ 1888958 w 2454442"/>
              <a:gd name="connsiteY25" fmla="*/ 1155032 h 1275963"/>
              <a:gd name="connsiteX26" fmla="*/ 1925053 w 2454442"/>
              <a:gd name="connsiteY26" fmla="*/ 1167063 h 1275963"/>
              <a:gd name="connsiteX27" fmla="*/ 1961148 w 2454442"/>
              <a:gd name="connsiteY27" fmla="*/ 1191126 h 1275963"/>
              <a:gd name="connsiteX28" fmla="*/ 1997242 w 2454442"/>
              <a:gd name="connsiteY28" fmla="*/ 1203158 h 1275963"/>
              <a:gd name="connsiteX29" fmla="*/ 2117558 w 2454442"/>
              <a:gd name="connsiteY29" fmla="*/ 1227221 h 1275963"/>
              <a:gd name="connsiteX30" fmla="*/ 2189748 w 2454442"/>
              <a:gd name="connsiteY30" fmla="*/ 1239253 h 1275963"/>
              <a:gd name="connsiteX31" fmla="*/ 2273969 w 2454442"/>
              <a:gd name="connsiteY31" fmla="*/ 1263316 h 1275963"/>
              <a:gd name="connsiteX32" fmla="*/ 2454442 w 2454442"/>
              <a:gd name="connsiteY32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455821 w 2454442"/>
              <a:gd name="connsiteY16" fmla="*/ 914400 h 1275963"/>
              <a:gd name="connsiteX17" fmla="*/ 1479885 w 2454442"/>
              <a:gd name="connsiteY17" fmla="*/ 938463 h 1275963"/>
              <a:gd name="connsiteX18" fmla="*/ 1515979 w 2454442"/>
              <a:gd name="connsiteY18" fmla="*/ 950495 h 1275963"/>
              <a:gd name="connsiteX19" fmla="*/ 1588169 w 2454442"/>
              <a:gd name="connsiteY19" fmla="*/ 998621 h 1275963"/>
              <a:gd name="connsiteX20" fmla="*/ 1624264 w 2454442"/>
              <a:gd name="connsiteY20" fmla="*/ 1022684 h 1275963"/>
              <a:gd name="connsiteX21" fmla="*/ 1660358 w 2454442"/>
              <a:gd name="connsiteY21" fmla="*/ 1034716 h 1275963"/>
              <a:gd name="connsiteX22" fmla="*/ 1732548 w 2454442"/>
              <a:gd name="connsiteY22" fmla="*/ 1070811 h 1275963"/>
              <a:gd name="connsiteX23" fmla="*/ 1816769 w 2454442"/>
              <a:gd name="connsiteY23" fmla="*/ 1130969 h 1275963"/>
              <a:gd name="connsiteX24" fmla="*/ 1888958 w 2454442"/>
              <a:gd name="connsiteY24" fmla="*/ 1155032 h 1275963"/>
              <a:gd name="connsiteX25" fmla="*/ 1925053 w 2454442"/>
              <a:gd name="connsiteY25" fmla="*/ 1167063 h 1275963"/>
              <a:gd name="connsiteX26" fmla="*/ 1961148 w 2454442"/>
              <a:gd name="connsiteY26" fmla="*/ 1191126 h 1275963"/>
              <a:gd name="connsiteX27" fmla="*/ 1997242 w 2454442"/>
              <a:gd name="connsiteY27" fmla="*/ 1203158 h 1275963"/>
              <a:gd name="connsiteX28" fmla="*/ 2117558 w 2454442"/>
              <a:gd name="connsiteY28" fmla="*/ 1227221 h 1275963"/>
              <a:gd name="connsiteX29" fmla="*/ 2189748 w 2454442"/>
              <a:gd name="connsiteY29" fmla="*/ 1239253 h 1275963"/>
              <a:gd name="connsiteX30" fmla="*/ 2273969 w 2454442"/>
              <a:gd name="connsiteY30" fmla="*/ 1263316 h 1275963"/>
              <a:gd name="connsiteX31" fmla="*/ 2454442 w 2454442"/>
              <a:gd name="connsiteY31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455821 w 2454442"/>
              <a:gd name="connsiteY16" fmla="*/ 914400 h 1275963"/>
              <a:gd name="connsiteX17" fmla="*/ 1479885 w 2454442"/>
              <a:gd name="connsiteY17" fmla="*/ 938463 h 1275963"/>
              <a:gd name="connsiteX18" fmla="*/ 1588169 w 2454442"/>
              <a:gd name="connsiteY18" fmla="*/ 998621 h 1275963"/>
              <a:gd name="connsiteX19" fmla="*/ 1624264 w 2454442"/>
              <a:gd name="connsiteY19" fmla="*/ 1022684 h 1275963"/>
              <a:gd name="connsiteX20" fmla="*/ 1660358 w 2454442"/>
              <a:gd name="connsiteY20" fmla="*/ 1034716 h 1275963"/>
              <a:gd name="connsiteX21" fmla="*/ 1732548 w 2454442"/>
              <a:gd name="connsiteY21" fmla="*/ 1070811 h 1275963"/>
              <a:gd name="connsiteX22" fmla="*/ 1816769 w 2454442"/>
              <a:gd name="connsiteY22" fmla="*/ 1130969 h 1275963"/>
              <a:gd name="connsiteX23" fmla="*/ 1888958 w 2454442"/>
              <a:gd name="connsiteY23" fmla="*/ 1155032 h 1275963"/>
              <a:gd name="connsiteX24" fmla="*/ 1925053 w 2454442"/>
              <a:gd name="connsiteY24" fmla="*/ 1167063 h 1275963"/>
              <a:gd name="connsiteX25" fmla="*/ 1961148 w 2454442"/>
              <a:gd name="connsiteY25" fmla="*/ 1191126 h 1275963"/>
              <a:gd name="connsiteX26" fmla="*/ 1997242 w 2454442"/>
              <a:gd name="connsiteY26" fmla="*/ 1203158 h 1275963"/>
              <a:gd name="connsiteX27" fmla="*/ 2117558 w 2454442"/>
              <a:gd name="connsiteY27" fmla="*/ 1227221 h 1275963"/>
              <a:gd name="connsiteX28" fmla="*/ 2189748 w 2454442"/>
              <a:gd name="connsiteY28" fmla="*/ 1239253 h 1275963"/>
              <a:gd name="connsiteX29" fmla="*/ 2273969 w 2454442"/>
              <a:gd name="connsiteY29" fmla="*/ 1263316 h 1275963"/>
              <a:gd name="connsiteX30" fmla="*/ 2454442 w 2454442"/>
              <a:gd name="connsiteY30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455821 w 2454442"/>
              <a:gd name="connsiteY16" fmla="*/ 914400 h 1275963"/>
              <a:gd name="connsiteX17" fmla="*/ 1588169 w 2454442"/>
              <a:gd name="connsiteY17" fmla="*/ 998621 h 1275963"/>
              <a:gd name="connsiteX18" fmla="*/ 1624264 w 2454442"/>
              <a:gd name="connsiteY18" fmla="*/ 1022684 h 1275963"/>
              <a:gd name="connsiteX19" fmla="*/ 1660358 w 2454442"/>
              <a:gd name="connsiteY19" fmla="*/ 1034716 h 1275963"/>
              <a:gd name="connsiteX20" fmla="*/ 1732548 w 2454442"/>
              <a:gd name="connsiteY20" fmla="*/ 1070811 h 1275963"/>
              <a:gd name="connsiteX21" fmla="*/ 1816769 w 2454442"/>
              <a:gd name="connsiteY21" fmla="*/ 1130969 h 1275963"/>
              <a:gd name="connsiteX22" fmla="*/ 1888958 w 2454442"/>
              <a:gd name="connsiteY22" fmla="*/ 1155032 h 1275963"/>
              <a:gd name="connsiteX23" fmla="*/ 1925053 w 2454442"/>
              <a:gd name="connsiteY23" fmla="*/ 1167063 h 1275963"/>
              <a:gd name="connsiteX24" fmla="*/ 1961148 w 2454442"/>
              <a:gd name="connsiteY24" fmla="*/ 1191126 h 1275963"/>
              <a:gd name="connsiteX25" fmla="*/ 1997242 w 2454442"/>
              <a:gd name="connsiteY25" fmla="*/ 1203158 h 1275963"/>
              <a:gd name="connsiteX26" fmla="*/ 2117558 w 2454442"/>
              <a:gd name="connsiteY26" fmla="*/ 1227221 h 1275963"/>
              <a:gd name="connsiteX27" fmla="*/ 2189748 w 2454442"/>
              <a:gd name="connsiteY27" fmla="*/ 1239253 h 1275963"/>
              <a:gd name="connsiteX28" fmla="*/ 2273969 w 2454442"/>
              <a:gd name="connsiteY28" fmla="*/ 1263316 h 1275963"/>
              <a:gd name="connsiteX29" fmla="*/ 2454442 w 2454442"/>
              <a:gd name="connsiteY29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588169 w 2454442"/>
              <a:gd name="connsiteY16" fmla="*/ 998621 h 1275963"/>
              <a:gd name="connsiteX17" fmla="*/ 1624264 w 2454442"/>
              <a:gd name="connsiteY17" fmla="*/ 1022684 h 1275963"/>
              <a:gd name="connsiteX18" fmla="*/ 1660358 w 2454442"/>
              <a:gd name="connsiteY18" fmla="*/ 1034716 h 1275963"/>
              <a:gd name="connsiteX19" fmla="*/ 1732548 w 2454442"/>
              <a:gd name="connsiteY19" fmla="*/ 1070811 h 1275963"/>
              <a:gd name="connsiteX20" fmla="*/ 1816769 w 2454442"/>
              <a:gd name="connsiteY20" fmla="*/ 1130969 h 1275963"/>
              <a:gd name="connsiteX21" fmla="*/ 1888958 w 2454442"/>
              <a:gd name="connsiteY21" fmla="*/ 1155032 h 1275963"/>
              <a:gd name="connsiteX22" fmla="*/ 1925053 w 2454442"/>
              <a:gd name="connsiteY22" fmla="*/ 1167063 h 1275963"/>
              <a:gd name="connsiteX23" fmla="*/ 1961148 w 2454442"/>
              <a:gd name="connsiteY23" fmla="*/ 1191126 h 1275963"/>
              <a:gd name="connsiteX24" fmla="*/ 1997242 w 2454442"/>
              <a:gd name="connsiteY24" fmla="*/ 1203158 h 1275963"/>
              <a:gd name="connsiteX25" fmla="*/ 2117558 w 2454442"/>
              <a:gd name="connsiteY25" fmla="*/ 1227221 h 1275963"/>
              <a:gd name="connsiteX26" fmla="*/ 2189748 w 2454442"/>
              <a:gd name="connsiteY26" fmla="*/ 1239253 h 1275963"/>
              <a:gd name="connsiteX27" fmla="*/ 2273969 w 2454442"/>
              <a:gd name="connsiteY27" fmla="*/ 1263316 h 1275963"/>
              <a:gd name="connsiteX28" fmla="*/ 2454442 w 2454442"/>
              <a:gd name="connsiteY28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588169 w 2454442"/>
              <a:gd name="connsiteY16" fmla="*/ 998621 h 1275963"/>
              <a:gd name="connsiteX17" fmla="*/ 1624264 w 2454442"/>
              <a:gd name="connsiteY17" fmla="*/ 1022684 h 1275963"/>
              <a:gd name="connsiteX18" fmla="*/ 1660358 w 2454442"/>
              <a:gd name="connsiteY18" fmla="*/ 1034716 h 1275963"/>
              <a:gd name="connsiteX19" fmla="*/ 1816769 w 2454442"/>
              <a:gd name="connsiteY19" fmla="*/ 1130969 h 1275963"/>
              <a:gd name="connsiteX20" fmla="*/ 1888958 w 2454442"/>
              <a:gd name="connsiteY20" fmla="*/ 1155032 h 1275963"/>
              <a:gd name="connsiteX21" fmla="*/ 1925053 w 2454442"/>
              <a:gd name="connsiteY21" fmla="*/ 1167063 h 1275963"/>
              <a:gd name="connsiteX22" fmla="*/ 1961148 w 2454442"/>
              <a:gd name="connsiteY22" fmla="*/ 1191126 h 1275963"/>
              <a:gd name="connsiteX23" fmla="*/ 1997242 w 2454442"/>
              <a:gd name="connsiteY23" fmla="*/ 1203158 h 1275963"/>
              <a:gd name="connsiteX24" fmla="*/ 2117558 w 2454442"/>
              <a:gd name="connsiteY24" fmla="*/ 1227221 h 1275963"/>
              <a:gd name="connsiteX25" fmla="*/ 2189748 w 2454442"/>
              <a:gd name="connsiteY25" fmla="*/ 1239253 h 1275963"/>
              <a:gd name="connsiteX26" fmla="*/ 2273969 w 2454442"/>
              <a:gd name="connsiteY26" fmla="*/ 1263316 h 1275963"/>
              <a:gd name="connsiteX27" fmla="*/ 2454442 w 2454442"/>
              <a:gd name="connsiteY27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588169 w 2454442"/>
              <a:gd name="connsiteY16" fmla="*/ 998621 h 1275963"/>
              <a:gd name="connsiteX17" fmla="*/ 1624264 w 2454442"/>
              <a:gd name="connsiteY17" fmla="*/ 1022684 h 1275963"/>
              <a:gd name="connsiteX18" fmla="*/ 1816769 w 2454442"/>
              <a:gd name="connsiteY18" fmla="*/ 1130969 h 1275963"/>
              <a:gd name="connsiteX19" fmla="*/ 1888958 w 2454442"/>
              <a:gd name="connsiteY19" fmla="*/ 1155032 h 1275963"/>
              <a:gd name="connsiteX20" fmla="*/ 1925053 w 2454442"/>
              <a:gd name="connsiteY20" fmla="*/ 1167063 h 1275963"/>
              <a:gd name="connsiteX21" fmla="*/ 1961148 w 2454442"/>
              <a:gd name="connsiteY21" fmla="*/ 1191126 h 1275963"/>
              <a:gd name="connsiteX22" fmla="*/ 1997242 w 2454442"/>
              <a:gd name="connsiteY22" fmla="*/ 1203158 h 1275963"/>
              <a:gd name="connsiteX23" fmla="*/ 2117558 w 2454442"/>
              <a:gd name="connsiteY23" fmla="*/ 1227221 h 1275963"/>
              <a:gd name="connsiteX24" fmla="*/ 2189748 w 2454442"/>
              <a:gd name="connsiteY24" fmla="*/ 1239253 h 1275963"/>
              <a:gd name="connsiteX25" fmla="*/ 2273969 w 2454442"/>
              <a:gd name="connsiteY25" fmla="*/ 1263316 h 1275963"/>
              <a:gd name="connsiteX26" fmla="*/ 2454442 w 2454442"/>
              <a:gd name="connsiteY26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588169 w 2454442"/>
              <a:gd name="connsiteY16" fmla="*/ 998621 h 1275963"/>
              <a:gd name="connsiteX17" fmla="*/ 1624264 w 2454442"/>
              <a:gd name="connsiteY17" fmla="*/ 1022684 h 1275963"/>
              <a:gd name="connsiteX18" fmla="*/ 1816769 w 2454442"/>
              <a:gd name="connsiteY18" fmla="*/ 1130969 h 1275963"/>
              <a:gd name="connsiteX19" fmla="*/ 1888958 w 2454442"/>
              <a:gd name="connsiteY19" fmla="*/ 1155032 h 1275963"/>
              <a:gd name="connsiteX20" fmla="*/ 1925053 w 2454442"/>
              <a:gd name="connsiteY20" fmla="*/ 1167063 h 1275963"/>
              <a:gd name="connsiteX21" fmla="*/ 1997242 w 2454442"/>
              <a:gd name="connsiteY21" fmla="*/ 1203158 h 1275963"/>
              <a:gd name="connsiteX22" fmla="*/ 2117558 w 2454442"/>
              <a:gd name="connsiteY22" fmla="*/ 1227221 h 1275963"/>
              <a:gd name="connsiteX23" fmla="*/ 2189748 w 2454442"/>
              <a:gd name="connsiteY23" fmla="*/ 1239253 h 1275963"/>
              <a:gd name="connsiteX24" fmla="*/ 2273969 w 2454442"/>
              <a:gd name="connsiteY24" fmla="*/ 1263316 h 1275963"/>
              <a:gd name="connsiteX25" fmla="*/ 2454442 w 2454442"/>
              <a:gd name="connsiteY25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588169 w 2454442"/>
              <a:gd name="connsiteY16" fmla="*/ 998621 h 1275963"/>
              <a:gd name="connsiteX17" fmla="*/ 1624264 w 2454442"/>
              <a:gd name="connsiteY17" fmla="*/ 1022684 h 1275963"/>
              <a:gd name="connsiteX18" fmla="*/ 1816769 w 2454442"/>
              <a:gd name="connsiteY18" fmla="*/ 1130969 h 1275963"/>
              <a:gd name="connsiteX19" fmla="*/ 1888958 w 2454442"/>
              <a:gd name="connsiteY19" fmla="*/ 1155032 h 1275963"/>
              <a:gd name="connsiteX20" fmla="*/ 1997242 w 2454442"/>
              <a:gd name="connsiteY20" fmla="*/ 1203158 h 1275963"/>
              <a:gd name="connsiteX21" fmla="*/ 2117558 w 2454442"/>
              <a:gd name="connsiteY21" fmla="*/ 1227221 h 1275963"/>
              <a:gd name="connsiteX22" fmla="*/ 2189748 w 2454442"/>
              <a:gd name="connsiteY22" fmla="*/ 1239253 h 1275963"/>
              <a:gd name="connsiteX23" fmla="*/ 2273969 w 2454442"/>
              <a:gd name="connsiteY23" fmla="*/ 1263316 h 1275963"/>
              <a:gd name="connsiteX24" fmla="*/ 2454442 w 2454442"/>
              <a:gd name="connsiteY24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588169 w 2454442"/>
              <a:gd name="connsiteY16" fmla="*/ 998621 h 1275963"/>
              <a:gd name="connsiteX17" fmla="*/ 1624264 w 2454442"/>
              <a:gd name="connsiteY17" fmla="*/ 1022684 h 1275963"/>
              <a:gd name="connsiteX18" fmla="*/ 1816769 w 2454442"/>
              <a:gd name="connsiteY18" fmla="*/ 1130969 h 1275963"/>
              <a:gd name="connsiteX19" fmla="*/ 1997242 w 2454442"/>
              <a:gd name="connsiteY19" fmla="*/ 1203158 h 1275963"/>
              <a:gd name="connsiteX20" fmla="*/ 2117558 w 2454442"/>
              <a:gd name="connsiteY20" fmla="*/ 1227221 h 1275963"/>
              <a:gd name="connsiteX21" fmla="*/ 2189748 w 2454442"/>
              <a:gd name="connsiteY21" fmla="*/ 1239253 h 1275963"/>
              <a:gd name="connsiteX22" fmla="*/ 2273969 w 2454442"/>
              <a:gd name="connsiteY22" fmla="*/ 1263316 h 1275963"/>
              <a:gd name="connsiteX23" fmla="*/ 2454442 w 2454442"/>
              <a:gd name="connsiteY23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347537 w 2454442"/>
              <a:gd name="connsiteY13" fmla="*/ 842211 h 1275963"/>
              <a:gd name="connsiteX14" fmla="*/ 1419727 w 2454442"/>
              <a:gd name="connsiteY14" fmla="*/ 890337 h 1275963"/>
              <a:gd name="connsiteX15" fmla="*/ 1588169 w 2454442"/>
              <a:gd name="connsiteY15" fmla="*/ 998621 h 1275963"/>
              <a:gd name="connsiteX16" fmla="*/ 1624264 w 2454442"/>
              <a:gd name="connsiteY16" fmla="*/ 1022684 h 1275963"/>
              <a:gd name="connsiteX17" fmla="*/ 1816769 w 2454442"/>
              <a:gd name="connsiteY17" fmla="*/ 1130969 h 1275963"/>
              <a:gd name="connsiteX18" fmla="*/ 1997242 w 2454442"/>
              <a:gd name="connsiteY18" fmla="*/ 1203158 h 1275963"/>
              <a:gd name="connsiteX19" fmla="*/ 2117558 w 2454442"/>
              <a:gd name="connsiteY19" fmla="*/ 1227221 h 1275963"/>
              <a:gd name="connsiteX20" fmla="*/ 2189748 w 2454442"/>
              <a:gd name="connsiteY20" fmla="*/ 1239253 h 1275963"/>
              <a:gd name="connsiteX21" fmla="*/ 2273969 w 2454442"/>
              <a:gd name="connsiteY21" fmla="*/ 1263316 h 1275963"/>
              <a:gd name="connsiteX22" fmla="*/ 2454442 w 2454442"/>
              <a:gd name="connsiteY22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347537 w 2454442"/>
              <a:gd name="connsiteY12" fmla="*/ 842211 h 1275963"/>
              <a:gd name="connsiteX13" fmla="*/ 1419727 w 2454442"/>
              <a:gd name="connsiteY13" fmla="*/ 890337 h 1275963"/>
              <a:gd name="connsiteX14" fmla="*/ 1588169 w 2454442"/>
              <a:gd name="connsiteY14" fmla="*/ 998621 h 1275963"/>
              <a:gd name="connsiteX15" fmla="*/ 1624264 w 2454442"/>
              <a:gd name="connsiteY15" fmla="*/ 1022684 h 1275963"/>
              <a:gd name="connsiteX16" fmla="*/ 1816769 w 2454442"/>
              <a:gd name="connsiteY16" fmla="*/ 1130969 h 1275963"/>
              <a:gd name="connsiteX17" fmla="*/ 1997242 w 2454442"/>
              <a:gd name="connsiteY17" fmla="*/ 1203158 h 1275963"/>
              <a:gd name="connsiteX18" fmla="*/ 2117558 w 2454442"/>
              <a:gd name="connsiteY18" fmla="*/ 1227221 h 1275963"/>
              <a:gd name="connsiteX19" fmla="*/ 2189748 w 2454442"/>
              <a:gd name="connsiteY19" fmla="*/ 1239253 h 1275963"/>
              <a:gd name="connsiteX20" fmla="*/ 2273969 w 2454442"/>
              <a:gd name="connsiteY20" fmla="*/ 1263316 h 1275963"/>
              <a:gd name="connsiteX21" fmla="*/ 2454442 w 2454442"/>
              <a:gd name="connsiteY21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347537 w 2454442"/>
              <a:gd name="connsiteY12" fmla="*/ 842211 h 1275963"/>
              <a:gd name="connsiteX13" fmla="*/ 1419727 w 2454442"/>
              <a:gd name="connsiteY13" fmla="*/ 890337 h 1275963"/>
              <a:gd name="connsiteX14" fmla="*/ 1588169 w 2454442"/>
              <a:gd name="connsiteY14" fmla="*/ 998621 h 1275963"/>
              <a:gd name="connsiteX15" fmla="*/ 1624264 w 2454442"/>
              <a:gd name="connsiteY15" fmla="*/ 1022684 h 1275963"/>
              <a:gd name="connsiteX16" fmla="*/ 1816769 w 2454442"/>
              <a:gd name="connsiteY16" fmla="*/ 1130969 h 1275963"/>
              <a:gd name="connsiteX17" fmla="*/ 1997242 w 2454442"/>
              <a:gd name="connsiteY17" fmla="*/ 1203158 h 1275963"/>
              <a:gd name="connsiteX18" fmla="*/ 2117558 w 2454442"/>
              <a:gd name="connsiteY18" fmla="*/ 1227221 h 1275963"/>
              <a:gd name="connsiteX19" fmla="*/ 2273969 w 2454442"/>
              <a:gd name="connsiteY19" fmla="*/ 1263316 h 1275963"/>
              <a:gd name="connsiteX20" fmla="*/ 2454442 w 2454442"/>
              <a:gd name="connsiteY20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1022685 w 2454442"/>
              <a:gd name="connsiteY9" fmla="*/ 685800 h 1275963"/>
              <a:gd name="connsiteX10" fmla="*/ 1130969 w 2454442"/>
              <a:gd name="connsiteY10" fmla="*/ 733926 h 1275963"/>
              <a:gd name="connsiteX11" fmla="*/ 1347537 w 2454442"/>
              <a:gd name="connsiteY11" fmla="*/ 842211 h 1275963"/>
              <a:gd name="connsiteX12" fmla="*/ 1419727 w 2454442"/>
              <a:gd name="connsiteY12" fmla="*/ 890337 h 1275963"/>
              <a:gd name="connsiteX13" fmla="*/ 1588169 w 2454442"/>
              <a:gd name="connsiteY13" fmla="*/ 998621 h 1275963"/>
              <a:gd name="connsiteX14" fmla="*/ 1624264 w 2454442"/>
              <a:gd name="connsiteY14" fmla="*/ 1022684 h 1275963"/>
              <a:gd name="connsiteX15" fmla="*/ 1816769 w 2454442"/>
              <a:gd name="connsiteY15" fmla="*/ 1130969 h 1275963"/>
              <a:gd name="connsiteX16" fmla="*/ 1997242 w 2454442"/>
              <a:gd name="connsiteY16" fmla="*/ 1203158 h 1275963"/>
              <a:gd name="connsiteX17" fmla="*/ 2117558 w 2454442"/>
              <a:gd name="connsiteY17" fmla="*/ 1227221 h 1275963"/>
              <a:gd name="connsiteX18" fmla="*/ 2273969 w 2454442"/>
              <a:gd name="connsiteY18" fmla="*/ 1263316 h 1275963"/>
              <a:gd name="connsiteX19" fmla="*/ 2454442 w 2454442"/>
              <a:gd name="connsiteY19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1022685 w 2454442"/>
              <a:gd name="connsiteY9" fmla="*/ 685800 h 1275963"/>
              <a:gd name="connsiteX10" fmla="*/ 1347537 w 2454442"/>
              <a:gd name="connsiteY10" fmla="*/ 842211 h 1275963"/>
              <a:gd name="connsiteX11" fmla="*/ 1419727 w 2454442"/>
              <a:gd name="connsiteY11" fmla="*/ 890337 h 1275963"/>
              <a:gd name="connsiteX12" fmla="*/ 1588169 w 2454442"/>
              <a:gd name="connsiteY12" fmla="*/ 998621 h 1275963"/>
              <a:gd name="connsiteX13" fmla="*/ 1624264 w 2454442"/>
              <a:gd name="connsiteY13" fmla="*/ 1022684 h 1275963"/>
              <a:gd name="connsiteX14" fmla="*/ 1816769 w 2454442"/>
              <a:gd name="connsiteY14" fmla="*/ 1130969 h 1275963"/>
              <a:gd name="connsiteX15" fmla="*/ 1997242 w 2454442"/>
              <a:gd name="connsiteY15" fmla="*/ 1203158 h 1275963"/>
              <a:gd name="connsiteX16" fmla="*/ 2117558 w 2454442"/>
              <a:gd name="connsiteY16" fmla="*/ 1227221 h 1275963"/>
              <a:gd name="connsiteX17" fmla="*/ 2273969 w 2454442"/>
              <a:gd name="connsiteY17" fmla="*/ 1263316 h 1275963"/>
              <a:gd name="connsiteX18" fmla="*/ 2454442 w 2454442"/>
              <a:gd name="connsiteY18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1022685 w 2454442"/>
              <a:gd name="connsiteY9" fmla="*/ 685800 h 1275963"/>
              <a:gd name="connsiteX10" fmla="*/ 1347537 w 2454442"/>
              <a:gd name="connsiteY10" fmla="*/ 842211 h 1275963"/>
              <a:gd name="connsiteX11" fmla="*/ 1588169 w 2454442"/>
              <a:gd name="connsiteY11" fmla="*/ 998621 h 1275963"/>
              <a:gd name="connsiteX12" fmla="*/ 1624264 w 2454442"/>
              <a:gd name="connsiteY12" fmla="*/ 1022684 h 1275963"/>
              <a:gd name="connsiteX13" fmla="*/ 1816769 w 2454442"/>
              <a:gd name="connsiteY13" fmla="*/ 1130969 h 1275963"/>
              <a:gd name="connsiteX14" fmla="*/ 1997242 w 2454442"/>
              <a:gd name="connsiteY14" fmla="*/ 1203158 h 1275963"/>
              <a:gd name="connsiteX15" fmla="*/ 2117558 w 2454442"/>
              <a:gd name="connsiteY15" fmla="*/ 1227221 h 1275963"/>
              <a:gd name="connsiteX16" fmla="*/ 2273969 w 2454442"/>
              <a:gd name="connsiteY16" fmla="*/ 1263316 h 1275963"/>
              <a:gd name="connsiteX17" fmla="*/ 2454442 w 2454442"/>
              <a:gd name="connsiteY17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81264 w 2454442"/>
              <a:gd name="connsiteY4" fmla="*/ 192505 h 1275963"/>
              <a:gd name="connsiteX5" fmla="*/ 625642 w 2454442"/>
              <a:gd name="connsiteY5" fmla="*/ 324853 h 1275963"/>
              <a:gd name="connsiteX6" fmla="*/ 721895 w 2454442"/>
              <a:gd name="connsiteY6" fmla="*/ 433137 h 1275963"/>
              <a:gd name="connsiteX7" fmla="*/ 842211 w 2454442"/>
              <a:gd name="connsiteY7" fmla="*/ 529390 h 1275963"/>
              <a:gd name="connsiteX8" fmla="*/ 1022685 w 2454442"/>
              <a:gd name="connsiteY8" fmla="*/ 685800 h 1275963"/>
              <a:gd name="connsiteX9" fmla="*/ 1347537 w 2454442"/>
              <a:gd name="connsiteY9" fmla="*/ 842211 h 1275963"/>
              <a:gd name="connsiteX10" fmla="*/ 1588169 w 2454442"/>
              <a:gd name="connsiteY10" fmla="*/ 998621 h 1275963"/>
              <a:gd name="connsiteX11" fmla="*/ 1624264 w 2454442"/>
              <a:gd name="connsiteY11" fmla="*/ 1022684 h 1275963"/>
              <a:gd name="connsiteX12" fmla="*/ 1816769 w 2454442"/>
              <a:gd name="connsiteY12" fmla="*/ 1130969 h 1275963"/>
              <a:gd name="connsiteX13" fmla="*/ 1997242 w 2454442"/>
              <a:gd name="connsiteY13" fmla="*/ 1203158 h 1275963"/>
              <a:gd name="connsiteX14" fmla="*/ 2117558 w 2454442"/>
              <a:gd name="connsiteY14" fmla="*/ 1227221 h 1275963"/>
              <a:gd name="connsiteX15" fmla="*/ 2273969 w 2454442"/>
              <a:gd name="connsiteY15" fmla="*/ 1263316 h 1275963"/>
              <a:gd name="connsiteX16" fmla="*/ 2454442 w 2454442"/>
              <a:gd name="connsiteY16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81264 w 2454442"/>
              <a:gd name="connsiteY4" fmla="*/ 192505 h 1275963"/>
              <a:gd name="connsiteX5" fmla="*/ 625642 w 2454442"/>
              <a:gd name="connsiteY5" fmla="*/ 324853 h 1275963"/>
              <a:gd name="connsiteX6" fmla="*/ 721895 w 2454442"/>
              <a:gd name="connsiteY6" fmla="*/ 433137 h 1275963"/>
              <a:gd name="connsiteX7" fmla="*/ 842211 w 2454442"/>
              <a:gd name="connsiteY7" fmla="*/ 529390 h 1275963"/>
              <a:gd name="connsiteX8" fmla="*/ 1022685 w 2454442"/>
              <a:gd name="connsiteY8" fmla="*/ 685800 h 1275963"/>
              <a:gd name="connsiteX9" fmla="*/ 1347537 w 2454442"/>
              <a:gd name="connsiteY9" fmla="*/ 842211 h 1275963"/>
              <a:gd name="connsiteX10" fmla="*/ 1588169 w 2454442"/>
              <a:gd name="connsiteY10" fmla="*/ 998621 h 1275963"/>
              <a:gd name="connsiteX11" fmla="*/ 1624264 w 2454442"/>
              <a:gd name="connsiteY11" fmla="*/ 1022684 h 1275963"/>
              <a:gd name="connsiteX12" fmla="*/ 1816769 w 2454442"/>
              <a:gd name="connsiteY12" fmla="*/ 1130969 h 1275963"/>
              <a:gd name="connsiteX13" fmla="*/ 1997242 w 2454442"/>
              <a:gd name="connsiteY13" fmla="*/ 1203158 h 1275963"/>
              <a:gd name="connsiteX14" fmla="*/ 2117558 w 2454442"/>
              <a:gd name="connsiteY14" fmla="*/ 1227221 h 1275963"/>
              <a:gd name="connsiteX15" fmla="*/ 2273969 w 2454442"/>
              <a:gd name="connsiteY15" fmla="*/ 1263316 h 1275963"/>
              <a:gd name="connsiteX16" fmla="*/ 2454442 w 2454442"/>
              <a:gd name="connsiteY16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81264 w 2454442"/>
              <a:gd name="connsiteY4" fmla="*/ 192505 h 1275963"/>
              <a:gd name="connsiteX5" fmla="*/ 625642 w 2454442"/>
              <a:gd name="connsiteY5" fmla="*/ 324853 h 1275963"/>
              <a:gd name="connsiteX6" fmla="*/ 721895 w 2454442"/>
              <a:gd name="connsiteY6" fmla="*/ 433137 h 1275963"/>
              <a:gd name="connsiteX7" fmla="*/ 842211 w 2454442"/>
              <a:gd name="connsiteY7" fmla="*/ 529390 h 1275963"/>
              <a:gd name="connsiteX8" fmla="*/ 1022685 w 2454442"/>
              <a:gd name="connsiteY8" fmla="*/ 685800 h 1275963"/>
              <a:gd name="connsiteX9" fmla="*/ 1347537 w 2454442"/>
              <a:gd name="connsiteY9" fmla="*/ 842211 h 1275963"/>
              <a:gd name="connsiteX10" fmla="*/ 1588169 w 2454442"/>
              <a:gd name="connsiteY10" fmla="*/ 998621 h 1275963"/>
              <a:gd name="connsiteX11" fmla="*/ 1624264 w 2454442"/>
              <a:gd name="connsiteY11" fmla="*/ 1022684 h 1275963"/>
              <a:gd name="connsiteX12" fmla="*/ 1816769 w 2454442"/>
              <a:gd name="connsiteY12" fmla="*/ 1130969 h 1275963"/>
              <a:gd name="connsiteX13" fmla="*/ 1997242 w 2454442"/>
              <a:gd name="connsiteY13" fmla="*/ 1203158 h 1275963"/>
              <a:gd name="connsiteX14" fmla="*/ 2117558 w 2454442"/>
              <a:gd name="connsiteY14" fmla="*/ 1227221 h 1275963"/>
              <a:gd name="connsiteX15" fmla="*/ 2273969 w 2454442"/>
              <a:gd name="connsiteY15" fmla="*/ 1263316 h 1275963"/>
              <a:gd name="connsiteX16" fmla="*/ 2454442 w 2454442"/>
              <a:gd name="connsiteY16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81264 w 2454442"/>
              <a:gd name="connsiteY4" fmla="*/ 192505 h 1275963"/>
              <a:gd name="connsiteX5" fmla="*/ 625642 w 2454442"/>
              <a:gd name="connsiteY5" fmla="*/ 324853 h 1275963"/>
              <a:gd name="connsiteX6" fmla="*/ 721895 w 2454442"/>
              <a:gd name="connsiteY6" fmla="*/ 433137 h 1275963"/>
              <a:gd name="connsiteX7" fmla="*/ 842211 w 2454442"/>
              <a:gd name="connsiteY7" fmla="*/ 529390 h 1275963"/>
              <a:gd name="connsiteX8" fmla="*/ 1022685 w 2454442"/>
              <a:gd name="connsiteY8" fmla="*/ 685800 h 1275963"/>
              <a:gd name="connsiteX9" fmla="*/ 1347537 w 2454442"/>
              <a:gd name="connsiteY9" fmla="*/ 842211 h 1275963"/>
              <a:gd name="connsiteX10" fmla="*/ 1588169 w 2454442"/>
              <a:gd name="connsiteY10" fmla="*/ 998621 h 1275963"/>
              <a:gd name="connsiteX11" fmla="*/ 1624264 w 2454442"/>
              <a:gd name="connsiteY11" fmla="*/ 1022684 h 1275963"/>
              <a:gd name="connsiteX12" fmla="*/ 1816769 w 2454442"/>
              <a:gd name="connsiteY12" fmla="*/ 1130969 h 1275963"/>
              <a:gd name="connsiteX13" fmla="*/ 1997242 w 2454442"/>
              <a:gd name="connsiteY13" fmla="*/ 1203158 h 1275963"/>
              <a:gd name="connsiteX14" fmla="*/ 2117558 w 2454442"/>
              <a:gd name="connsiteY14" fmla="*/ 1227221 h 1275963"/>
              <a:gd name="connsiteX15" fmla="*/ 2273969 w 2454442"/>
              <a:gd name="connsiteY15" fmla="*/ 1263316 h 1275963"/>
              <a:gd name="connsiteX16" fmla="*/ 2454442 w 2454442"/>
              <a:gd name="connsiteY16" fmla="*/ 1275348 h 1275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454442" h="1275963">
                <a:moveTo>
                  <a:pt x="0" y="0"/>
                </a:moveTo>
                <a:cubicBezTo>
                  <a:pt x="24063" y="8021"/>
                  <a:pt x="47318" y="19088"/>
                  <a:pt x="72190" y="24063"/>
                </a:cubicBezTo>
                <a:cubicBezTo>
                  <a:pt x="144784" y="38582"/>
                  <a:pt x="112948" y="29628"/>
                  <a:pt x="168442" y="48126"/>
                </a:cubicBezTo>
                <a:cubicBezTo>
                  <a:pt x="212558" y="62163"/>
                  <a:pt x="290764" y="90237"/>
                  <a:pt x="336885" y="108284"/>
                </a:cubicBezTo>
                <a:cubicBezTo>
                  <a:pt x="389022" y="132347"/>
                  <a:pt x="433138" y="156410"/>
                  <a:pt x="481264" y="192505"/>
                </a:cubicBezTo>
                <a:cubicBezTo>
                  <a:pt x="529390" y="228600"/>
                  <a:pt x="585537" y="284748"/>
                  <a:pt x="625642" y="324853"/>
                </a:cubicBezTo>
                <a:cubicBezTo>
                  <a:pt x="665747" y="364958"/>
                  <a:pt x="699837" y="411079"/>
                  <a:pt x="721895" y="433137"/>
                </a:cubicBezTo>
                <a:cubicBezTo>
                  <a:pt x="757990" y="467227"/>
                  <a:pt x="792079" y="487280"/>
                  <a:pt x="842211" y="529390"/>
                </a:cubicBezTo>
                <a:cubicBezTo>
                  <a:pt x="892343" y="571500"/>
                  <a:pt x="974559" y="651711"/>
                  <a:pt x="1022685" y="685800"/>
                </a:cubicBezTo>
                <a:cubicBezTo>
                  <a:pt x="1106906" y="737937"/>
                  <a:pt x="1281363" y="808121"/>
                  <a:pt x="1347537" y="842211"/>
                </a:cubicBezTo>
                <a:cubicBezTo>
                  <a:pt x="1441784" y="894348"/>
                  <a:pt x="1542048" y="968542"/>
                  <a:pt x="1588169" y="998621"/>
                </a:cubicBezTo>
                <a:cubicBezTo>
                  <a:pt x="1601460" y="1004317"/>
                  <a:pt x="1586164" y="1000626"/>
                  <a:pt x="1624264" y="1022684"/>
                </a:cubicBezTo>
                <a:cubicBezTo>
                  <a:pt x="1662364" y="1044742"/>
                  <a:pt x="1772653" y="1108911"/>
                  <a:pt x="1816769" y="1130969"/>
                </a:cubicBezTo>
                <a:cubicBezTo>
                  <a:pt x="1878932" y="1161048"/>
                  <a:pt x="1947111" y="1187116"/>
                  <a:pt x="1997242" y="1203158"/>
                </a:cubicBezTo>
                <a:cubicBezTo>
                  <a:pt x="2037094" y="1212355"/>
                  <a:pt x="2077215" y="1220497"/>
                  <a:pt x="2117558" y="1227221"/>
                </a:cubicBezTo>
                <a:cubicBezTo>
                  <a:pt x="2163679" y="1237247"/>
                  <a:pt x="2217822" y="1255295"/>
                  <a:pt x="2273969" y="1263316"/>
                </a:cubicBezTo>
                <a:cubicBezTo>
                  <a:pt x="2381467" y="1275963"/>
                  <a:pt x="2386818" y="1275348"/>
                  <a:pt x="2454442" y="1275348"/>
                </a:cubicBez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10800000" rev="0"/>
            </a:camera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pt-BR" sz="2000">
              <a:latin typeface="Nokia Sans Wide" pitchFamily="34" charset="0"/>
            </a:endParaRPr>
          </a:p>
        </p:txBody>
      </p:sp>
      <p:grpSp>
        <p:nvGrpSpPr>
          <p:cNvPr id="13" name="Grupo 49">
            <a:extLst>
              <a:ext uri="{FF2B5EF4-FFF2-40B4-BE49-F238E27FC236}">
                <a16:creationId xmlns:a16="http://schemas.microsoft.com/office/drawing/2014/main" id="{121DECE9-1208-04F6-C720-08AB3BAA103E}"/>
              </a:ext>
            </a:extLst>
          </p:cNvPr>
          <p:cNvGrpSpPr/>
          <p:nvPr/>
        </p:nvGrpSpPr>
        <p:grpSpPr>
          <a:xfrm>
            <a:off x="5070822" y="2117559"/>
            <a:ext cx="1410189" cy="1279165"/>
            <a:chOff x="3546821" y="2117558"/>
            <a:chExt cx="1410189" cy="1279165"/>
          </a:xfrm>
        </p:grpSpPr>
        <p:sp>
          <p:nvSpPr>
            <p:cNvPr id="14" name="Line 42">
              <a:extLst>
                <a:ext uri="{FF2B5EF4-FFF2-40B4-BE49-F238E27FC236}">
                  <a16:creationId xmlns:a16="http://schemas.microsoft.com/office/drawing/2014/main" id="{6B063585-6A88-CB02-4A70-3AB720D7B20B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3546821" y="2117558"/>
              <a:ext cx="2495" cy="1271145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Line 42">
              <a:extLst>
                <a:ext uri="{FF2B5EF4-FFF2-40B4-BE49-F238E27FC236}">
                  <a16:creationId xmlns:a16="http://schemas.microsoft.com/office/drawing/2014/main" id="{9BACEFF3-6F5F-E697-6D04-BA8D98259D92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3819537" y="2177715"/>
              <a:ext cx="6505" cy="1219008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Line 42">
              <a:extLst>
                <a:ext uri="{FF2B5EF4-FFF2-40B4-BE49-F238E27FC236}">
                  <a16:creationId xmlns:a16="http://schemas.microsoft.com/office/drawing/2014/main" id="{8B30774C-E51C-FE5F-6D99-EE3814D9DD0B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H="1" flipV="1">
              <a:off x="4114801" y="2358188"/>
              <a:ext cx="1516" cy="1034523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Line 42">
              <a:extLst>
                <a:ext uri="{FF2B5EF4-FFF2-40B4-BE49-F238E27FC236}">
                  <a16:creationId xmlns:a16="http://schemas.microsoft.com/office/drawing/2014/main" id="{43A7A30F-2580-6C94-F517-14F475CEE915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4381025" y="2622883"/>
              <a:ext cx="10501" cy="757791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Line 42">
              <a:extLst>
                <a:ext uri="{FF2B5EF4-FFF2-40B4-BE49-F238E27FC236}">
                  <a16:creationId xmlns:a16="http://schemas.microsoft.com/office/drawing/2014/main" id="{5EEE7278-7B83-3426-9745-F0C3A7A76BF0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4677804" y="2839452"/>
              <a:ext cx="2479" cy="537210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Line 42">
              <a:extLst>
                <a:ext uri="{FF2B5EF4-FFF2-40B4-BE49-F238E27FC236}">
                  <a16:creationId xmlns:a16="http://schemas.microsoft.com/office/drawing/2014/main" id="{2E8AFBF1-78F1-815D-3B34-3A3250D95DFE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4950521" y="2983830"/>
              <a:ext cx="6489" cy="400851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 dirty="0"/>
            </a:p>
          </p:txBody>
        </p:sp>
      </p:grpSp>
      <p:grpSp>
        <p:nvGrpSpPr>
          <p:cNvPr id="20" name="Grupo 50">
            <a:extLst>
              <a:ext uri="{FF2B5EF4-FFF2-40B4-BE49-F238E27FC236}">
                <a16:creationId xmlns:a16="http://schemas.microsoft.com/office/drawing/2014/main" id="{6599ECD9-B53E-7DA4-B9BB-B34370D7EF17}"/>
              </a:ext>
            </a:extLst>
          </p:cNvPr>
          <p:cNvGrpSpPr/>
          <p:nvPr/>
        </p:nvGrpSpPr>
        <p:grpSpPr>
          <a:xfrm>
            <a:off x="3671094" y="2149639"/>
            <a:ext cx="1410189" cy="1279165"/>
            <a:chOff x="3546821" y="2117558"/>
            <a:chExt cx="1410189" cy="1279165"/>
          </a:xfrm>
          <a:scene3d>
            <a:camera prst="orthographicFront">
              <a:rot lat="0" lon="10800000" rev="0"/>
            </a:camera>
            <a:lightRig rig="threePt" dir="t"/>
          </a:scene3d>
        </p:grpSpPr>
        <p:sp>
          <p:nvSpPr>
            <p:cNvPr id="21" name="Line 42">
              <a:extLst>
                <a:ext uri="{FF2B5EF4-FFF2-40B4-BE49-F238E27FC236}">
                  <a16:creationId xmlns:a16="http://schemas.microsoft.com/office/drawing/2014/main" id="{3E71B7CE-FFC1-40DC-9FC1-98E207C829AE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3546821" y="2117558"/>
              <a:ext cx="2495" cy="1271145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Line 42">
              <a:extLst>
                <a:ext uri="{FF2B5EF4-FFF2-40B4-BE49-F238E27FC236}">
                  <a16:creationId xmlns:a16="http://schemas.microsoft.com/office/drawing/2014/main" id="{F106D2BF-C795-381E-E774-D7A9783483CE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3819537" y="2177715"/>
              <a:ext cx="6505" cy="1219008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Line 42">
              <a:extLst>
                <a:ext uri="{FF2B5EF4-FFF2-40B4-BE49-F238E27FC236}">
                  <a16:creationId xmlns:a16="http://schemas.microsoft.com/office/drawing/2014/main" id="{5CCB9EBA-3C93-B449-B663-12AADFE26BB9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H="1" flipV="1">
              <a:off x="4114801" y="2358188"/>
              <a:ext cx="1516" cy="1034523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Line 42">
              <a:extLst>
                <a:ext uri="{FF2B5EF4-FFF2-40B4-BE49-F238E27FC236}">
                  <a16:creationId xmlns:a16="http://schemas.microsoft.com/office/drawing/2014/main" id="{A5A8446A-BB16-4981-8AC3-986BE53B9306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4381025" y="2622883"/>
              <a:ext cx="10501" cy="757791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Line 42">
              <a:extLst>
                <a:ext uri="{FF2B5EF4-FFF2-40B4-BE49-F238E27FC236}">
                  <a16:creationId xmlns:a16="http://schemas.microsoft.com/office/drawing/2014/main" id="{0AAF2030-112E-A3BA-B83D-36786F8065EB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4677804" y="2839452"/>
              <a:ext cx="2479" cy="537210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Line 42">
              <a:extLst>
                <a:ext uri="{FF2B5EF4-FFF2-40B4-BE49-F238E27FC236}">
                  <a16:creationId xmlns:a16="http://schemas.microsoft.com/office/drawing/2014/main" id="{81D179DF-E027-A722-ADD9-856B171FE19D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4950521" y="2983830"/>
              <a:ext cx="6489" cy="400851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 dirty="0"/>
            </a:p>
          </p:txBody>
        </p:sp>
      </p:grpSp>
      <p:graphicFrame>
        <p:nvGraphicFramePr>
          <p:cNvPr id="27" name="Object 5">
            <a:extLst>
              <a:ext uri="{FF2B5EF4-FFF2-40B4-BE49-F238E27FC236}">
                <a16:creationId xmlns:a16="http://schemas.microsoft.com/office/drawing/2014/main" id="{79018D53-C50D-A123-2597-1F1B2EA7B7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3870" y="3818941"/>
          <a:ext cx="403066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1955520" imgH="228600" progId="Equation.3">
                  <p:embed/>
                </p:oleObj>
              </mc:Choice>
              <mc:Fallback>
                <p:oleObj name="Equação" r:id="rId6" imgW="1955520" imgH="228600" progId="Equation.3">
                  <p:embed/>
                  <p:pic>
                    <p:nvPicPr>
                      <p:cNvPr id="3369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3870" y="3818941"/>
                        <a:ext cx="4030663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CaixaDeTexto 27">
            <a:extLst>
              <a:ext uri="{FF2B5EF4-FFF2-40B4-BE49-F238E27FC236}">
                <a16:creationId xmlns:a16="http://schemas.microsoft.com/office/drawing/2014/main" id="{F0788F8D-3813-C7A8-3568-938CDE09C457}"/>
              </a:ext>
            </a:extLst>
          </p:cNvPr>
          <p:cNvSpPr txBox="1"/>
          <p:nvPr/>
        </p:nvSpPr>
        <p:spPr>
          <a:xfrm>
            <a:off x="5648702" y="4680285"/>
            <a:ext cx="33031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Transformada de Fourier Discreta</a:t>
            </a:r>
          </a:p>
          <a:p>
            <a:pPr algn="ctr"/>
            <a:r>
              <a:rPr lang="pt-BR" dirty="0">
                <a:solidFill>
                  <a:srgbClr val="FF0000"/>
                </a:solidFill>
              </a:rPr>
              <a:t>(DFT)</a:t>
            </a:r>
          </a:p>
        </p:txBody>
      </p:sp>
    </p:spTree>
    <p:extLst>
      <p:ext uri="{BB962C8B-B14F-4D97-AF65-F5344CB8AC3E}">
        <p14:creationId xmlns:p14="http://schemas.microsoft.com/office/powerpoint/2010/main" val="898469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718FCE-17C9-D599-C5A9-D34711754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Transformada de Fourier Discreta (3)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4ABA1E06-0D73-69E5-CD13-3DAFD74C6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2403" y="1640712"/>
            <a:ext cx="8299450" cy="794084"/>
          </a:xfrm>
        </p:spPr>
        <p:txBody>
          <a:bodyPr>
            <a:normAutofit fontScale="25000" lnSpcReduction="20000"/>
          </a:bodyPr>
          <a:lstStyle/>
          <a:p>
            <a:r>
              <a:rPr lang="pt-BR" sz="7400" dirty="0"/>
              <a:t>Podemos mostrar que</a:t>
            </a:r>
          </a:p>
          <a:p>
            <a:r>
              <a:rPr lang="pt-BR" sz="7400" dirty="0">
                <a:cs typeface="Times New Roman" pitchFamily="18" charset="0"/>
              </a:rPr>
              <a:t>Ou seja, a DFT </a:t>
            </a:r>
            <a:r>
              <a:rPr lang="pt-BR" sz="7400" i="1" dirty="0" err="1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pt-BR" sz="7400" i="1" baseline="-25000" dirty="0" err="1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pt-BR" sz="7400" dirty="0">
                <a:cs typeface="Times New Roman" pitchFamily="18" charset="0"/>
              </a:rPr>
              <a:t> é periódica</a:t>
            </a:r>
          </a:p>
          <a:p>
            <a:pPr lvl="1"/>
            <a:r>
              <a:rPr lang="pt-BR" sz="7400" dirty="0">
                <a:cs typeface="Times New Roman" pitchFamily="18" charset="0"/>
              </a:rPr>
              <a:t>Só existem </a:t>
            </a:r>
            <a:r>
              <a:rPr lang="pt-BR" sz="7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t-BR" sz="7400" dirty="0">
                <a:cs typeface="Times New Roman" pitchFamily="18" charset="0"/>
              </a:rPr>
              <a:t> valores diferentes de </a:t>
            </a:r>
            <a:r>
              <a:rPr lang="pt-BR" sz="7400" i="1" dirty="0" err="1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pt-BR" sz="7400" i="1" baseline="-25000" dirty="0" err="1">
                <a:latin typeface="Times New Roman" pitchFamily="18" charset="0"/>
                <a:cs typeface="Times New Roman" pitchFamily="18" charset="0"/>
              </a:rPr>
              <a:t>k</a:t>
            </a:r>
            <a:endParaRPr lang="pt-BR" sz="7400" i="1" baseline="-25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pt-BR" dirty="0">
              <a:cs typeface="Times New Roman" pitchFamily="18" charset="0"/>
            </a:endParaRPr>
          </a:p>
          <a:p>
            <a:pPr lvl="1"/>
            <a:endParaRPr lang="pt-BR" dirty="0">
              <a:cs typeface="Times New Roman" pitchFamily="18" charset="0"/>
            </a:endParaRPr>
          </a:p>
          <a:p>
            <a:pPr lvl="1"/>
            <a:endParaRPr lang="pt-BR" dirty="0">
              <a:cs typeface="Times New Roman" pitchFamily="18" charset="0"/>
            </a:endParaRPr>
          </a:p>
          <a:p>
            <a:pPr lvl="1"/>
            <a:endParaRPr lang="pt-BR" dirty="0">
              <a:cs typeface="Times New Roman" pitchFamily="18" charset="0"/>
            </a:endParaRPr>
          </a:p>
          <a:p>
            <a:pPr lvl="1"/>
            <a:endParaRPr lang="pt-BR" dirty="0">
              <a:cs typeface="Times New Roman" pitchFamily="18" charset="0"/>
            </a:endParaRPr>
          </a:p>
          <a:p>
            <a:pPr lvl="1"/>
            <a:endParaRPr lang="pt-BR" dirty="0">
              <a:cs typeface="Times New Roman" pitchFamily="18" charset="0"/>
            </a:endParaRPr>
          </a:p>
          <a:p>
            <a:pPr lvl="1"/>
            <a:endParaRPr lang="pt-BR" dirty="0">
              <a:cs typeface="Times New Roman" pitchFamily="18" charset="0"/>
            </a:endParaRPr>
          </a:p>
          <a:p>
            <a:pPr lvl="1"/>
            <a:endParaRPr lang="pt-BR" dirty="0">
              <a:cs typeface="Times New Roman" pitchFamily="18" charset="0"/>
            </a:endParaRPr>
          </a:p>
          <a:p>
            <a:pPr lvl="1"/>
            <a:endParaRPr lang="pt-BR" dirty="0">
              <a:cs typeface="Times New Roman" pitchFamily="18" charset="0"/>
            </a:endParaRPr>
          </a:p>
          <a:p>
            <a:pPr lvl="1">
              <a:buNone/>
            </a:pPr>
            <a:endParaRPr lang="pt-BR" dirty="0">
              <a:cs typeface="Times New Roman" pitchFamily="18" charset="0"/>
            </a:endParaRPr>
          </a:p>
          <a:p>
            <a:pPr lvl="1"/>
            <a:endParaRPr lang="pt-BR" dirty="0">
              <a:cs typeface="Times New Roman" pitchFamily="18" charset="0"/>
            </a:endParaRPr>
          </a:p>
          <a:p>
            <a:pPr lvl="1"/>
            <a:endParaRPr lang="pt-BR" dirty="0">
              <a:cs typeface="Times New Roman" pitchFamily="18" charset="0"/>
            </a:endParaRPr>
          </a:p>
          <a:p>
            <a:pPr lvl="1"/>
            <a:endParaRPr lang="pt-BR" dirty="0">
              <a:cs typeface="Times New Roman" pitchFamily="18" charset="0"/>
            </a:endParaRPr>
          </a:p>
          <a:p>
            <a:pPr lvl="1"/>
            <a:endParaRPr lang="pt-BR" dirty="0">
              <a:cs typeface="Times New Roman" pitchFamily="18" charset="0"/>
            </a:endParaRPr>
          </a:p>
          <a:p>
            <a:pPr lvl="1"/>
            <a:endParaRPr lang="pt-BR" dirty="0">
              <a:cs typeface="Times New Roman" pitchFamily="18" charset="0"/>
            </a:endParaRPr>
          </a:p>
          <a:p>
            <a:endParaRPr lang="pt-BR" dirty="0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DA033FB4-D91A-4F49-5FFA-520E8855E3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98727" y="5281203"/>
            <a:ext cx="4833938" cy="1587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6" name="Text Box 12">
            <a:extLst>
              <a:ext uri="{FF2B5EF4-FFF2-40B4-BE49-F238E27FC236}">
                <a16:creationId xmlns:a16="http://schemas.microsoft.com/office/drawing/2014/main" id="{3B880ACE-2E5D-96DA-F6AA-460BD8BC6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2757" y="3566452"/>
            <a:ext cx="90805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 baseline="-25000" dirty="0">
                <a:latin typeface="Times New Roman" pitchFamily="18" charset="0"/>
              </a:rPr>
              <a:t> </a:t>
            </a:r>
            <a:r>
              <a:rPr lang="pt-BR" i="1" dirty="0">
                <a:latin typeface="Times New Roman" pitchFamily="18" charset="0"/>
              </a:rPr>
              <a:t>G</a:t>
            </a:r>
            <a:r>
              <a:rPr lang="pt-BR" dirty="0">
                <a:latin typeface="Times New Roman" pitchFamily="18" charset="0"/>
              </a:rPr>
              <a:t>(</a:t>
            </a:r>
            <a:r>
              <a:rPr lang="pt-BR" i="1" dirty="0">
                <a:latin typeface="Times New Roman" pitchFamily="18" charset="0"/>
              </a:rPr>
              <a:t> f </a:t>
            </a:r>
            <a:r>
              <a:rPr lang="pt-BR" dirty="0">
                <a:latin typeface="Times New Roman" pitchFamily="18" charset="0"/>
              </a:rPr>
              <a:t>)</a:t>
            </a:r>
            <a:endParaRPr lang="pt-BR" i="1" dirty="0">
              <a:latin typeface="Times New Roman" pitchFamily="18" charset="0"/>
            </a:endParaRPr>
          </a:p>
        </p:txBody>
      </p:sp>
      <p:sp>
        <p:nvSpPr>
          <p:cNvPr id="7" name="Line 14">
            <a:extLst>
              <a:ext uri="{FF2B5EF4-FFF2-40B4-BE49-F238E27FC236}">
                <a16:creationId xmlns:a16="http://schemas.microsoft.com/office/drawing/2014/main" id="{F4928D54-C6BC-B0FA-B487-D2E0E0693299}"/>
              </a:ext>
            </a:extLst>
          </p:cNvPr>
          <p:cNvSpPr>
            <a:spLocks noChangeShapeType="1"/>
          </p:cNvSpPr>
          <p:nvPr/>
        </p:nvSpPr>
        <p:spPr bwMode="auto">
          <a:xfrm>
            <a:off x="8499302" y="5470114"/>
            <a:ext cx="23495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stealth" w="sm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8" name="Text Box 15">
            <a:extLst>
              <a:ext uri="{FF2B5EF4-FFF2-40B4-BE49-F238E27FC236}">
                <a16:creationId xmlns:a16="http://schemas.microsoft.com/office/drawing/2014/main" id="{270DF97E-D5CD-C4AE-0EE5-6041AC46B3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965" y="5365173"/>
            <a:ext cx="2921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>
                <a:latin typeface="Times New Roman" pitchFamily="18" charset="0"/>
              </a:rPr>
              <a:t>0</a:t>
            </a:r>
          </a:p>
        </p:txBody>
      </p:sp>
      <p:sp>
        <p:nvSpPr>
          <p:cNvPr id="9" name="Line 16">
            <a:extLst>
              <a:ext uri="{FF2B5EF4-FFF2-40B4-BE49-F238E27FC236}">
                <a16:creationId xmlns:a16="http://schemas.microsoft.com/office/drawing/2014/main" id="{EA202CEF-ADF3-7184-F600-E9709DC3C55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06952" y="3628614"/>
            <a:ext cx="0" cy="170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10" name="Line 59">
            <a:extLst>
              <a:ext uri="{FF2B5EF4-FFF2-40B4-BE49-F238E27FC236}">
                <a16:creationId xmlns:a16="http://schemas.microsoft.com/office/drawing/2014/main" id="{135E15B9-A053-F24D-D4BE-A79D52AABA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80320" y="5286279"/>
            <a:ext cx="8795084" cy="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11" name="Forma livre 40">
            <a:extLst>
              <a:ext uri="{FF2B5EF4-FFF2-40B4-BE49-F238E27FC236}">
                <a16:creationId xmlns:a16="http://schemas.microsoft.com/office/drawing/2014/main" id="{DD045D1D-8C86-5CB0-8A9A-6FD7C63C7173}"/>
              </a:ext>
            </a:extLst>
          </p:cNvPr>
          <p:cNvSpPr/>
          <p:nvPr/>
        </p:nvSpPr>
        <p:spPr bwMode="auto">
          <a:xfrm>
            <a:off x="6207987" y="3974868"/>
            <a:ext cx="2454442" cy="1275963"/>
          </a:xfrm>
          <a:custGeom>
            <a:avLst/>
            <a:gdLst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204537 w 2454442"/>
              <a:gd name="connsiteY3" fmla="*/ 72190 h 1275963"/>
              <a:gd name="connsiteX4" fmla="*/ 252664 w 2454442"/>
              <a:gd name="connsiteY4" fmla="*/ 84221 h 1275963"/>
              <a:gd name="connsiteX5" fmla="*/ 288758 w 2454442"/>
              <a:gd name="connsiteY5" fmla="*/ 96253 h 1275963"/>
              <a:gd name="connsiteX6" fmla="*/ 336885 w 2454442"/>
              <a:gd name="connsiteY6" fmla="*/ 108284 h 1275963"/>
              <a:gd name="connsiteX7" fmla="*/ 409074 w 2454442"/>
              <a:gd name="connsiteY7" fmla="*/ 144379 h 1275963"/>
              <a:gd name="connsiteX8" fmla="*/ 445169 w 2454442"/>
              <a:gd name="connsiteY8" fmla="*/ 156411 h 1275963"/>
              <a:gd name="connsiteX9" fmla="*/ 481264 w 2454442"/>
              <a:gd name="connsiteY9" fmla="*/ 192505 h 1275963"/>
              <a:gd name="connsiteX10" fmla="*/ 517358 w 2454442"/>
              <a:gd name="connsiteY10" fmla="*/ 216569 h 1275963"/>
              <a:gd name="connsiteX11" fmla="*/ 625642 w 2454442"/>
              <a:gd name="connsiteY11" fmla="*/ 324853 h 1275963"/>
              <a:gd name="connsiteX12" fmla="*/ 661737 w 2454442"/>
              <a:gd name="connsiteY12" fmla="*/ 360948 h 1275963"/>
              <a:gd name="connsiteX13" fmla="*/ 697832 w 2454442"/>
              <a:gd name="connsiteY13" fmla="*/ 397042 h 1275963"/>
              <a:gd name="connsiteX14" fmla="*/ 721895 w 2454442"/>
              <a:gd name="connsiteY14" fmla="*/ 433137 h 1275963"/>
              <a:gd name="connsiteX15" fmla="*/ 757990 w 2454442"/>
              <a:gd name="connsiteY15" fmla="*/ 457200 h 1275963"/>
              <a:gd name="connsiteX16" fmla="*/ 842211 w 2454442"/>
              <a:gd name="connsiteY16" fmla="*/ 529390 h 1275963"/>
              <a:gd name="connsiteX17" fmla="*/ 890337 w 2454442"/>
              <a:gd name="connsiteY17" fmla="*/ 589548 h 1275963"/>
              <a:gd name="connsiteX18" fmla="*/ 926432 w 2454442"/>
              <a:gd name="connsiteY18" fmla="*/ 613611 h 1275963"/>
              <a:gd name="connsiteX19" fmla="*/ 1022685 w 2454442"/>
              <a:gd name="connsiteY19" fmla="*/ 685800 h 1275963"/>
              <a:gd name="connsiteX20" fmla="*/ 1130969 w 2454442"/>
              <a:gd name="connsiteY20" fmla="*/ 733926 h 1275963"/>
              <a:gd name="connsiteX21" fmla="*/ 1167064 w 2454442"/>
              <a:gd name="connsiteY21" fmla="*/ 745958 h 1275963"/>
              <a:gd name="connsiteX22" fmla="*/ 1239253 w 2454442"/>
              <a:gd name="connsiteY22" fmla="*/ 794084 h 1275963"/>
              <a:gd name="connsiteX23" fmla="*/ 1275348 w 2454442"/>
              <a:gd name="connsiteY23" fmla="*/ 806116 h 1275963"/>
              <a:gd name="connsiteX24" fmla="*/ 1311442 w 2454442"/>
              <a:gd name="connsiteY24" fmla="*/ 830179 h 1275963"/>
              <a:gd name="connsiteX25" fmla="*/ 1347537 w 2454442"/>
              <a:gd name="connsiteY25" fmla="*/ 842211 h 1275963"/>
              <a:gd name="connsiteX26" fmla="*/ 1419727 w 2454442"/>
              <a:gd name="connsiteY26" fmla="*/ 890337 h 1275963"/>
              <a:gd name="connsiteX27" fmla="*/ 1455821 w 2454442"/>
              <a:gd name="connsiteY27" fmla="*/ 914400 h 1275963"/>
              <a:gd name="connsiteX28" fmla="*/ 1479885 w 2454442"/>
              <a:gd name="connsiteY28" fmla="*/ 938463 h 1275963"/>
              <a:gd name="connsiteX29" fmla="*/ 1515979 w 2454442"/>
              <a:gd name="connsiteY29" fmla="*/ 950495 h 1275963"/>
              <a:gd name="connsiteX30" fmla="*/ 1588169 w 2454442"/>
              <a:gd name="connsiteY30" fmla="*/ 998621 h 1275963"/>
              <a:gd name="connsiteX31" fmla="*/ 1624264 w 2454442"/>
              <a:gd name="connsiteY31" fmla="*/ 1022684 h 1275963"/>
              <a:gd name="connsiteX32" fmla="*/ 1660358 w 2454442"/>
              <a:gd name="connsiteY32" fmla="*/ 1034716 h 1275963"/>
              <a:gd name="connsiteX33" fmla="*/ 1732548 w 2454442"/>
              <a:gd name="connsiteY33" fmla="*/ 1070811 h 1275963"/>
              <a:gd name="connsiteX34" fmla="*/ 1816769 w 2454442"/>
              <a:gd name="connsiteY34" fmla="*/ 1130969 h 1275963"/>
              <a:gd name="connsiteX35" fmla="*/ 1888958 w 2454442"/>
              <a:gd name="connsiteY35" fmla="*/ 1155032 h 1275963"/>
              <a:gd name="connsiteX36" fmla="*/ 1925053 w 2454442"/>
              <a:gd name="connsiteY36" fmla="*/ 1167063 h 1275963"/>
              <a:gd name="connsiteX37" fmla="*/ 1961148 w 2454442"/>
              <a:gd name="connsiteY37" fmla="*/ 1191126 h 1275963"/>
              <a:gd name="connsiteX38" fmla="*/ 1997242 w 2454442"/>
              <a:gd name="connsiteY38" fmla="*/ 1203158 h 1275963"/>
              <a:gd name="connsiteX39" fmla="*/ 2117558 w 2454442"/>
              <a:gd name="connsiteY39" fmla="*/ 1227221 h 1275963"/>
              <a:gd name="connsiteX40" fmla="*/ 2189748 w 2454442"/>
              <a:gd name="connsiteY40" fmla="*/ 1239253 h 1275963"/>
              <a:gd name="connsiteX41" fmla="*/ 2273969 w 2454442"/>
              <a:gd name="connsiteY41" fmla="*/ 1263316 h 1275963"/>
              <a:gd name="connsiteX42" fmla="*/ 2454442 w 2454442"/>
              <a:gd name="connsiteY42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204537 w 2454442"/>
              <a:gd name="connsiteY3" fmla="*/ 72190 h 1275963"/>
              <a:gd name="connsiteX4" fmla="*/ 252664 w 2454442"/>
              <a:gd name="connsiteY4" fmla="*/ 84221 h 1275963"/>
              <a:gd name="connsiteX5" fmla="*/ 336885 w 2454442"/>
              <a:gd name="connsiteY5" fmla="*/ 108284 h 1275963"/>
              <a:gd name="connsiteX6" fmla="*/ 409074 w 2454442"/>
              <a:gd name="connsiteY6" fmla="*/ 144379 h 1275963"/>
              <a:gd name="connsiteX7" fmla="*/ 445169 w 2454442"/>
              <a:gd name="connsiteY7" fmla="*/ 156411 h 1275963"/>
              <a:gd name="connsiteX8" fmla="*/ 481264 w 2454442"/>
              <a:gd name="connsiteY8" fmla="*/ 192505 h 1275963"/>
              <a:gd name="connsiteX9" fmla="*/ 517358 w 2454442"/>
              <a:gd name="connsiteY9" fmla="*/ 216569 h 1275963"/>
              <a:gd name="connsiteX10" fmla="*/ 625642 w 2454442"/>
              <a:gd name="connsiteY10" fmla="*/ 324853 h 1275963"/>
              <a:gd name="connsiteX11" fmla="*/ 661737 w 2454442"/>
              <a:gd name="connsiteY11" fmla="*/ 360948 h 1275963"/>
              <a:gd name="connsiteX12" fmla="*/ 697832 w 2454442"/>
              <a:gd name="connsiteY12" fmla="*/ 397042 h 1275963"/>
              <a:gd name="connsiteX13" fmla="*/ 721895 w 2454442"/>
              <a:gd name="connsiteY13" fmla="*/ 433137 h 1275963"/>
              <a:gd name="connsiteX14" fmla="*/ 757990 w 2454442"/>
              <a:gd name="connsiteY14" fmla="*/ 457200 h 1275963"/>
              <a:gd name="connsiteX15" fmla="*/ 842211 w 2454442"/>
              <a:gd name="connsiteY15" fmla="*/ 529390 h 1275963"/>
              <a:gd name="connsiteX16" fmla="*/ 890337 w 2454442"/>
              <a:gd name="connsiteY16" fmla="*/ 589548 h 1275963"/>
              <a:gd name="connsiteX17" fmla="*/ 926432 w 2454442"/>
              <a:gd name="connsiteY17" fmla="*/ 613611 h 1275963"/>
              <a:gd name="connsiteX18" fmla="*/ 1022685 w 2454442"/>
              <a:gd name="connsiteY18" fmla="*/ 685800 h 1275963"/>
              <a:gd name="connsiteX19" fmla="*/ 1130969 w 2454442"/>
              <a:gd name="connsiteY19" fmla="*/ 733926 h 1275963"/>
              <a:gd name="connsiteX20" fmla="*/ 1167064 w 2454442"/>
              <a:gd name="connsiteY20" fmla="*/ 745958 h 1275963"/>
              <a:gd name="connsiteX21" fmla="*/ 1239253 w 2454442"/>
              <a:gd name="connsiteY21" fmla="*/ 794084 h 1275963"/>
              <a:gd name="connsiteX22" fmla="*/ 1275348 w 2454442"/>
              <a:gd name="connsiteY22" fmla="*/ 806116 h 1275963"/>
              <a:gd name="connsiteX23" fmla="*/ 1311442 w 2454442"/>
              <a:gd name="connsiteY23" fmla="*/ 830179 h 1275963"/>
              <a:gd name="connsiteX24" fmla="*/ 1347537 w 2454442"/>
              <a:gd name="connsiteY24" fmla="*/ 842211 h 1275963"/>
              <a:gd name="connsiteX25" fmla="*/ 1419727 w 2454442"/>
              <a:gd name="connsiteY25" fmla="*/ 890337 h 1275963"/>
              <a:gd name="connsiteX26" fmla="*/ 1455821 w 2454442"/>
              <a:gd name="connsiteY26" fmla="*/ 914400 h 1275963"/>
              <a:gd name="connsiteX27" fmla="*/ 1479885 w 2454442"/>
              <a:gd name="connsiteY27" fmla="*/ 938463 h 1275963"/>
              <a:gd name="connsiteX28" fmla="*/ 1515979 w 2454442"/>
              <a:gd name="connsiteY28" fmla="*/ 950495 h 1275963"/>
              <a:gd name="connsiteX29" fmla="*/ 1588169 w 2454442"/>
              <a:gd name="connsiteY29" fmla="*/ 998621 h 1275963"/>
              <a:gd name="connsiteX30" fmla="*/ 1624264 w 2454442"/>
              <a:gd name="connsiteY30" fmla="*/ 1022684 h 1275963"/>
              <a:gd name="connsiteX31" fmla="*/ 1660358 w 2454442"/>
              <a:gd name="connsiteY31" fmla="*/ 1034716 h 1275963"/>
              <a:gd name="connsiteX32" fmla="*/ 1732548 w 2454442"/>
              <a:gd name="connsiteY32" fmla="*/ 1070811 h 1275963"/>
              <a:gd name="connsiteX33" fmla="*/ 1816769 w 2454442"/>
              <a:gd name="connsiteY33" fmla="*/ 1130969 h 1275963"/>
              <a:gd name="connsiteX34" fmla="*/ 1888958 w 2454442"/>
              <a:gd name="connsiteY34" fmla="*/ 1155032 h 1275963"/>
              <a:gd name="connsiteX35" fmla="*/ 1925053 w 2454442"/>
              <a:gd name="connsiteY35" fmla="*/ 1167063 h 1275963"/>
              <a:gd name="connsiteX36" fmla="*/ 1961148 w 2454442"/>
              <a:gd name="connsiteY36" fmla="*/ 1191126 h 1275963"/>
              <a:gd name="connsiteX37" fmla="*/ 1997242 w 2454442"/>
              <a:gd name="connsiteY37" fmla="*/ 1203158 h 1275963"/>
              <a:gd name="connsiteX38" fmla="*/ 2117558 w 2454442"/>
              <a:gd name="connsiteY38" fmla="*/ 1227221 h 1275963"/>
              <a:gd name="connsiteX39" fmla="*/ 2189748 w 2454442"/>
              <a:gd name="connsiteY39" fmla="*/ 1239253 h 1275963"/>
              <a:gd name="connsiteX40" fmla="*/ 2273969 w 2454442"/>
              <a:gd name="connsiteY40" fmla="*/ 1263316 h 1275963"/>
              <a:gd name="connsiteX41" fmla="*/ 2454442 w 2454442"/>
              <a:gd name="connsiteY41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204537 w 2454442"/>
              <a:gd name="connsiteY3" fmla="*/ 72190 h 1275963"/>
              <a:gd name="connsiteX4" fmla="*/ 252664 w 2454442"/>
              <a:gd name="connsiteY4" fmla="*/ 84221 h 1275963"/>
              <a:gd name="connsiteX5" fmla="*/ 336885 w 2454442"/>
              <a:gd name="connsiteY5" fmla="*/ 108284 h 1275963"/>
              <a:gd name="connsiteX6" fmla="*/ 445169 w 2454442"/>
              <a:gd name="connsiteY6" fmla="*/ 156411 h 1275963"/>
              <a:gd name="connsiteX7" fmla="*/ 481264 w 2454442"/>
              <a:gd name="connsiteY7" fmla="*/ 192505 h 1275963"/>
              <a:gd name="connsiteX8" fmla="*/ 517358 w 2454442"/>
              <a:gd name="connsiteY8" fmla="*/ 216569 h 1275963"/>
              <a:gd name="connsiteX9" fmla="*/ 625642 w 2454442"/>
              <a:gd name="connsiteY9" fmla="*/ 324853 h 1275963"/>
              <a:gd name="connsiteX10" fmla="*/ 661737 w 2454442"/>
              <a:gd name="connsiteY10" fmla="*/ 360948 h 1275963"/>
              <a:gd name="connsiteX11" fmla="*/ 697832 w 2454442"/>
              <a:gd name="connsiteY11" fmla="*/ 397042 h 1275963"/>
              <a:gd name="connsiteX12" fmla="*/ 721895 w 2454442"/>
              <a:gd name="connsiteY12" fmla="*/ 433137 h 1275963"/>
              <a:gd name="connsiteX13" fmla="*/ 757990 w 2454442"/>
              <a:gd name="connsiteY13" fmla="*/ 457200 h 1275963"/>
              <a:gd name="connsiteX14" fmla="*/ 842211 w 2454442"/>
              <a:gd name="connsiteY14" fmla="*/ 529390 h 1275963"/>
              <a:gd name="connsiteX15" fmla="*/ 890337 w 2454442"/>
              <a:gd name="connsiteY15" fmla="*/ 589548 h 1275963"/>
              <a:gd name="connsiteX16" fmla="*/ 926432 w 2454442"/>
              <a:gd name="connsiteY16" fmla="*/ 613611 h 1275963"/>
              <a:gd name="connsiteX17" fmla="*/ 1022685 w 2454442"/>
              <a:gd name="connsiteY17" fmla="*/ 685800 h 1275963"/>
              <a:gd name="connsiteX18" fmla="*/ 1130969 w 2454442"/>
              <a:gd name="connsiteY18" fmla="*/ 733926 h 1275963"/>
              <a:gd name="connsiteX19" fmla="*/ 1167064 w 2454442"/>
              <a:gd name="connsiteY19" fmla="*/ 745958 h 1275963"/>
              <a:gd name="connsiteX20" fmla="*/ 1239253 w 2454442"/>
              <a:gd name="connsiteY20" fmla="*/ 794084 h 1275963"/>
              <a:gd name="connsiteX21" fmla="*/ 1275348 w 2454442"/>
              <a:gd name="connsiteY21" fmla="*/ 806116 h 1275963"/>
              <a:gd name="connsiteX22" fmla="*/ 1311442 w 2454442"/>
              <a:gd name="connsiteY22" fmla="*/ 830179 h 1275963"/>
              <a:gd name="connsiteX23" fmla="*/ 1347537 w 2454442"/>
              <a:gd name="connsiteY23" fmla="*/ 842211 h 1275963"/>
              <a:gd name="connsiteX24" fmla="*/ 1419727 w 2454442"/>
              <a:gd name="connsiteY24" fmla="*/ 890337 h 1275963"/>
              <a:gd name="connsiteX25" fmla="*/ 1455821 w 2454442"/>
              <a:gd name="connsiteY25" fmla="*/ 914400 h 1275963"/>
              <a:gd name="connsiteX26" fmla="*/ 1479885 w 2454442"/>
              <a:gd name="connsiteY26" fmla="*/ 938463 h 1275963"/>
              <a:gd name="connsiteX27" fmla="*/ 1515979 w 2454442"/>
              <a:gd name="connsiteY27" fmla="*/ 950495 h 1275963"/>
              <a:gd name="connsiteX28" fmla="*/ 1588169 w 2454442"/>
              <a:gd name="connsiteY28" fmla="*/ 998621 h 1275963"/>
              <a:gd name="connsiteX29" fmla="*/ 1624264 w 2454442"/>
              <a:gd name="connsiteY29" fmla="*/ 1022684 h 1275963"/>
              <a:gd name="connsiteX30" fmla="*/ 1660358 w 2454442"/>
              <a:gd name="connsiteY30" fmla="*/ 1034716 h 1275963"/>
              <a:gd name="connsiteX31" fmla="*/ 1732548 w 2454442"/>
              <a:gd name="connsiteY31" fmla="*/ 1070811 h 1275963"/>
              <a:gd name="connsiteX32" fmla="*/ 1816769 w 2454442"/>
              <a:gd name="connsiteY32" fmla="*/ 1130969 h 1275963"/>
              <a:gd name="connsiteX33" fmla="*/ 1888958 w 2454442"/>
              <a:gd name="connsiteY33" fmla="*/ 1155032 h 1275963"/>
              <a:gd name="connsiteX34" fmla="*/ 1925053 w 2454442"/>
              <a:gd name="connsiteY34" fmla="*/ 1167063 h 1275963"/>
              <a:gd name="connsiteX35" fmla="*/ 1961148 w 2454442"/>
              <a:gd name="connsiteY35" fmla="*/ 1191126 h 1275963"/>
              <a:gd name="connsiteX36" fmla="*/ 1997242 w 2454442"/>
              <a:gd name="connsiteY36" fmla="*/ 1203158 h 1275963"/>
              <a:gd name="connsiteX37" fmla="*/ 2117558 w 2454442"/>
              <a:gd name="connsiteY37" fmla="*/ 1227221 h 1275963"/>
              <a:gd name="connsiteX38" fmla="*/ 2189748 w 2454442"/>
              <a:gd name="connsiteY38" fmla="*/ 1239253 h 1275963"/>
              <a:gd name="connsiteX39" fmla="*/ 2273969 w 2454442"/>
              <a:gd name="connsiteY39" fmla="*/ 1263316 h 1275963"/>
              <a:gd name="connsiteX40" fmla="*/ 2454442 w 2454442"/>
              <a:gd name="connsiteY40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252664 w 2454442"/>
              <a:gd name="connsiteY3" fmla="*/ 84221 h 1275963"/>
              <a:gd name="connsiteX4" fmla="*/ 336885 w 2454442"/>
              <a:gd name="connsiteY4" fmla="*/ 108284 h 1275963"/>
              <a:gd name="connsiteX5" fmla="*/ 445169 w 2454442"/>
              <a:gd name="connsiteY5" fmla="*/ 156411 h 1275963"/>
              <a:gd name="connsiteX6" fmla="*/ 481264 w 2454442"/>
              <a:gd name="connsiteY6" fmla="*/ 192505 h 1275963"/>
              <a:gd name="connsiteX7" fmla="*/ 517358 w 2454442"/>
              <a:gd name="connsiteY7" fmla="*/ 216569 h 1275963"/>
              <a:gd name="connsiteX8" fmla="*/ 625642 w 2454442"/>
              <a:gd name="connsiteY8" fmla="*/ 324853 h 1275963"/>
              <a:gd name="connsiteX9" fmla="*/ 661737 w 2454442"/>
              <a:gd name="connsiteY9" fmla="*/ 360948 h 1275963"/>
              <a:gd name="connsiteX10" fmla="*/ 697832 w 2454442"/>
              <a:gd name="connsiteY10" fmla="*/ 397042 h 1275963"/>
              <a:gd name="connsiteX11" fmla="*/ 721895 w 2454442"/>
              <a:gd name="connsiteY11" fmla="*/ 433137 h 1275963"/>
              <a:gd name="connsiteX12" fmla="*/ 757990 w 2454442"/>
              <a:gd name="connsiteY12" fmla="*/ 457200 h 1275963"/>
              <a:gd name="connsiteX13" fmla="*/ 842211 w 2454442"/>
              <a:gd name="connsiteY13" fmla="*/ 529390 h 1275963"/>
              <a:gd name="connsiteX14" fmla="*/ 890337 w 2454442"/>
              <a:gd name="connsiteY14" fmla="*/ 589548 h 1275963"/>
              <a:gd name="connsiteX15" fmla="*/ 926432 w 2454442"/>
              <a:gd name="connsiteY15" fmla="*/ 613611 h 1275963"/>
              <a:gd name="connsiteX16" fmla="*/ 1022685 w 2454442"/>
              <a:gd name="connsiteY16" fmla="*/ 685800 h 1275963"/>
              <a:gd name="connsiteX17" fmla="*/ 1130969 w 2454442"/>
              <a:gd name="connsiteY17" fmla="*/ 733926 h 1275963"/>
              <a:gd name="connsiteX18" fmla="*/ 1167064 w 2454442"/>
              <a:gd name="connsiteY18" fmla="*/ 745958 h 1275963"/>
              <a:gd name="connsiteX19" fmla="*/ 1239253 w 2454442"/>
              <a:gd name="connsiteY19" fmla="*/ 794084 h 1275963"/>
              <a:gd name="connsiteX20" fmla="*/ 1275348 w 2454442"/>
              <a:gd name="connsiteY20" fmla="*/ 806116 h 1275963"/>
              <a:gd name="connsiteX21" fmla="*/ 1311442 w 2454442"/>
              <a:gd name="connsiteY21" fmla="*/ 830179 h 1275963"/>
              <a:gd name="connsiteX22" fmla="*/ 1347537 w 2454442"/>
              <a:gd name="connsiteY22" fmla="*/ 842211 h 1275963"/>
              <a:gd name="connsiteX23" fmla="*/ 1419727 w 2454442"/>
              <a:gd name="connsiteY23" fmla="*/ 890337 h 1275963"/>
              <a:gd name="connsiteX24" fmla="*/ 1455821 w 2454442"/>
              <a:gd name="connsiteY24" fmla="*/ 914400 h 1275963"/>
              <a:gd name="connsiteX25" fmla="*/ 1479885 w 2454442"/>
              <a:gd name="connsiteY25" fmla="*/ 938463 h 1275963"/>
              <a:gd name="connsiteX26" fmla="*/ 1515979 w 2454442"/>
              <a:gd name="connsiteY26" fmla="*/ 950495 h 1275963"/>
              <a:gd name="connsiteX27" fmla="*/ 1588169 w 2454442"/>
              <a:gd name="connsiteY27" fmla="*/ 998621 h 1275963"/>
              <a:gd name="connsiteX28" fmla="*/ 1624264 w 2454442"/>
              <a:gd name="connsiteY28" fmla="*/ 1022684 h 1275963"/>
              <a:gd name="connsiteX29" fmla="*/ 1660358 w 2454442"/>
              <a:gd name="connsiteY29" fmla="*/ 1034716 h 1275963"/>
              <a:gd name="connsiteX30" fmla="*/ 1732548 w 2454442"/>
              <a:gd name="connsiteY30" fmla="*/ 1070811 h 1275963"/>
              <a:gd name="connsiteX31" fmla="*/ 1816769 w 2454442"/>
              <a:gd name="connsiteY31" fmla="*/ 1130969 h 1275963"/>
              <a:gd name="connsiteX32" fmla="*/ 1888958 w 2454442"/>
              <a:gd name="connsiteY32" fmla="*/ 1155032 h 1275963"/>
              <a:gd name="connsiteX33" fmla="*/ 1925053 w 2454442"/>
              <a:gd name="connsiteY33" fmla="*/ 1167063 h 1275963"/>
              <a:gd name="connsiteX34" fmla="*/ 1961148 w 2454442"/>
              <a:gd name="connsiteY34" fmla="*/ 1191126 h 1275963"/>
              <a:gd name="connsiteX35" fmla="*/ 1997242 w 2454442"/>
              <a:gd name="connsiteY35" fmla="*/ 1203158 h 1275963"/>
              <a:gd name="connsiteX36" fmla="*/ 2117558 w 2454442"/>
              <a:gd name="connsiteY36" fmla="*/ 1227221 h 1275963"/>
              <a:gd name="connsiteX37" fmla="*/ 2189748 w 2454442"/>
              <a:gd name="connsiteY37" fmla="*/ 1239253 h 1275963"/>
              <a:gd name="connsiteX38" fmla="*/ 2273969 w 2454442"/>
              <a:gd name="connsiteY38" fmla="*/ 1263316 h 1275963"/>
              <a:gd name="connsiteX39" fmla="*/ 2454442 w 2454442"/>
              <a:gd name="connsiteY39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517358 w 2454442"/>
              <a:gd name="connsiteY6" fmla="*/ 216569 h 1275963"/>
              <a:gd name="connsiteX7" fmla="*/ 625642 w 2454442"/>
              <a:gd name="connsiteY7" fmla="*/ 324853 h 1275963"/>
              <a:gd name="connsiteX8" fmla="*/ 661737 w 2454442"/>
              <a:gd name="connsiteY8" fmla="*/ 360948 h 1275963"/>
              <a:gd name="connsiteX9" fmla="*/ 697832 w 2454442"/>
              <a:gd name="connsiteY9" fmla="*/ 397042 h 1275963"/>
              <a:gd name="connsiteX10" fmla="*/ 721895 w 2454442"/>
              <a:gd name="connsiteY10" fmla="*/ 433137 h 1275963"/>
              <a:gd name="connsiteX11" fmla="*/ 757990 w 2454442"/>
              <a:gd name="connsiteY11" fmla="*/ 457200 h 1275963"/>
              <a:gd name="connsiteX12" fmla="*/ 842211 w 2454442"/>
              <a:gd name="connsiteY12" fmla="*/ 529390 h 1275963"/>
              <a:gd name="connsiteX13" fmla="*/ 890337 w 2454442"/>
              <a:gd name="connsiteY13" fmla="*/ 589548 h 1275963"/>
              <a:gd name="connsiteX14" fmla="*/ 926432 w 2454442"/>
              <a:gd name="connsiteY14" fmla="*/ 613611 h 1275963"/>
              <a:gd name="connsiteX15" fmla="*/ 1022685 w 2454442"/>
              <a:gd name="connsiteY15" fmla="*/ 685800 h 1275963"/>
              <a:gd name="connsiteX16" fmla="*/ 1130969 w 2454442"/>
              <a:gd name="connsiteY16" fmla="*/ 733926 h 1275963"/>
              <a:gd name="connsiteX17" fmla="*/ 1167064 w 2454442"/>
              <a:gd name="connsiteY17" fmla="*/ 745958 h 1275963"/>
              <a:gd name="connsiteX18" fmla="*/ 1239253 w 2454442"/>
              <a:gd name="connsiteY18" fmla="*/ 794084 h 1275963"/>
              <a:gd name="connsiteX19" fmla="*/ 1275348 w 2454442"/>
              <a:gd name="connsiteY19" fmla="*/ 806116 h 1275963"/>
              <a:gd name="connsiteX20" fmla="*/ 1311442 w 2454442"/>
              <a:gd name="connsiteY20" fmla="*/ 830179 h 1275963"/>
              <a:gd name="connsiteX21" fmla="*/ 1347537 w 2454442"/>
              <a:gd name="connsiteY21" fmla="*/ 842211 h 1275963"/>
              <a:gd name="connsiteX22" fmla="*/ 1419727 w 2454442"/>
              <a:gd name="connsiteY22" fmla="*/ 890337 h 1275963"/>
              <a:gd name="connsiteX23" fmla="*/ 1455821 w 2454442"/>
              <a:gd name="connsiteY23" fmla="*/ 914400 h 1275963"/>
              <a:gd name="connsiteX24" fmla="*/ 1479885 w 2454442"/>
              <a:gd name="connsiteY24" fmla="*/ 938463 h 1275963"/>
              <a:gd name="connsiteX25" fmla="*/ 1515979 w 2454442"/>
              <a:gd name="connsiteY25" fmla="*/ 950495 h 1275963"/>
              <a:gd name="connsiteX26" fmla="*/ 1588169 w 2454442"/>
              <a:gd name="connsiteY26" fmla="*/ 998621 h 1275963"/>
              <a:gd name="connsiteX27" fmla="*/ 1624264 w 2454442"/>
              <a:gd name="connsiteY27" fmla="*/ 1022684 h 1275963"/>
              <a:gd name="connsiteX28" fmla="*/ 1660358 w 2454442"/>
              <a:gd name="connsiteY28" fmla="*/ 1034716 h 1275963"/>
              <a:gd name="connsiteX29" fmla="*/ 1732548 w 2454442"/>
              <a:gd name="connsiteY29" fmla="*/ 1070811 h 1275963"/>
              <a:gd name="connsiteX30" fmla="*/ 1816769 w 2454442"/>
              <a:gd name="connsiteY30" fmla="*/ 1130969 h 1275963"/>
              <a:gd name="connsiteX31" fmla="*/ 1888958 w 2454442"/>
              <a:gd name="connsiteY31" fmla="*/ 1155032 h 1275963"/>
              <a:gd name="connsiteX32" fmla="*/ 1925053 w 2454442"/>
              <a:gd name="connsiteY32" fmla="*/ 1167063 h 1275963"/>
              <a:gd name="connsiteX33" fmla="*/ 1961148 w 2454442"/>
              <a:gd name="connsiteY33" fmla="*/ 1191126 h 1275963"/>
              <a:gd name="connsiteX34" fmla="*/ 1997242 w 2454442"/>
              <a:gd name="connsiteY34" fmla="*/ 1203158 h 1275963"/>
              <a:gd name="connsiteX35" fmla="*/ 2117558 w 2454442"/>
              <a:gd name="connsiteY35" fmla="*/ 1227221 h 1275963"/>
              <a:gd name="connsiteX36" fmla="*/ 2189748 w 2454442"/>
              <a:gd name="connsiteY36" fmla="*/ 1239253 h 1275963"/>
              <a:gd name="connsiteX37" fmla="*/ 2273969 w 2454442"/>
              <a:gd name="connsiteY37" fmla="*/ 1263316 h 1275963"/>
              <a:gd name="connsiteX38" fmla="*/ 2454442 w 2454442"/>
              <a:gd name="connsiteY38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661737 w 2454442"/>
              <a:gd name="connsiteY7" fmla="*/ 360948 h 1275963"/>
              <a:gd name="connsiteX8" fmla="*/ 697832 w 2454442"/>
              <a:gd name="connsiteY8" fmla="*/ 397042 h 1275963"/>
              <a:gd name="connsiteX9" fmla="*/ 721895 w 2454442"/>
              <a:gd name="connsiteY9" fmla="*/ 433137 h 1275963"/>
              <a:gd name="connsiteX10" fmla="*/ 757990 w 2454442"/>
              <a:gd name="connsiteY10" fmla="*/ 457200 h 1275963"/>
              <a:gd name="connsiteX11" fmla="*/ 842211 w 2454442"/>
              <a:gd name="connsiteY11" fmla="*/ 529390 h 1275963"/>
              <a:gd name="connsiteX12" fmla="*/ 890337 w 2454442"/>
              <a:gd name="connsiteY12" fmla="*/ 589548 h 1275963"/>
              <a:gd name="connsiteX13" fmla="*/ 926432 w 2454442"/>
              <a:gd name="connsiteY13" fmla="*/ 613611 h 1275963"/>
              <a:gd name="connsiteX14" fmla="*/ 1022685 w 2454442"/>
              <a:gd name="connsiteY14" fmla="*/ 685800 h 1275963"/>
              <a:gd name="connsiteX15" fmla="*/ 1130969 w 2454442"/>
              <a:gd name="connsiteY15" fmla="*/ 733926 h 1275963"/>
              <a:gd name="connsiteX16" fmla="*/ 1167064 w 2454442"/>
              <a:gd name="connsiteY16" fmla="*/ 745958 h 1275963"/>
              <a:gd name="connsiteX17" fmla="*/ 1239253 w 2454442"/>
              <a:gd name="connsiteY17" fmla="*/ 794084 h 1275963"/>
              <a:gd name="connsiteX18" fmla="*/ 1275348 w 2454442"/>
              <a:gd name="connsiteY18" fmla="*/ 806116 h 1275963"/>
              <a:gd name="connsiteX19" fmla="*/ 1311442 w 2454442"/>
              <a:gd name="connsiteY19" fmla="*/ 830179 h 1275963"/>
              <a:gd name="connsiteX20" fmla="*/ 1347537 w 2454442"/>
              <a:gd name="connsiteY20" fmla="*/ 842211 h 1275963"/>
              <a:gd name="connsiteX21" fmla="*/ 1419727 w 2454442"/>
              <a:gd name="connsiteY21" fmla="*/ 890337 h 1275963"/>
              <a:gd name="connsiteX22" fmla="*/ 1455821 w 2454442"/>
              <a:gd name="connsiteY22" fmla="*/ 914400 h 1275963"/>
              <a:gd name="connsiteX23" fmla="*/ 1479885 w 2454442"/>
              <a:gd name="connsiteY23" fmla="*/ 938463 h 1275963"/>
              <a:gd name="connsiteX24" fmla="*/ 1515979 w 2454442"/>
              <a:gd name="connsiteY24" fmla="*/ 950495 h 1275963"/>
              <a:gd name="connsiteX25" fmla="*/ 1588169 w 2454442"/>
              <a:gd name="connsiteY25" fmla="*/ 998621 h 1275963"/>
              <a:gd name="connsiteX26" fmla="*/ 1624264 w 2454442"/>
              <a:gd name="connsiteY26" fmla="*/ 1022684 h 1275963"/>
              <a:gd name="connsiteX27" fmla="*/ 1660358 w 2454442"/>
              <a:gd name="connsiteY27" fmla="*/ 1034716 h 1275963"/>
              <a:gd name="connsiteX28" fmla="*/ 1732548 w 2454442"/>
              <a:gd name="connsiteY28" fmla="*/ 1070811 h 1275963"/>
              <a:gd name="connsiteX29" fmla="*/ 1816769 w 2454442"/>
              <a:gd name="connsiteY29" fmla="*/ 1130969 h 1275963"/>
              <a:gd name="connsiteX30" fmla="*/ 1888958 w 2454442"/>
              <a:gd name="connsiteY30" fmla="*/ 1155032 h 1275963"/>
              <a:gd name="connsiteX31" fmla="*/ 1925053 w 2454442"/>
              <a:gd name="connsiteY31" fmla="*/ 1167063 h 1275963"/>
              <a:gd name="connsiteX32" fmla="*/ 1961148 w 2454442"/>
              <a:gd name="connsiteY32" fmla="*/ 1191126 h 1275963"/>
              <a:gd name="connsiteX33" fmla="*/ 1997242 w 2454442"/>
              <a:gd name="connsiteY33" fmla="*/ 1203158 h 1275963"/>
              <a:gd name="connsiteX34" fmla="*/ 2117558 w 2454442"/>
              <a:gd name="connsiteY34" fmla="*/ 1227221 h 1275963"/>
              <a:gd name="connsiteX35" fmla="*/ 2189748 w 2454442"/>
              <a:gd name="connsiteY35" fmla="*/ 1239253 h 1275963"/>
              <a:gd name="connsiteX36" fmla="*/ 2273969 w 2454442"/>
              <a:gd name="connsiteY36" fmla="*/ 1263316 h 1275963"/>
              <a:gd name="connsiteX37" fmla="*/ 2454442 w 2454442"/>
              <a:gd name="connsiteY37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661737 w 2454442"/>
              <a:gd name="connsiteY7" fmla="*/ 360948 h 1275963"/>
              <a:gd name="connsiteX8" fmla="*/ 721895 w 2454442"/>
              <a:gd name="connsiteY8" fmla="*/ 433137 h 1275963"/>
              <a:gd name="connsiteX9" fmla="*/ 757990 w 2454442"/>
              <a:gd name="connsiteY9" fmla="*/ 457200 h 1275963"/>
              <a:gd name="connsiteX10" fmla="*/ 842211 w 2454442"/>
              <a:gd name="connsiteY10" fmla="*/ 529390 h 1275963"/>
              <a:gd name="connsiteX11" fmla="*/ 890337 w 2454442"/>
              <a:gd name="connsiteY11" fmla="*/ 589548 h 1275963"/>
              <a:gd name="connsiteX12" fmla="*/ 926432 w 2454442"/>
              <a:gd name="connsiteY12" fmla="*/ 613611 h 1275963"/>
              <a:gd name="connsiteX13" fmla="*/ 1022685 w 2454442"/>
              <a:gd name="connsiteY13" fmla="*/ 685800 h 1275963"/>
              <a:gd name="connsiteX14" fmla="*/ 1130969 w 2454442"/>
              <a:gd name="connsiteY14" fmla="*/ 733926 h 1275963"/>
              <a:gd name="connsiteX15" fmla="*/ 1167064 w 2454442"/>
              <a:gd name="connsiteY15" fmla="*/ 745958 h 1275963"/>
              <a:gd name="connsiteX16" fmla="*/ 1239253 w 2454442"/>
              <a:gd name="connsiteY16" fmla="*/ 794084 h 1275963"/>
              <a:gd name="connsiteX17" fmla="*/ 1275348 w 2454442"/>
              <a:gd name="connsiteY17" fmla="*/ 806116 h 1275963"/>
              <a:gd name="connsiteX18" fmla="*/ 1311442 w 2454442"/>
              <a:gd name="connsiteY18" fmla="*/ 830179 h 1275963"/>
              <a:gd name="connsiteX19" fmla="*/ 1347537 w 2454442"/>
              <a:gd name="connsiteY19" fmla="*/ 842211 h 1275963"/>
              <a:gd name="connsiteX20" fmla="*/ 1419727 w 2454442"/>
              <a:gd name="connsiteY20" fmla="*/ 890337 h 1275963"/>
              <a:gd name="connsiteX21" fmla="*/ 1455821 w 2454442"/>
              <a:gd name="connsiteY21" fmla="*/ 914400 h 1275963"/>
              <a:gd name="connsiteX22" fmla="*/ 1479885 w 2454442"/>
              <a:gd name="connsiteY22" fmla="*/ 938463 h 1275963"/>
              <a:gd name="connsiteX23" fmla="*/ 1515979 w 2454442"/>
              <a:gd name="connsiteY23" fmla="*/ 950495 h 1275963"/>
              <a:gd name="connsiteX24" fmla="*/ 1588169 w 2454442"/>
              <a:gd name="connsiteY24" fmla="*/ 998621 h 1275963"/>
              <a:gd name="connsiteX25" fmla="*/ 1624264 w 2454442"/>
              <a:gd name="connsiteY25" fmla="*/ 1022684 h 1275963"/>
              <a:gd name="connsiteX26" fmla="*/ 1660358 w 2454442"/>
              <a:gd name="connsiteY26" fmla="*/ 1034716 h 1275963"/>
              <a:gd name="connsiteX27" fmla="*/ 1732548 w 2454442"/>
              <a:gd name="connsiteY27" fmla="*/ 1070811 h 1275963"/>
              <a:gd name="connsiteX28" fmla="*/ 1816769 w 2454442"/>
              <a:gd name="connsiteY28" fmla="*/ 1130969 h 1275963"/>
              <a:gd name="connsiteX29" fmla="*/ 1888958 w 2454442"/>
              <a:gd name="connsiteY29" fmla="*/ 1155032 h 1275963"/>
              <a:gd name="connsiteX30" fmla="*/ 1925053 w 2454442"/>
              <a:gd name="connsiteY30" fmla="*/ 1167063 h 1275963"/>
              <a:gd name="connsiteX31" fmla="*/ 1961148 w 2454442"/>
              <a:gd name="connsiteY31" fmla="*/ 1191126 h 1275963"/>
              <a:gd name="connsiteX32" fmla="*/ 1997242 w 2454442"/>
              <a:gd name="connsiteY32" fmla="*/ 1203158 h 1275963"/>
              <a:gd name="connsiteX33" fmla="*/ 2117558 w 2454442"/>
              <a:gd name="connsiteY33" fmla="*/ 1227221 h 1275963"/>
              <a:gd name="connsiteX34" fmla="*/ 2189748 w 2454442"/>
              <a:gd name="connsiteY34" fmla="*/ 1239253 h 1275963"/>
              <a:gd name="connsiteX35" fmla="*/ 2273969 w 2454442"/>
              <a:gd name="connsiteY35" fmla="*/ 1263316 h 1275963"/>
              <a:gd name="connsiteX36" fmla="*/ 2454442 w 2454442"/>
              <a:gd name="connsiteY36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757990 w 2454442"/>
              <a:gd name="connsiteY8" fmla="*/ 457200 h 1275963"/>
              <a:gd name="connsiteX9" fmla="*/ 842211 w 2454442"/>
              <a:gd name="connsiteY9" fmla="*/ 529390 h 1275963"/>
              <a:gd name="connsiteX10" fmla="*/ 890337 w 2454442"/>
              <a:gd name="connsiteY10" fmla="*/ 589548 h 1275963"/>
              <a:gd name="connsiteX11" fmla="*/ 926432 w 2454442"/>
              <a:gd name="connsiteY11" fmla="*/ 613611 h 1275963"/>
              <a:gd name="connsiteX12" fmla="*/ 1022685 w 2454442"/>
              <a:gd name="connsiteY12" fmla="*/ 685800 h 1275963"/>
              <a:gd name="connsiteX13" fmla="*/ 1130969 w 2454442"/>
              <a:gd name="connsiteY13" fmla="*/ 733926 h 1275963"/>
              <a:gd name="connsiteX14" fmla="*/ 1167064 w 2454442"/>
              <a:gd name="connsiteY14" fmla="*/ 745958 h 1275963"/>
              <a:gd name="connsiteX15" fmla="*/ 1239253 w 2454442"/>
              <a:gd name="connsiteY15" fmla="*/ 794084 h 1275963"/>
              <a:gd name="connsiteX16" fmla="*/ 1275348 w 2454442"/>
              <a:gd name="connsiteY16" fmla="*/ 806116 h 1275963"/>
              <a:gd name="connsiteX17" fmla="*/ 1311442 w 2454442"/>
              <a:gd name="connsiteY17" fmla="*/ 830179 h 1275963"/>
              <a:gd name="connsiteX18" fmla="*/ 1347537 w 2454442"/>
              <a:gd name="connsiteY18" fmla="*/ 842211 h 1275963"/>
              <a:gd name="connsiteX19" fmla="*/ 1419727 w 2454442"/>
              <a:gd name="connsiteY19" fmla="*/ 890337 h 1275963"/>
              <a:gd name="connsiteX20" fmla="*/ 1455821 w 2454442"/>
              <a:gd name="connsiteY20" fmla="*/ 914400 h 1275963"/>
              <a:gd name="connsiteX21" fmla="*/ 1479885 w 2454442"/>
              <a:gd name="connsiteY21" fmla="*/ 938463 h 1275963"/>
              <a:gd name="connsiteX22" fmla="*/ 1515979 w 2454442"/>
              <a:gd name="connsiteY22" fmla="*/ 950495 h 1275963"/>
              <a:gd name="connsiteX23" fmla="*/ 1588169 w 2454442"/>
              <a:gd name="connsiteY23" fmla="*/ 998621 h 1275963"/>
              <a:gd name="connsiteX24" fmla="*/ 1624264 w 2454442"/>
              <a:gd name="connsiteY24" fmla="*/ 1022684 h 1275963"/>
              <a:gd name="connsiteX25" fmla="*/ 1660358 w 2454442"/>
              <a:gd name="connsiteY25" fmla="*/ 1034716 h 1275963"/>
              <a:gd name="connsiteX26" fmla="*/ 1732548 w 2454442"/>
              <a:gd name="connsiteY26" fmla="*/ 1070811 h 1275963"/>
              <a:gd name="connsiteX27" fmla="*/ 1816769 w 2454442"/>
              <a:gd name="connsiteY27" fmla="*/ 1130969 h 1275963"/>
              <a:gd name="connsiteX28" fmla="*/ 1888958 w 2454442"/>
              <a:gd name="connsiteY28" fmla="*/ 1155032 h 1275963"/>
              <a:gd name="connsiteX29" fmla="*/ 1925053 w 2454442"/>
              <a:gd name="connsiteY29" fmla="*/ 1167063 h 1275963"/>
              <a:gd name="connsiteX30" fmla="*/ 1961148 w 2454442"/>
              <a:gd name="connsiteY30" fmla="*/ 1191126 h 1275963"/>
              <a:gd name="connsiteX31" fmla="*/ 1997242 w 2454442"/>
              <a:gd name="connsiteY31" fmla="*/ 1203158 h 1275963"/>
              <a:gd name="connsiteX32" fmla="*/ 2117558 w 2454442"/>
              <a:gd name="connsiteY32" fmla="*/ 1227221 h 1275963"/>
              <a:gd name="connsiteX33" fmla="*/ 2189748 w 2454442"/>
              <a:gd name="connsiteY33" fmla="*/ 1239253 h 1275963"/>
              <a:gd name="connsiteX34" fmla="*/ 2273969 w 2454442"/>
              <a:gd name="connsiteY34" fmla="*/ 1263316 h 1275963"/>
              <a:gd name="connsiteX35" fmla="*/ 2454442 w 2454442"/>
              <a:gd name="connsiteY35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926432 w 2454442"/>
              <a:gd name="connsiteY10" fmla="*/ 613611 h 1275963"/>
              <a:gd name="connsiteX11" fmla="*/ 1022685 w 2454442"/>
              <a:gd name="connsiteY11" fmla="*/ 685800 h 1275963"/>
              <a:gd name="connsiteX12" fmla="*/ 1130969 w 2454442"/>
              <a:gd name="connsiteY12" fmla="*/ 733926 h 1275963"/>
              <a:gd name="connsiteX13" fmla="*/ 1167064 w 2454442"/>
              <a:gd name="connsiteY13" fmla="*/ 745958 h 1275963"/>
              <a:gd name="connsiteX14" fmla="*/ 1239253 w 2454442"/>
              <a:gd name="connsiteY14" fmla="*/ 794084 h 1275963"/>
              <a:gd name="connsiteX15" fmla="*/ 1275348 w 2454442"/>
              <a:gd name="connsiteY15" fmla="*/ 806116 h 1275963"/>
              <a:gd name="connsiteX16" fmla="*/ 1311442 w 2454442"/>
              <a:gd name="connsiteY16" fmla="*/ 830179 h 1275963"/>
              <a:gd name="connsiteX17" fmla="*/ 1347537 w 2454442"/>
              <a:gd name="connsiteY17" fmla="*/ 842211 h 1275963"/>
              <a:gd name="connsiteX18" fmla="*/ 1419727 w 2454442"/>
              <a:gd name="connsiteY18" fmla="*/ 890337 h 1275963"/>
              <a:gd name="connsiteX19" fmla="*/ 1455821 w 2454442"/>
              <a:gd name="connsiteY19" fmla="*/ 914400 h 1275963"/>
              <a:gd name="connsiteX20" fmla="*/ 1479885 w 2454442"/>
              <a:gd name="connsiteY20" fmla="*/ 938463 h 1275963"/>
              <a:gd name="connsiteX21" fmla="*/ 1515979 w 2454442"/>
              <a:gd name="connsiteY21" fmla="*/ 950495 h 1275963"/>
              <a:gd name="connsiteX22" fmla="*/ 1588169 w 2454442"/>
              <a:gd name="connsiteY22" fmla="*/ 998621 h 1275963"/>
              <a:gd name="connsiteX23" fmla="*/ 1624264 w 2454442"/>
              <a:gd name="connsiteY23" fmla="*/ 1022684 h 1275963"/>
              <a:gd name="connsiteX24" fmla="*/ 1660358 w 2454442"/>
              <a:gd name="connsiteY24" fmla="*/ 1034716 h 1275963"/>
              <a:gd name="connsiteX25" fmla="*/ 1732548 w 2454442"/>
              <a:gd name="connsiteY25" fmla="*/ 1070811 h 1275963"/>
              <a:gd name="connsiteX26" fmla="*/ 1816769 w 2454442"/>
              <a:gd name="connsiteY26" fmla="*/ 1130969 h 1275963"/>
              <a:gd name="connsiteX27" fmla="*/ 1888958 w 2454442"/>
              <a:gd name="connsiteY27" fmla="*/ 1155032 h 1275963"/>
              <a:gd name="connsiteX28" fmla="*/ 1925053 w 2454442"/>
              <a:gd name="connsiteY28" fmla="*/ 1167063 h 1275963"/>
              <a:gd name="connsiteX29" fmla="*/ 1961148 w 2454442"/>
              <a:gd name="connsiteY29" fmla="*/ 1191126 h 1275963"/>
              <a:gd name="connsiteX30" fmla="*/ 1997242 w 2454442"/>
              <a:gd name="connsiteY30" fmla="*/ 1203158 h 1275963"/>
              <a:gd name="connsiteX31" fmla="*/ 2117558 w 2454442"/>
              <a:gd name="connsiteY31" fmla="*/ 1227221 h 1275963"/>
              <a:gd name="connsiteX32" fmla="*/ 2189748 w 2454442"/>
              <a:gd name="connsiteY32" fmla="*/ 1239253 h 1275963"/>
              <a:gd name="connsiteX33" fmla="*/ 2273969 w 2454442"/>
              <a:gd name="connsiteY33" fmla="*/ 1263316 h 1275963"/>
              <a:gd name="connsiteX34" fmla="*/ 2454442 w 2454442"/>
              <a:gd name="connsiteY34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39253 w 2454442"/>
              <a:gd name="connsiteY13" fmla="*/ 794084 h 1275963"/>
              <a:gd name="connsiteX14" fmla="*/ 1275348 w 2454442"/>
              <a:gd name="connsiteY14" fmla="*/ 806116 h 1275963"/>
              <a:gd name="connsiteX15" fmla="*/ 1311442 w 2454442"/>
              <a:gd name="connsiteY15" fmla="*/ 830179 h 1275963"/>
              <a:gd name="connsiteX16" fmla="*/ 1347537 w 2454442"/>
              <a:gd name="connsiteY16" fmla="*/ 842211 h 1275963"/>
              <a:gd name="connsiteX17" fmla="*/ 1419727 w 2454442"/>
              <a:gd name="connsiteY17" fmla="*/ 890337 h 1275963"/>
              <a:gd name="connsiteX18" fmla="*/ 1455821 w 2454442"/>
              <a:gd name="connsiteY18" fmla="*/ 914400 h 1275963"/>
              <a:gd name="connsiteX19" fmla="*/ 1479885 w 2454442"/>
              <a:gd name="connsiteY19" fmla="*/ 938463 h 1275963"/>
              <a:gd name="connsiteX20" fmla="*/ 1515979 w 2454442"/>
              <a:gd name="connsiteY20" fmla="*/ 950495 h 1275963"/>
              <a:gd name="connsiteX21" fmla="*/ 1588169 w 2454442"/>
              <a:gd name="connsiteY21" fmla="*/ 998621 h 1275963"/>
              <a:gd name="connsiteX22" fmla="*/ 1624264 w 2454442"/>
              <a:gd name="connsiteY22" fmla="*/ 1022684 h 1275963"/>
              <a:gd name="connsiteX23" fmla="*/ 1660358 w 2454442"/>
              <a:gd name="connsiteY23" fmla="*/ 1034716 h 1275963"/>
              <a:gd name="connsiteX24" fmla="*/ 1732548 w 2454442"/>
              <a:gd name="connsiteY24" fmla="*/ 1070811 h 1275963"/>
              <a:gd name="connsiteX25" fmla="*/ 1816769 w 2454442"/>
              <a:gd name="connsiteY25" fmla="*/ 1130969 h 1275963"/>
              <a:gd name="connsiteX26" fmla="*/ 1888958 w 2454442"/>
              <a:gd name="connsiteY26" fmla="*/ 1155032 h 1275963"/>
              <a:gd name="connsiteX27" fmla="*/ 1925053 w 2454442"/>
              <a:gd name="connsiteY27" fmla="*/ 1167063 h 1275963"/>
              <a:gd name="connsiteX28" fmla="*/ 1961148 w 2454442"/>
              <a:gd name="connsiteY28" fmla="*/ 1191126 h 1275963"/>
              <a:gd name="connsiteX29" fmla="*/ 1997242 w 2454442"/>
              <a:gd name="connsiteY29" fmla="*/ 1203158 h 1275963"/>
              <a:gd name="connsiteX30" fmla="*/ 2117558 w 2454442"/>
              <a:gd name="connsiteY30" fmla="*/ 1227221 h 1275963"/>
              <a:gd name="connsiteX31" fmla="*/ 2189748 w 2454442"/>
              <a:gd name="connsiteY31" fmla="*/ 1239253 h 1275963"/>
              <a:gd name="connsiteX32" fmla="*/ 2273969 w 2454442"/>
              <a:gd name="connsiteY32" fmla="*/ 1263316 h 1275963"/>
              <a:gd name="connsiteX33" fmla="*/ 2454442 w 2454442"/>
              <a:gd name="connsiteY33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39253 w 2454442"/>
              <a:gd name="connsiteY13" fmla="*/ 794084 h 1275963"/>
              <a:gd name="connsiteX14" fmla="*/ 1275348 w 2454442"/>
              <a:gd name="connsiteY14" fmla="*/ 806116 h 1275963"/>
              <a:gd name="connsiteX15" fmla="*/ 1347537 w 2454442"/>
              <a:gd name="connsiteY15" fmla="*/ 842211 h 1275963"/>
              <a:gd name="connsiteX16" fmla="*/ 1419727 w 2454442"/>
              <a:gd name="connsiteY16" fmla="*/ 890337 h 1275963"/>
              <a:gd name="connsiteX17" fmla="*/ 1455821 w 2454442"/>
              <a:gd name="connsiteY17" fmla="*/ 914400 h 1275963"/>
              <a:gd name="connsiteX18" fmla="*/ 1479885 w 2454442"/>
              <a:gd name="connsiteY18" fmla="*/ 938463 h 1275963"/>
              <a:gd name="connsiteX19" fmla="*/ 1515979 w 2454442"/>
              <a:gd name="connsiteY19" fmla="*/ 950495 h 1275963"/>
              <a:gd name="connsiteX20" fmla="*/ 1588169 w 2454442"/>
              <a:gd name="connsiteY20" fmla="*/ 998621 h 1275963"/>
              <a:gd name="connsiteX21" fmla="*/ 1624264 w 2454442"/>
              <a:gd name="connsiteY21" fmla="*/ 1022684 h 1275963"/>
              <a:gd name="connsiteX22" fmla="*/ 1660358 w 2454442"/>
              <a:gd name="connsiteY22" fmla="*/ 1034716 h 1275963"/>
              <a:gd name="connsiteX23" fmla="*/ 1732548 w 2454442"/>
              <a:gd name="connsiteY23" fmla="*/ 1070811 h 1275963"/>
              <a:gd name="connsiteX24" fmla="*/ 1816769 w 2454442"/>
              <a:gd name="connsiteY24" fmla="*/ 1130969 h 1275963"/>
              <a:gd name="connsiteX25" fmla="*/ 1888958 w 2454442"/>
              <a:gd name="connsiteY25" fmla="*/ 1155032 h 1275963"/>
              <a:gd name="connsiteX26" fmla="*/ 1925053 w 2454442"/>
              <a:gd name="connsiteY26" fmla="*/ 1167063 h 1275963"/>
              <a:gd name="connsiteX27" fmla="*/ 1961148 w 2454442"/>
              <a:gd name="connsiteY27" fmla="*/ 1191126 h 1275963"/>
              <a:gd name="connsiteX28" fmla="*/ 1997242 w 2454442"/>
              <a:gd name="connsiteY28" fmla="*/ 1203158 h 1275963"/>
              <a:gd name="connsiteX29" fmla="*/ 2117558 w 2454442"/>
              <a:gd name="connsiteY29" fmla="*/ 1227221 h 1275963"/>
              <a:gd name="connsiteX30" fmla="*/ 2189748 w 2454442"/>
              <a:gd name="connsiteY30" fmla="*/ 1239253 h 1275963"/>
              <a:gd name="connsiteX31" fmla="*/ 2273969 w 2454442"/>
              <a:gd name="connsiteY31" fmla="*/ 1263316 h 1275963"/>
              <a:gd name="connsiteX32" fmla="*/ 2454442 w 2454442"/>
              <a:gd name="connsiteY32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455821 w 2454442"/>
              <a:gd name="connsiteY16" fmla="*/ 914400 h 1275963"/>
              <a:gd name="connsiteX17" fmla="*/ 1479885 w 2454442"/>
              <a:gd name="connsiteY17" fmla="*/ 938463 h 1275963"/>
              <a:gd name="connsiteX18" fmla="*/ 1515979 w 2454442"/>
              <a:gd name="connsiteY18" fmla="*/ 950495 h 1275963"/>
              <a:gd name="connsiteX19" fmla="*/ 1588169 w 2454442"/>
              <a:gd name="connsiteY19" fmla="*/ 998621 h 1275963"/>
              <a:gd name="connsiteX20" fmla="*/ 1624264 w 2454442"/>
              <a:gd name="connsiteY20" fmla="*/ 1022684 h 1275963"/>
              <a:gd name="connsiteX21" fmla="*/ 1660358 w 2454442"/>
              <a:gd name="connsiteY21" fmla="*/ 1034716 h 1275963"/>
              <a:gd name="connsiteX22" fmla="*/ 1732548 w 2454442"/>
              <a:gd name="connsiteY22" fmla="*/ 1070811 h 1275963"/>
              <a:gd name="connsiteX23" fmla="*/ 1816769 w 2454442"/>
              <a:gd name="connsiteY23" fmla="*/ 1130969 h 1275963"/>
              <a:gd name="connsiteX24" fmla="*/ 1888958 w 2454442"/>
              <a:gd name="connsiteY24" fmla="*/ 1155032 h 1275963"/>
              <a:gd name="connsiteX25" fmla="*/ 1925053 w 2454442"/>
              <a:gd name="connsiteY25" fmla="*/ 1167063 h 1275963"/>
              <a:gd name="connsiteX26" fmla="*/ 1961148 w 2454442"/>
              <a:gd name="connsiteY26" fmla="*/ 1191126 h 1275963"/>
              <a:gd name="connsiteX27" fmla="*/ 1997242 w 2454442"/>
              <a:gd name="connsiteY27" fmla="*/ 1203158 h 1275963"/>
              <a:gd name="connsiteX28" fmla="*/ 2117558 w 2454442"/>
              <a:gd name="connsiteY28" fmla="*/ 1227221 h 1275963"/>
              <a:gd name="connsiteX29" fmla="*/ 2189748 w 2454442"/>
              <a:gd name="connsiteY29" fmla="*/ 1239253 h 1275963"/>
              <a:gd name="connsiteX30" fmla="*/ 2273969 w 2454442"/>
              <a:gd name="connsiteY30" fmla="*/ 1263316 h 1275963"/>
              <a:gd name="connsiteX31" fmla="*/ 2454442 w 2454442"/>
              <a:gd name="connsiteY31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455821 w 2454442"/>
              <a:gd name="connsiteY16" fmla="*/ 914400 h 1275963"/>
              <a:gd name="connsiteX17" fmla="*/ 1479885 w 2454442"/>
              <a:gd name="connsiteY17" fmla="*/ 938463 h 1275963"/>
              <a:gd name="connsiteX18" fmla="*/ 1588169 w 2454442"/>
              <a:gd name="connsiteY18" fmla="*/ 998621 h 1275963"/>
              <a:gd name="connsiteX19" fmla="*/ 1624264 w 2454442"/>
              <a:gd name="connsiteY19" fmla="*/ 1022684 h 1275963"/>
              <a:gd name="connsiteX20" fmla="*/ 1660358 w 2454442"/>
              <a:gd name="connsiteY20" fmla="*/ 1034716 h 1275963"/>
              <a:gd name="connsiteX21" fmla="*/ 1732548 w 2454442"/>
              <a:gd name="connsiteY21" fmla="*/ 1070811 h 1275963"/>
              <a:gd name="connsiteX22" fmla="*/ 1816769 w 2454442"/>
              <a:gd name="connsiteY22" fmla="*/ 1130969 h 1275963"/>
              <a:gd name="connsiteX23" fmla="*/ 1888958 w 2454442"/>
              <a:gd name="connsiteY23" fmla="*/ 1155032 h 1275963"/>
              <a:gd name="connsiteX24" fmla="*/ 1925053 w 2454442"/>
              <a:gd name="connsiteY24" fmla="*/ 1167063 h 1275963"/>
              <a:gd name="connsiteX25" fmla="*/ 1961148 w 2454442"/>
              <a:gd name="connsiteY25" fmla="*/ 1191126 h 1275963"/>
              <a:gd name="connsiteX26" fmla="*/ 1997242 w 2454442"/>
              <a:gd name="connsiteY26" fmla="*/ 1203158 h 1275963"/>
              <a:gd name="connsiteX27" fmla="*/ 2117558 w 2454442"/>
              <a:gd name="connsiteY27" fmla="*/ 1227221 h 1275963"/>
              <a:gd name="connsiteX28" fmla="*/ 2189748 w 2454442"/>
              <a:gd name="connsiteY28" fmla="*/ 1239253 h 1275963"/>
              <a:gd name="connsiteX29" fmla="*/ 2273969 w 2454442"/>
              <a:gd name="connsiteY29" fmla="*/ 1263316 h 1275963"/>
              <a:gd name="connsiteX30" fmla="*/ 2454442 w 2454442"/>
              <a:gd name="connsiteY30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455821 w 2454442"/>
              <a:gd name="connsiteY16" fmla="*/ 914400 h 1275963"/>
              <a:gd name="connsiteX17" fmla="*/ 1588169 w 2454442"/>
              <a:gd name="connsiteY17" fmla="*/ 998621 h 1275963"/>
              <a:gd name="connsiteX18" fmla="*/ 1624264 w 2454442"/>
              <a:gd name="connsiteY18" fmla="*/ 1022684 h 1275963"/>
              <a:gd name="connsiteX19" fmla="*/ 1660358 w 2454442"/>
              <a:gd name="connsiteY19" fmla="*/ 1034716 h 1275963"/>
              <a:gd name="connsiteX20" fmla="*/ 1732548 w 2454442"/>
              <a:gd name="connsiteY20" fmla="*/ 1070811 h 1275963"/>
              <a:gd name="connsiteX21" fmla="*/ 1816769 w 2454442"/>
              <a:gd name="connsiteY21" fmla="*/ 1130969 h 1275963"/>
              <a:gd name="connsiteX22" fmla="*/ 1888958 w 2454442"/>
              <a:gd name="connsiteY22" fmla="*/ 1155032 h 1275963"/>
              <a:gd name="connsiteX23" fmla="*/ 1925053 w 2454442"/>
              <a:gd name="connsiteY23" fmla="*/ 1167063 h 1275963"/>
              <a:gd name="connsiteX24" fmla="*/ 1961148 w 2454442"/>
              <a:gd name="connsiteY24" fmla="*/ 1191126 h 1275963"/>
              <a:gd name="connsiteX25" fmla="*/ 1997242 w 2454442"/>
              <a:gd name="connsiteY25" fmla="*/ 1203158 h 1275963"/>
              <a:gd name="connsiteX26" fmla="*/ 2117558 w 2454442"/>
              <a:gd name="connsiteY26" fmla="*/ 1227221 h 1275963"/>
              <a:gd name="connsiteX27" fmla="*/ 2189748 w 2454442"/>
              <a:gd name="connsiteY27" fmla="*/ 1239253 h 1275963"/>
              <a:gd name="connsiteX28" fmla="*/ 2273969 w 2454442"/>
              <a:gd name="connsiteY28" fmla="*/ 1263316 h 1275963"/>
              <a:gd name="connsiteX29" fmla="*/ 2454442 w 2454442"/>
              <a:gd name="connsiteY29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588169 w 2454442"/>
              <a:gd name="connsiteY16" fmla="*/ 998621 h 1275963"/>
              <a:gd name="connsiteX17" fmla="*/ 1624264 w 2454442"/>
              <a:gd name="connsiteY17" fmla="*/ 1022684 h 1275963"/>
              <a:gd name="connsiteX18" fmla="*/ 1660358 w 2454442"/>
              <a:gd name="connsiteY18" fmla="*/ 1034716 h 1275963"/>
              <a:gd name="connsiteX19" fmla="*/ 1732548 w 2454442"/>
              <a:gd name="connsiteY19" fmla="*/ 1070811 h 1275963"/>
              <a:gd name="connsiteX20" fmla="*/ 1816769 w 2454442"/>
              <a:gd name="connsiteY20" fmla="*/ 1130969 h 1275963"/>
              <a:gd name="connsiteX21" fmla="*/ 1888958 w 2454442"/>
              <a:gd name="connsiteY21" fmla="*/ 1155032 h 1275963"/>
              <a:gd name="connsiteX22" fmla="*/ 1925053 w 2454442"/>
              <a:gd name="connsiteY22" fmla="*/ 1167063 h 1275963"/>
              <a:gd name="connsiteX23" fmla="*/ 1961148 w 2454442"/>
              <a:gd name="connsiteY23" fmla="*/ 1191126 h 1275963"/>
              <a:gd name="connsiteX24" fmla="*/ 1997242 w 2454442"/>
              <a:gd name="connsiteY24" fmla="*/ 1203158 h 1275963"/>
              <a:gd name="connsiteX25" fmla="*/ 2117558 w 2454442"/>
              <a:gd name="connsiteY25" fmla="*/ 1227221 h 1275963"/>
              <a:gd name="connsiteX26" fmla="*/ 2189748 w 2454442"/>
              <a:gd name="connsiteY26" fmla="*/ 1239253 h 1275963"/>
              <a:gd name="connsiteX27" fmla="*/ 2273969 w 2454442"/>
              <a:gd name="connsiteY27" fmla="*/ 1263316 h 1275963"/>
              <a:gd name="connsiteX28" fmla="*/ 2454442 w 2454442"/>
              <a:gd name="connsiteY28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588169 w 2454442"/>
              <a:gd name="connsiteY16" fmla="*/ 998621 h 1275963"/>
              <a:gd name="connsiteX17" fmla="*/ 1624264 w 2454442"/>
              <a:gd name="connsiteY17" fmla="*/ 1022684 h 1275963"/>
              <a:gd name="connsiteX18" fmla="*/ 1660358 w 2454442"/>
              <a:gd name="connsiteY18" fmla="*/ 1034716 h 1275963"/>
              <a:gd name="connsiteX19" fmla="*/ 1816769 w 2454442"/>
              <a:gd name="connsiteY19" fmla="*/ 1130969 h 1275963"/>
              <a:gd name="connsiteX20" fmla="*/ 1888958 w 2454442"/>
              <a:gd name="connsiteY20" fmla="*/ 1155032 h 1275963"/>
              <a:gd name="connsiteX21" fmla="*/ 1925053 w 2454442"/>
              <a:gd name="connsiteY21" fmla="*/ 1167063 h 1275963"/>
              <a:gd name="connsiteX22" fmla="*/ 1961148 w 2454442"/>
              <a:gd name="connsiteY22" fmla="*/ 1191126 h 1275963"/>
              <a:gd name="connsiteX23" fmla="*/ 1997242 w 2454442"/>
              <a:gd name="connsiteY23" fmla="*/ 1203158 h 1275963"/>
              <a:gd name="connsiteX24" fmla="*/ 2117558 w 2454442"/>
              <a:gd name="connsiteY24" fmla="*/ 1227221 h 1275963"/>
              <a:gd name="connsiteX25" fmla="*/ 2189748 w 2454442"/>
              <a:gd name="connsiteY25" fmla="*/ 1239253 h 1275963"/>
              <a:gd name="connsiteX26" fmla="*/ 2273969 w 2454442"/>
              <a:gd name="connsiteY26" fmla="*/ 1263316 h 1275963"/>
              <a:gd name="connsiteX27" fmla="*/ 2454442 w 2454442"/>
              <a:gd name="connsiteY27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588169 w 2454442"/>
              <a:gd name="connsiteY16" fmla="*/ 998621 h 1275963"/>
              <a:gd name="connsiteX17" fmla="*/ 1624264 w 2454442"/>
              <a:gd name="connsiteY17" fmla="*/ 1022684 h 1275963"/>
              <a:gd name="connsiteX18" fmla="*/ 1816769 w 2454442"/>
              <a:gd name="connsiteY18" fmla="*/ 1130969 h 1275963"/>
              <a:gd name="connsiteX19" fmla="*/ 1888958 w 2454442"/>
              <a:gd name="connsiteY19" fmla="*/ 1155032 h 1275963"/>
              <a:gd name="connsiteX20" fmla="*/ 1925053 w 2454442"/>
              <a:gd name="connsiteY20" fmla="*/ 1167063 h 1275963"/>
              <a:gd name="connsiteX21" fmla="*/ 1961148 w 2454442"/>
              <a:gd name="connsiteY21" fmla="*/ 1191126 h 1275963"/>
              <a:gd name="connsiteX22" fmla="*/ 1997242 w 2454442"/>
              <a:gd name="connsiteY22" fmla="*/ 1203158 h 1275963"/>
              <a:gd name="connsiteX23" fmla="*/ 2117558 w 2454442"/>
              <a:gd name="connsiteY23" fmla="*/ 1227221 h 1275963"/>
              <a:gd name="connsiteX24" fmla="*/ 2189748 w 2454442"/>
              <a:gd name="connsiteY24" fmla="*/ 1239253 h 1275963"/>
              <a:gd name="connsiteX25" fmla="*/ 2273969 w 2454442"/>
              <a:gd name="connsiteY25" fmla="*/ 1263316 h 1275963"/>
              <a:gd name="connsiteX26" fmla="*/ 2454442 w 2454442"/>
              <a:gd name="connsiteY26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588169 w 2454442"/>
              <a:gd name="connsiteY16" fmla="*/ 998621 h 1275963"/>
              <a:gd name="connsiteX17" fmla="*/ 1624264 w 2454442"/>
              <a:gd name="connsiteY17" fmla="*/ 1022684 h 1275963"/>
              <a:gd name="connsiteX18" fmla="*/ 1816769 w 2454442"/>
              <a:gd name="connsiteY18" fmla="*/ 1130969 h 1275963"/>
              <a:gd name="connsiteX19" fmla="*/ 1888958 w 2454442"/>
              <a:gd name="connsiteY19" fmla="*/ 1155032 h 1275963"/>
              <a:gd name="connsiteX20" fmla="*/ 1925053 w 2454442"/>
              <a:gd name="connsiteY20" fmla="*/ 1167063 h 1275963"/>
              <a:gd name="connsiteX21" fmla="*/ 1997242 w 2454442"/>
              <a:gd name="connsiteY21" fmla="*/ 1203158 h 1275963"/>
              <a:gd name="connsiteX22" fmla="*/ 2117558 w 2454442"/>
              <a:gd name="connsiteY22" fmla="*/ 1227221 h 1275963"/>
              <a:gd name="connsiteX23" fmla="*/ 2189748 w 2454442"/>
              <a:gd name="connsiteY23" fmla="*/ 1239253 h 1275963"/>
              <a:gd name="connsiteX24" fmla="*/ 2273969 w 2454442"/>
              <a:gd name="connsiteY24" fmla="*/ 1263316 h 1275963"/>
              <a:gd name="connsiteX25" fmla="*/ 2454442 w 2454442"/>
              <a:gd name="connsiteY25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588169 w 2454442"/>
              <a:gd name="connsiteY16" fmla="*/ 998621 h 1275963"/>
              <a:gd name="connsiteX17" fmla="*/ 1624264 w 2454442"/>
              <a:gd name="connsiteY17" fmla="*/ 1022684 h 1275963"/>
              <a:gd name="connsiteX18" fmla="*/ 1816769 w 2454442"/>
              <a:gd name="connsiteY18" fmla="*/ 1130969 h 1275963"/>
              <a:gd name="connsiteX19" fmla="*/ 1888958 w 2454442"/>
              <a:gd name="connsiteY19" fmla="*/ 1155032 h 1275963"/>
              <a:gd name="connsiteX20" fmla="*/ 1997242 w 2454442"/>
              <a:gd name="connsiteY20" fmla="*/ 1203158 h 1275963"/>
              <a:gd name="connsiteX21" fmla="*/ 2117558 w 2454442"/>
              <a:gd name="connsiteY21" fmla="*/ 1227221 h 1275963"/>
              <a:gd name="connsiteX22" fmla="*/ 2189748 w 2454442"/>
              <a:gd name="connsiteY22" fmla="*/ 1239253 h 1275963"/>
              <a:gd name="connsiteX23" fmla="*/ 2273969 w 2454442"/>
              <a:gd name="connsiteY23" fmla="*/ 1263316 h 1275963"/>
              <a:gd name="connsiteX24" fmla="*/ 2454442 w 2454442"/>
              <a:gd name="connsiteY24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588169 w 2454442"/>
              <a:gd name="connsiteY16" fmla="*/ 998621 h 1275963"/>
              <a:gd name="connsiteX17" fmla="*/ 1624264 w 2454442"/>
              <a:gd name="connsiteY17" fmla="*/ 1022684 h 1275963"/>
              <a:gd name="connsiteX18" fmla="*/ 1816769 w 2454442"/>
              <a:gd name="connsiteY18" fmla="*/ 1130969 h 1275963"/>
              <a:gd name="connsiteX19" fmla="*/ 1997242 w 2454442"/>
              <a:gd name="connsiteY19" fmla="*/ 1203158 h 1275963"/>
              <a:gd name="connsiteX20" fmla="*/ 2117558 w 2454442"/>
              <a:gd name="connsiteY20" fmla="*/ 1227221 h 1275963"/>
              <a:gd name="connsiteX21" fmla="*/ 2189748 w 2454442"/>
              <a:gd name="connsiteY21" fmla="*/ 1239253 h 1275963"/>
              <a:gd name="connsiteX22" fmla="*/ 2273969 w 2454442"/>
              <a:gd name="connsiteY22" fmla="*/ 1263316 h 1275963"/>
              <a:gd name="connsiteX23" fmla="*/ 2454442 w 2454442"/>
              <a:gd name="connsiteY23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347537 w 2454442"/>
              <a:gd name="connsiteY13" fmla="*/ 842211 h 1275963"/>
              <a:gd name="connsiteX14" fmla="*/ 1419727 w 2454442"/>
              <a:gd name="connsiteY14" fmla="*/ 890337 h 1275963"/>
              <a:gd name="connsiteX15" fmla="*/ 1588169 w 2454442"/>
              <a:gd name="connsiteY15" fmla="*/ 998621 h 1275963"/>
              <a:gd name="connsiteX16" fmla="*/ 1624264 w 2454442"/>
              <a:gd name="connsiteY16" fmla="*/ 1022684 h 1275963"/>
              <a:gd name="connsiteX17" fmla="*/ 1816769 w 2454442"/>
              <a:gd name="connsiteY17" fmla="*/ 1130969 h 1275963"/>
              <a:gd name="connsiteX18" fmla="*/ 1997242 w 2454442"/>
              <a:gd name="connsiteY18" fmla="*/ 1203158 h 1275963"/>
              <a:gd name="connsiteX19" fmla="*/ 2117558 w 2454442"/>
              <a:gd name="connsiteY19" fmla="*/ 1227221 h 1275963"/>
              <a:gd name="connsiteX20" fmla="*/ 2189748 w 2454442"/>
              <a:gd name="connsiteY20" fmla="*/ 1239253 h 1275963"/>
              <a:gd name="connsiteX21" fmla="*/ 2273969 w 2454442"/>
              <a:gd name="connsiteY21" fmla="*/ 1263316 h 1275963"/>
              <a:gd name="connsiteX22" fmla="*/ 2454442 w 2454442"/>
              <a:gd name="connsiteY22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347537 w 2454442"/>
              <a:gd name="connsiteY12" fmla="*/ 842211 h 1275963"/>
              <a:gd name="connsiteX13" fmla="*/ 1419727 w 2454442"/>
              <a:gd name="connsiteY13" fmla="*/ 890337 h 1275963"/>
              <a:gd name="connsiteX14" fmla="*/ 1588169 w 2454442"/>
              <a:gd name="connsiteY14" fmla="*/ 998621 h 1275963"/>
              <a:gd name="connsiteX15" fmla="*/ 1624264 w 2454442"/>
              <a:gd name="connsiteY15" fmla="*/ 1022684 h 1275963"/>
              <a:gd name="connsiteX16" fmla="*/ 1816769 w 2454442"/>
              <a:gd name="connsiteY16" fmla="*/ 1130969 h 1275963"/>
              <a:gd name="connsiteX17" fmla="*/ 1997242 w 2454442"/>
              <a:gd name="connsiteY17" fmla="*/ 1203158 h 1275963"/>
              <a:gd name="connsiteX18" fmla="*/ 2117558 w 2454442"/>
              <a:gd name="connsiteY18" fmla="*/ 1227221 h 1275963"/>
              <a:gd name="connsiteX19" fmla="*/ 2189748 w 2454442"/>
              <a:gd name="connsiteY19" fmla="*/ 1239253 h 1275963"/>
              <a:gd name="connsiteX20" fmla="*/ 2273969 w 2454442"/>
              <a:gd name="connsiteY20" fmla="*/ 1263316 h 1275963"/>
              <a:gd name="connsiteX21" fmla="*/ 2454442 w 2454442"/>
              <a:gd name="connsiteY21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347537 w 2454442"/>
              <a:gd name="connsiteY12" fmla="*/ 842211 h 1275963"/>
              <a:gd name="connsiteX13" fmla="*/ 1419727 w 2454442"/>
              <a:gd name="connsiteY13" fmla="*/ 890337 h 1275963"/>
              <a:gd name="connsiteX14" fmla="*/ 1588169 w 2454442"/>
              <a:gd name="connsiteY14" fmla="*/ 998621 h 1275963"/>
              <a:gd name="connsiteX15" fmla="*/ 1624264 w 2454442"/>
              <a:gd name="connsiteY15" fmla="*/ 1022684 h 1275963"/>
              <a:gd name="connsiteX16" fmla="*/ 1816769 w 2454442"/>
              <a:gd name="connsiteY16" fmla="*/ 1130969 h 1275963"/>
              <a:gd name="connsiteX17" fmla="*/ 1997242 w 2454442"/>
              <a:gd name="connsiteY17" fmla="*/ 1203158 h 1275963"/>
              <a:gd name="connsiteX18" fmla="*/ 2117558 w 2454442"/>
              <a:gd name="connsiteY18" fmla="*/ 1227221 h 1275963"/>
              <a:gd name="connsiteX19" fmla="*/ 2273969 w 2454442"/>
              <a:gd name="connsiteY19" fmla="*/ 1263316 h 1275963"/>
              <a:gd name="connsiteX20" fmla="*/ 2454442 w 2454442"/>
              <a:gd name="connsiteY20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1022685 w 2454442"/>
              <a:gd name="connsiteY9" fmla="*/ 685800 h 1275963"/>
              <a:gd name="connsiteX10" fmla="*/ 1130969 w 2454442"/>
              <a:gd name="connsiteY10" fmla="*/ 733926 h 1275963"/>
              <a:gd name="connsiteX11" fmla="*/ 1347537 w 2454442"/>
              <a:gd name="connsiteY11" fmla="*/ 842211 h 1275963"/>
              <a:gd name="connsiteX12" fmla="*/ 1419727 w 2454442"/>
              <a:gd name="connsiteY12" fmla="*/ 890337 h 1275963"/>
              <a:gd name="connsiteX13" fmla="*/ 1588169 w 2454442"/>
              <a:gd name="connsiteY13" fmla="*/ 998621 h 1275963"/>
              <a:gd name="connsiteX14" fmla="*/ 1624264 w 2454442"/>
              <a:gd name="connsiteY14" fmla="*/ 1022684 h 1275963"/>
              <a:gd name="connsiteX15" fmla="*/ 1816769 w 2454442"/>
              <a:gd name="connsiteY15" fmla="*/ 1130969 h 1275963"/>
              <a:gd name="connsiteX16" fmla="*/ 1997242 w 2454442"/>
              <a:gd name="connsiteY16" fmla="*/ 1203158 h 1275963"/>
              <a:gd name="connsiteX17" fmla="*/ 2117558 w 2454442"/>
              <a:gd name="connsiteY17" fmla="*/ 1227221 h 1275963"/>
              <a:gd name="connsiteX18" fmla="*/ 2273969 w 2454442"/>
              <a:gd name="connsiteY18" fmla="*/ 1263316 h 1275963"/>
              <a:gd name="connsiteX19" fmla="*/ 2454442 w 2454442"/>
              <a:gd name="connsiteY19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1022685 w 2454442"/>
              <a:gd name="connsiteY9" fmla="*/ 685800 h 1275963"/>
              <a:gd name="connsiteX10" fmla="*/ 1347537 w 2454442"/>
              <a:gd name="connsiteY10" fmla="*/ 842211 h 1275963"/>
              <a:gd name="connsiteX11" fmla="*/ 1419727 w 2454442"/>
              <a:gd name="connsiteY11" fmla="*/ 890337 h 1275963"/>
              <a:gd name="connsiteX12" fmla="*/ 1588169 w 2454442"/>
              <a:gd name="connsiteY12" fmla="*/ 998621 h 1275963"/>
              <a:gd name="connsiteX13" fmla="*/ 1624264 w 2454442"/>
              <a:gd name="connsiteY13" fmla="*/ 1022684 h 1275963"/>
              <a:gd name="connsiteX14" fmla="*/ 1816769 w 2454442"/>
              <a:gd name="connsiteY14" fmla="*/ 1130969 h 1275963"/>
              <a:gd name="connsiteX15" fmla="*/ 1997242 w 2454442"/>
              <a:gd name="connsiteY15" fmla="*/ 1203158 h 1275963"/>
              <a:gd name="connsiteX16" fmla="*/ 2117558 w 2454442"/>
              <a:gd name="connsiteY16" fmla="*/ 1227221 h 1275963"/>
              <a:gd name="connsiteX17" fmla="*/ 2273969 w 2454442"/>
              <a:gd name="connsiteY17" fmla="*/ 1263316 h 1275963"/>
              <a:gd name="connsiteX18" fmla="*/ 2454442 w 2454442"/>
              <a:gd name="connsiteY18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1022685 w 2454442"/>
              <a:gd name="connsiteY9" fmla="*/ 685800 h 1275963"/>
              <a:gd name="connsiteX10" fmla="*/ 1347537 w 2454442"/>
              <a:gd name="connsiteY10" fmla="*/ 842211 h 1275963"/>
              <a:gd name="connsiteX11" fmla="*/ 1588169 w 2454442"/>
              <a:gd name="connsiteY11" fmla="*/ 998621 h 1275963"/>
              <a:gd name="connsiteX12" fmla="*/ 1624264 w 2454442"/>
              <a:gd name="connsiteY12" fmla="*/ 1022684 h 1275963"/>
              <a:gd name="connsiteX13" fmla="*/ 1816769 w 2454442"/>
              <a:gd name="connsiteY13" fmla="*/ 1130969 h 1275963"/>
              <a:gd name="connsiteX14" fmla="*/ 1997242 w 2454442"/>
              <a:gd name="connsiteY14" fmla="*/ 1203158 h 1275963"/>
              <a:gd name="connsiteX15" fmla="*/ 2117558 w 2454442"/>
              <a:gd name="connsiteY15" fmla="*/ 1227221 h 1275963"/>
              <a:gd name="connsiteX16" fmla="*/ 2273969 w 2454442"/>
              <a:gd name="connsiteY16" fmla="*/ 1263316 h 1275963"/>
              <a:gd name="connsiteX17" fmla="*/ 2454442 w 2454442"/>
              <a:gd name="connsiteY17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81264 w 2454442"/>
              <a:gd name="connsiteY4" fmla="*/ 192505 h 1275963"/>
              <a:gd name="connsiteX5" fmla="*/ 625642 w 2454442"/>
              <a:gd name="connsiteY5" fmla="*/ 324853 h 1275963"/>
              <a:gd name="connsiteX6" fmla="*/ 721895 w 2454442"/>
              <a:gd name="connsiteY6" fmla="*/ 433137 h 1275963"/>
              <a:gd name="connsiteX7" fmla="*/ 842211 w 2454442"/>
              <a:gd name="connsiteY7" fmla="*/ 529390 h 1275963"/>
              <a:gd name="connsiteX8" fmla="*/ 1022685 w 2454442"/>
              <a:gd name="connsiteY8" fmla="*/ 685800 h 1275963"/>
              <a:gd name="connsiteX9" fmla="*/ 1347537 w 2454442"/>
              <a:gd name="connsiteY9" fmla="*/ 842211 h 1275963"/>
              <a:gd name="connsiteX10" fmla="*/ 1588169 w 2454442"/>
              <a:gd name="connsiteY10" fmla="*/ 998621 h 1275963"/>
              <a:gd name="connsiteX11" fmla="*/ 1624264 w 2454442"/>
              <a:gd name="connsiteY11" fmla="*/ 1022684 h 1275963"/>
              <a:gd name="connsiteX12" fmla="*/ 1816769 w 2454442"/>
              <a:gd name="connsiteY12" fmla="*/ 1130969 h 1275963"/>
              <a:gd name="connsiteX13" fmla="*/ 1997242 w 2454442"/>
              <a:gd name="connsiteY13" fmla="*/ 1203158 h 1275963"/>
              <a:gd name="connsiteX14" fmla="*/ 2117558 w 2454442"/>
              <a:gd name="connsiteY14" fmla="*/ 1227221 h 1275963"/>
              <a:gd name="connsiteX15" fmla="*/ 2273969 w 2454442"/>
              <a:gd name="connsiteY15" fmla="*/ 1263316 h 1275963"/>
              <a:gd name="connsiteX16" fmla="*/ 2454442 w 2454442"/>
              <a:gd name="connsiteY16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81264 w 2454442"/>
              <a:gd name="connsiteY4" fmla="*/ 192505 h 1275963"/>
              <a:gd name="connsiteX5" fmla="*/ 625642 w 2454442"/>
              <a:gd name="connsiteY5" fmla="*/ 324853 h 1275963"/>
              <a:gd name="connsiteX6" fmla="*/ 721895 w 2454442"/>
              <a:gd name="connsiteY6" fmla="*/ 433137 h 1275963"/>
              <a:gd name="connsiteX7" fmla="*/ 842211 w 2454442"/>
              <a:gd name="connsiteY7" fmla="*/ 529390 h 1275963"/>
              <a:gd name="connsiteX8" fmla="*/ 1022685 w 2454442"/>
              <a:gd name="connsiteY8" fmla="*/ 685800 h 1275963"/>
              <a:gd name="connsiteX9" fmla="*/ 1347537 w 2454442"/>
              <a:gd name="connsiteY9" fmla="*/ 842211 h 1275963"/>
              <a:gd name="connsiteX10" fmla="*/ 1588169 w 2454442"/>
              <a:gd name="connsiteY10" fmla="*/ 998621 h 1275963"/>
              <a:gd name="connsiteX11" fmla="*/ 1624264 w 2454442"/>
              <a:gd name="connsiteY11" fmla="*/ 1022684 h 1275963"/>
              <a:gd name="connsiteX12" fmla="*/ 1816769 w 2454442"/>
              <a:gd name="connsiteY12" fmla="*/ 1130969 h 1275963"/>
              <a:gd name="connsiteX13" fmla="*/ 1997242 w 2454442"/>
              <a:gd name="connsiteY13" fmla="*/ 1203158 h 1275963"/>
              <a:gd name="connsiteX14" fmla="*/ 2117558 w 2454442"/>
              <a:gd name="connsiteY14" fmla="*/ 1227221 h 1275963"/>
              <a:gd name="connsiteX15" fmla="*/ 2273969 w 2454442"/>
              <a:gd name="connsiteY15" fmla="*/ 1263316 h 1275963"/>
              <a:gd name="connsiteX16" fmla="*/ 2454442 w 2454442"/>
              <a:gd name="connsiteY16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81264 w 2454442"/>
              <a:gd name="connsiteY4" fmla="*/ 192505 h 1275963"/>
              <a:gd name="connsiteX5" fmla="*/ 625642 w 2454442"/>
              <a:gd name="connsiteY5" fmla="*/ 324853 h 1275963"/>
              <a:gd name="connsiteX6" fmla="*/ 721895 w 2454442"/>
              <a:gd name="connsiteY6" fmla="*/ 433137 h 1275963"/>
              <a:gd name="connsiteX7" fmla="*/ 842211 w 2454442"/>
              <a:gd name="connsiteY7" fmla="*/ 529390 h 1275963"/>
              <a:gd name="connsiteX8" fmla="*/ 1022685 w 2454442"/>
              <a:gd name="connsiteY8" fmla="*/ 685800 h 1275963"/>
              <a:gd name="connsiteX9" fmla="*/ 1347537 w 2454442"/>
              <a:gd name="connsiteY9" fmla="*/ 842211 h 1275963"/>
              <a:gd name="connsiteX10" fmla="*/ 1588169 w 2454442"/>
              <a:gd name="connsiteY10" fmla="*/ 998621 h 1275963"/>
              <a:gd name="connsiteX11" fmla="*/ 1624264 w 2454442"/>
              <a:gd name="connsiteY11" fmla="*/ 1022684 h 1275963"/>
              <a:gd name="connsiteX12" fmla="*/ 1816769 w 2454442"/>
              <a:gd name="connsiteY12" fmla="*/ 1130969 h 1275963"/>
              <a:gd name="connsiteX13" fmla="*/ 1997242 w 2454442"/>
              <a:gd name="connsiteY13" fmla="*/ 1203158 h 1275963"/>
              <a:gd name="connsiteX14" fmla="*/ 2117558 w 2454442"/>
              <a:gd name="connsiteY14" fmla="*/ 1227221 h 1275963"/>
              <a:gd name="connsiteX15" fmla="*/ 2273969 w 2454442"/>
              <a:gd name="connsiteY15" fmla="*/ 1263316 h 1275963"/>
              <a:gd name="connsiteX16" fmla="*/ 2454442 w 2454442"/>
              <a:gd name="connsiteY16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81264 w 2454442"/>
              <a:gd name="connsiteY4" fmla="*/ 192505 h 1275963"/>
              <a:gd name="connsiteX5" fmla="*/ 625642 w 2454442"/>
              <a:gd name="connsiteY5" fmla="*/ 324853 h 1275963"/>
              <a:gd name="connsiteX6" fmla="*/ 721895 w 2454442"/>
              <a:gd name="connsiteY6" fmla="*/ 433137 h 1275963"/>
              <a:gd name="connsiteX7" fmla="*/ 842211 w 2454442"/>
              <a:gd name="connsiteY7" fmla="*/ 529390 h 1275963"/>
              <a:gd name="connsiteX8" fmla="*/ 1022685 w 2454442"/>
              <a:gd name="connsiteY8" fmla="*/ 685800 h 1275963"/>
              <a:gd name="connsiteX9" fmla="*/ 1347537 w 2454442"/>
              <a:gd name="connsiteY9" fmla="*/ 842211 h 1275963"/>
              <a:gd name="connsiteX10" fmla="*/ 1588169 w 2454442"/>
              <a:gd name="connsiteY10" fmla="*/ 998621 h 1275963"/>
              <a:gd name="connsiteX11" fmla="*/ 1624264 w 2454442"/>
              <a:gd name="connsiteY11" fmla="*/ 1022684 h 1275963"/>
              <a:gd name="connsiteX12" fmla="*/ 1816769 w 2454442"/>
              <a:gd name="connsiteY12" fmla="*/ 1130969 h 1275963"/>
              <a:gd name="connsiteX13" fmla="*/ 1997242 w 2454442"/>
              <a:gd name="connsiteY13" fmla="*/ 1203158 h 1275963"/>
              <a:gd name="connsiteX14" fmla="*/ 2117558 w 2454442"/>
              <a:gd name="connsiteY14" fmla="*/ 1227221 h 1275963"/>
              <a:gd name="connsiteX15" fmla="*/ 2273969 w 2454442"/>
              <a:gd name="connsiteY15" fmla="*/ 1263316 h 1275963"/>
              <a:gd name="connsiteX16" fmla="*/ 2454442 w 2454442"/>
              <a:gd name="connsiteY16" fmla="*/ 1275348 h 1275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454442" h="1275963">
                <a:moveTo>
                  <a:pt x="0" y="0"/>
                </a:moveTo>
                <a:cubicBezTo>
                  <a:pt x="24063" y="8021"/>
                  <a:pt x="47318" y="19088"/>
                  <a:pt x="72190" y="24063"/>
                </a:cubicBezTo>
                <a:cubicBezTo>
                  <a:pt x="144784" y="38582"/>
                  <a:pt x="112948" y="29628"/>
                  <a:pt x="168442" y="48126"/>
                </a:cubicBezTo>
                <a:cubicBezTo>
                  <a:pt x="212558" y="62163"/>
                  <a:pt x="290764" y="90237"/>
                  <a:pt x="336885" y="108284"/>
                </a:cubicBezTo>
                <a:cubicBezTo>
                  <a:pt x="389022" y="132347"/>
                  <a:pt x="433138" y="156410"/>
                  <a:pt x="481264" y="192505"/>
                </a:cubicBezTo>
                <a:cubicBezTo>
                  <a:pt x="529390" y="228600"/>
                  <a:pt x="585537" y="284748"/>
                  <a:pt x="625642" y="324853"/>
                </a:cubicBezTo>
                <a:cubicBezTo>
                  <a:pt x="665747" y="364958"/>
                  <a:pt x="699837" y="411079"/>
                  <a:pt x="721895" y="433137"/>
                </a:cubicBezTo>
                <a:cubicBezTo>
                  <a:pt x="757990" y="467227"/>
                  <a:pt x="792079" y="487280"/>
                  <a:pt x="842211" y="529390"/>
                </a:cubicBezTo>
                <a:cubicBezTo>
                  <a:pt x="892343" y="571500"/>
                  <a:pt x="974559" y="651711"/>
                  <a:pt x="1022685" y="685800"/>
                </a:cubicBezTo>
                <a:cubicBezTo>
                  <a:pt x="1106906" y="737937"/>
                  <a:pt x="1281363" y="808121"/>
                  <a:pt x="1347537" y="842211"/>
                </a:cubicBezTo>
                <a:cubicBezTo>
                  <a:pt x="1441784" y="894348"/>
                  <a:pt x="1542048" y="968542"/>
                  <a:pt x="1588169" y="998621"/>
                </a:cubicBezTo>
                <a:cubicBezTo>
                  <a:pt x="1601460" y="1004317"/>
                  <a:pt x="1586164" y="1000626"/>
                  <a:pt x="1624264" y="1022684"/>
                </a:cubicBezTo>
                <a:cubicBezTo>
                  <a:pt x="1662364" y="1044742"/>
                  <a:pt x="1772653" y="1108911"/>
                  <a:pt x="1816769" y="1130969"/>
                </a:cubicBezTo>
                <a:cubicBezTo>
                  <a:pt x="1878932" y="1161048"/>
                  <a:pt x="1947111" y="1187116"/>
                  <a:pt x="1997242" y="1203158"/>
                </a:cubicBezTo>
                <a:cubicBezTo>
                  <a:pt x="2037094" y="1212355"/>
                  <a:pt x="2077215" y="1220497"/>
                  <a:pt x="2117558" y="1227221"/>
                </a:cubicBezTo>
                <a:cubicBezTo>
                  <a:pt x="2163679" y="1237247"/>
                  <a:pt x="2217822" y="1255295"/>
                  <a:pt x="2273969" y="1263316"/>
                </a:cubicBezTo>
                <a:cubicBezTo>
                  <a:pt x="2381467" y="1275963"/>
                  <a:pt x="2386818" y="1275348"/>
                  <a:pt x="2454442" y="1275348"/>
                </a:cubicBezTo>
              </a:path>
            </a:pathLst>
          </a:custGeom>
          <a:solidFill>
            <a:schemeClr val="bg1"/>
          </a:solidFill>
          <a:ln w="127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pt-BR" sz="2000">
              <a:latin typeface="Nokia Sans Wide" pitchFamily="34" charset="0"/>
            </a:endParaRPr>
          </a:p>
        </p:txBody>
      </p:sp>
      <p:sp>
        <p:nvSpPr>
          <p:cNvPr id="12" name="Forma livre 41">
            <a:extLst>
              <a:ext uri="{FF2B5EF4-FFF2-40B4-BE49-F238E27FC236}">
                <a16:creationId xmlns:a16="http://schemas.microsoft.com/office/drawing/2014/main" id="{C5AB8C01-66A6-20E7-64EA-F07137D91EA7}"/>
              </a:ext>
            </a:extLst>
          </p:cNvPr>
          <p:cNvSpPr/>
          <p:nvPr/>
        </p:nvSpPr>
        <p:spPr bwMode="auto">
          <a:xfrm>
            <a:off x="3749448" y="3982889"/>
            <a:ext cx="2454442" cy="1275963"/>
          </a:xfrm>
          <a:custGeom>
            <a:avLst/>
            <a:gdLst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204537 w 2454442"/>
              <a:gd name="connsiteY3" fmla="*/ 72190 h 1275963"/>
              <a:gd name="connsiteX4" fmla="*/ 252664 w 2454442"/>
              <a:gd name="connsiteY4" fmla="*/ 84221 h 1275963"/>
              <a:gd name="connsiteX5" fmla="*/ 288758 w 2454442"/>
              <a:gd name="connsiteY5" fmla="*/ 96253 h 1275963"/>
              <a:gd name="connsiteX6" fmla="*/ 336885 w 2454442"/>
              <a:gd name="connsiteY6" fmla="*/ 108284 h 1275963"/>
              <a:gd name="connsiteX7" fmla="*/ 409074 w 2454442"/>
              <a:gd name="connsiteY7" fmla="*/ 144379 h 1275963"/>
              <a:gd name="connsiteX8" fmla="*/ 445169 w 2454442"/>
              <a:gd name="connsiteY8" fmla="*/ 156411 h 1275963"/>
              <a:gd name="connsiteX9" fmla="*/ 481264 w 2454442"/>
              <a:gd name="connsiteY9" fmla="*/ 192505 h 1275963"/>
              <a:gd name="connsiteX10" fmla="*/ 517358 w 2454442"/>
              <a:gd name="connsiteY10" fmla="*/ 216569 h 1275963"/>
              <a:gd name="connsiteX11" fmla="*/ 625642 w 2454442"/>
              <a:gd name="connsiteY11" fmla="*/ 324853 h 1275963"/>
              <a:gd name="connsiteX12" fmla="*/ 661737 w 2454442"/>
              <a:gd name="connsiteY12" fmla="*/ 360948 h 1275963"/>
              <a:gd name="connsiteX13" fmla="*/ 697832 w 2454442"/>
              <a:gd name="connsiteY13" fmla="*/ 397042 h 1275963"/>
              <a:gd name="connsiteX14" fmla="*/ 721895 w 2454442"/>
              <a:gd name="connsiteY14" fmla="*/ 433137 h 1275963"/>
              <a:gd name="connsiteX15" fmla="*/ 757990 w 2454442"/>
              <a:gd name="connsiteY15" fmla="*/ 457200 h 1275963"/>
              <a:gd name="connsiteX16" fmla="*/ 842211 w 2454442"/>
              <a:gd name="connsiteY16" fmla="*/ 529390 h 1275963"/>
              <a:gd name="connsiteX17" fmla="*/ 890337 w 2454442"/>
              <a:gd name="connsiteY17" fmla="*/ 589548 h 1275963"/>
              <a:gd name="connsiteX18" fmla="*/ 926432 w 2454442"/>
              <a:gd name="connsiteY18" fmla="*/ 613611 h 1275963"/>
              <a:gd name="connsiteX19" fmla="*/ 1022685 w 2454442"/>
              <a:gd name="connsiteY19" fmla="*/ 685800 h 1275963"/>
              <a:gd name="connsiteX20" fmla="*/ 1130969 w 2454442"/>
              <a:gd name="connsiteY20" fmla="*/ 733926 h 1275963"/>
              <a:gd name="connsiteX21" fmla="*/ 1167064 w 2454442"/>
              <a:gd name="connsiteY21" fmla="*/ 745958 h 1275963"/>
              <a:gd name="connsiteX22" fmla="*/ 1239253 w 2454442"/>
              <a:gd name="connsiteY22" fmla="*/ 794084 h 1275963"/>
              <a:gd name="connsiteX23" fmla="*/ 1275348 w 2454442"/>
              <a:gd name="connsiteY23" fmla="*/ 806116 h 1275963"/>
              <a:gd name="connsiteX24" fmla="*/ 1311442 w 2454442"/>
              <a:gd name="connsiteY24" fmla="*/ 830179 h 1275963"/>
              <a:gd name="connsiteX25" fmla="*/ 1347537 w 2454442"/>
              <a:gd name="connsiteY25" fmla="*/ 842211 h 1275963"/>
              <a:gd name="connsiteX26" fmla="*/ 1419727 w 2454442"/>
              <a:gd name="connsiteY26" fmla="*/ 890337 h 1275963"/>
              <a:gd name="connsiteX27" fmla="*/ 1455821 w 2454442"/>
              <a:gd name="connsiteY27" fmla="*/ 914400 h 1275963"/>
              <a:gd name="connsiteX28" fmla="*/ 1479885 w 2454442"/>
              <a:gd name="connsiteY28" fmla="*/ 938463 h 1275963"/>
              <a:gd name="connsiteX29" fmla="*/ 1515979 w 2454442"/>
              <a:gd name="connsiteY29" fmla="*/ 950495 h 1275963"/>
              <a:gd name="connsiteX30" fmla="*/ 1588169 w 2454442"/>
              <a:gd name="connsiteY30" fmla="*/ 998621 h 1275963"/>
              <a:gd name="connsiteX31" fmla="*/ 1624264 w 2454442"/>
              <a:gd name="connsiteY31" fmla="*/ 1022684 h 1275963"/>
              <a:gd name="connsiteX32" fmla="*/ 1660358 w 2454442"/>
              <a:gd name="connsiteY32" fmla="*/ 1034716 h 1275963"/>
              <a:gd name="connsiteX33" fmla="*/ 1732548 w 2454442"/>
              <a:gd name="connsiteY33" fmla="*/ 1070811 h 1275963"/>
              <a:gd name="connsiteX34" fmla="*/ 1816769 w 2454442"/>
              <a:gd name="connsiteY34" fmla="*/ 1130969 h 1275963"/>
              <a:gd name="connsiteX35" fmla="*/ 1888958 w 2454442"/>
              <a:gd name="connsiteY35" fmla="*/ 1155032 h 1275963"/>
              <a:gd name="connsiteX36" fmla="*/ 1925053 w 2454442"/>
              <a:gd name="connsiteY36" fmla="*/ 1167063 h 1275963"/>
              <a:gd name="connsiteX37" fmla="*/ 1961148 w 2454442"/>
              <a:gd name="connsiteY37" fmla="*/ 1191126 h 1275963"/>
              <a:gd name="connsiteX38" fmla="*/ 1997242 w 2454442"/>
              <a:gd name="connsiteY38" fmla="*/ 1203158 h 1275963"/>
              <a:gd name="connsiteX39" fmla="*/ 2117558 w 2454442"/>
              <a:gd name="connsiteY39" fmla="*/ 1227221 h 1275963"/>
              <a:gd name="connsiteX40" fmla="*/ 2189748 w 2454442"/>
              <a:gd name="connsiteY40" fmla="*/ 1239253 h 1275963"/>
              <a:gd name="connsiteX41" fmla="*/ 2273969 w 2454442"/>
              <a:gd name="connsiteY41" fmla="*/ 1263316 h 1275963"/>
              <a:gd name="connsiteX42" fmla="*/ 2454442 w 2454442"/>
              <a:gd name="connsiteY42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204537 w 2454442"/>
              <a:gd name="connsiteY3" fmla="*/ 72190 h 1275963"/>
              <a:gd name="connsiteX4" fmla="*/ 252664 w 2454442"/>
              <a:gd name="connsiteY4" fmla="*/ 84221 h 1275963"/>
              <a:gd name="connsiteX5" fmla="*/ 336885 w 2454442"/>
              <a:gd name="connsiteY5" fmla="*/ 108284 h 1275963"/>
              <a:gd name="connsiteX6" fmla="*/ 409074 w 2454442"/>
              <a:gd name="connsiteY6" fmla="*/ 144379 h 1275963"/>
              <a:gd name="connsiteX7" fmla="*/ 445169 w 2454442"/>
              <a:gd name="connsiteY7" fmla="*/ 156411 h 1275963"/>
              <a:gd name="connsiteX8" fmla="*/ 481264 w 2454442"/>
              <a:gd name="connsiteY8" fmla="*/ 192505 h 1275963"/>
              <a:gd name="connsiteX9" fmla="*/ 517358 w 2454442"/>
              <a:gd name="connsiteY9" fmla="*/ 216569 h 1275963"/>
              <a:gd name="connsiteX10" fmla="*/ 625642 w 2454442"/>
              <a:gd name="connsiteY10" fmla="*/ 324853 h 1275963"/>
              <a:gd name="connsiteX11" fmla="*/ 661737 w 2454442"/>
              <a:gd name="connsiteY11" fmla="*/ 360948 h 1275963"/>
              <a:gd name="connsiteX12" fmla="*/ 697832 w 2454442"/>
              <a:gd name="connsiteY12" fmla="*/ 397042 h 1275963"/>
              <a:gd name="connsiteX13" fmla="*/ 721895 w 2454442"/>
              <a:gd name="connsiteY13" fmla="*/ 433137 h 1275963"/>
              <a:gd name="connsiteX14" fmla="*/ 757990 w 2454442"/>
              <a:gd name="connsiteY14" fmla="*/ 457200 h 1275963"/>
              <a:gd name="connsiteX15" fmla="*/ 842211 w 2454442"/>
              <a:gd name="connsiteY15" fmla="*/ 529390 h 1275963"/>
              <a:gd name="connsiteX16" fmla="*/ 890337 w 2454442"/>
              <a:gd name="connsiteY16" fmla="*/ 589548 h 1275963"/>
              <a:gd name="connsiteX17" fmla="*/ 926432 w 2454442"/>
              <a:gd name="connsiteY17" fmla="*/ 613611 h 1275963"/>
              <a:gd name="connsiteX18" fmla="*/ 1022685 w 2454442"/>
              <a:gd name="connsiteY18" fmla="*/ 685800 h 1275963"/>
              <a:gd name="connsiteX19" fmla="*/ 1130969 w 2454442"/>
              <a:gd name="connsiteY19" fmla="*/ 733926 h 1275963"/>
              <a:gd name="connsiteX20" fmla="*/ 1167064 w 2454442"/>
              <a:gd name="connsiteY20" fmla="*/ 745958 h 1275963"/>
              <a:gd name="connsiteX21" fmla="*/ 1239253 w 2454442"/>
              <a:gd name="connsiteY21" fmla="*/ 794084 h 1275963"/>
              <a:gd name="connsiteX22" fmla="*/ 1275348 w 2454442"/>
              <a:gd name="connsiteY22" fmla="*/ 806116 h 1275963"/>
              <a:gd name="connsiteX23" fmla="*/ 1311442 w 2454442"/>
              <a:gd name="connsiteY23" fmla="*/ 830179 h 1275963"/>
              <a:gd name="connsiteX24" fmla="*/ 1347537 w 2454442"/>
              <a:gd name="connsiteY24" fmla="*/ 842211 h 1275963"/>
              <a:gd name="connsiteX25" fmla="*/ 1419727 w 2454442"/>
              <a:gd name="connsiteY25" fmla="*/ 890337 h 1275963"/>
              <a:gd name="connsiteX26" fmla="*/ 1455821 w 2454442"/>
              <a:gd name="connsiteY26" fmla="*/ 914400 h 1275963"/>
              <a:gd name="connsiteX27" fmla="*/ 1479885 w 2454442"/>
              <a:gd name="connsiteY27" fmla="*/ 938463 h 1275963"/>
              <a:gd name="connsiteX28" fmla="*/ 1515979 w 2454442"/>
              <a:gd name="connsiteY28" fmla="*/ 950495 h 1275963"/>
              <a:gd name="connsiteX29" fmla="*/ 1588169 w 2454442"/>
              <a:gd name="connsiteY29" fmla="*/ 998621 h 1275963"/>
              <a:gd name="connsiteX30" fmla="*/ 1624264 w 2454442"/>
              <a:gd name="connsiteY30" fmla="*/ 1022684 h 1275963"/>
              <a:gd name="connsiteX31" fmla="*/ 1660358 w 2454442"/>
              <a:gd name="connsiteY31" fmla="*/ 1034716 h 1275963"/>
              <a:gd name="connsiteX32" fmla="*/ 1732548 w 2454442"/>
              <a:gd name="connsiteY32" fmla="*/ 1070811 h 1275963"/>
              <a:gd name="connsiteX33" fmla="*/ 1816769 w 2454442"/>
              <a:gd name="connsiteY33" fmla="*/ 1130969 h 1275963"/>
              <a:gd name="connsiteX34" fmla="*/ 1888958 w 2454442"/>
              <a:gd name="connsiteY34" fmla="*/ 1155032 h 1275963"/>
              <a:gd name="connsiteX35" fmla="*/ 1925053 w 2454442"/>
              <a:gd name="connsiteY35" fmla="*/ 1167063 h 1275963"/>
              <a:gd name="connsiteX36" fmla="*/ 1961148 w 2454442"/>
              <a:gd name="connsiteY36" fmla="*/ 1191126 h 1275963"/>
              <a:gd name="connsiteX37" fmla="*/ 1997242 w 2454442"/>
              <a:gd name="connsiteY37" fmla="*/ 1203158 h 1275963"/>
              <a:gd name="connsiteX38" fmla="*/ 2117558 w 2454442"/>
              <a:gd name="connsiteY38" fmla="*/ 1227221 h 1275963"/>
              <a:gd name="connsiteX39" fmla="*/ 2189748 w 2454442"/>
              <a:gd name="connsiteY39" fmla="*/ 1239253 h 1275963"/>
              <a:gd name="connsiteX40" fmla="*/ 2273969 w 2454442"/>
              <a:gd name="connsiteY40" fmla="*/ 1263316 h 1275963"/>
              <a:gd name="connsiteX41" fmla="*/ 2454442 w 2454442"/>
              <a:gd name="connsiteY41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204537 w 2454442"/>
              <a:gd name="connsiteY3" fmla="*/ 72190 h 1275963"/>
              <a:gd name="connsiteX4" fmla="*/ 252664 w 2454442"/>
              <a:gd name="connsiteY4" fmla="*/ 84221 h 1275963"/>
              <a:gd name="connsiteX5" fmla="*/ 336885 w 2454442"/>
              <a:gd name="connsiteY5" fmla="*/ 108284 h 1275963"/>
              <a:gd name="connsiteX6" fmla="*/ 445169 w 2454442"/>
              <a:gd name="connsiteY6" fmla="*/ 156411 h 1275963"/>
              <a:gd name="connsiteX7" fmla="*/ 481264 w 2454442"/>
              <a:gd name="connsiteY7" fmla="*/ 192505 h 1275963"/>
              <a:gd name="connsiteX8" fmla="*/ 517358 w 2454442"/>
              <a:gd name="connsiteY8" fmla="*/ 216569 h 1275963"/>
              <a:gd name="connsiteX9" fmla="*/ 625642 w 2454442"/>
              <a:gd name="connsiteY9" fmla="*/ 324853 h 1275963"/>
              <a:gd name="connsiteX10" fmla="*/ 661737 w 2454442"/>
              <a:gd name="connsiteY10" fmla="*/ 360948 h 1275963"/>
              <a:gd name="connsiteX11" fmla="*/ 697832 w 2454442"/>
              <a:gd name="connsiteY11" fmla="*/ 397042 h 1275963"/>
              <a:gd name="connsiteX12" fmla="*/ 721895 w 2454442"/>
              <a:gd name="connsiteY12" fmla="*/ 433137 h 1275963"/>
              <a:gd name="connsiteX13" fmla="*/ 757990 w 2454442"/>
              <a:gd name="connsiteY13" fmla="*/ 457200 h 1275963"/>
              <a:gd name="connsiteX14" fmla="*/ 842211 w 2454442"/>
              <a:gd name="connsiteY14" fmla="*/ 529390 h 1275963"/>
              <a:gd name="connsiteX15" fmla="*/ 890337 w 2454442"/>
              <a:gd name="connsiteY15" fmla="*/ 589548 h 1275963"/>
              <a:gd name="connsiteX16" fmla="*/ 926432 w 2454442"/>
              <a:gd name="connsiteY16" fmla="*/ 613611 h 1275963"/>
              <a:gd name="connsiteX17" fmla="*/ 1022685 w 2454442"/>
              <a:gd name="connsiteY17" fmla="*/ 685800 h 1275963"/>
              <a:gd name="connsiteX18" fmla="*/ 1130969 w 2454442"/>
              <a:gd name="connsiteY18" fmla="*/ 733926 h 1275963"/>
              <a:gd name="connsiteX19" fmla="*/ 1167064 w 2454442"/>
              <a:gd name="connsiteY19" fmla="*/ 745958 h 1275963"/>
              <a:gd name="connsiteX20" fmla="*/ 1239253 w 2454442"/>
              <a:gd name="connsiteY20" fmla="*/ 794084 h 1275963"/>
              <a:gd name="connsiteX21" fmla="*/ 1275348 w 2454442"/>
              <a:gd name="connsiteY21" fmla="*/ 806116 h 1275963"/>
              <a:gd name="connsiteX22" fmla="*/ 1311442 w 2454442"/>
              <a:gd name="connsiteY22" fmla="*/ 830179 h 1275963"/>
              <a:gd name="connsiteX23" fmla="*/ 1347537 w 2454442"/>
              <a:gd name="connsiteY23" fmla="*/ 842211 h 1275963"/>
              <a:gd name="connsiteX24" fmla="*/ 1419727 w 2454442"/>
              <a:gd name="connsiteY24" fmla="*/ 890337 h 1275963"/>
              <a:gd name="connsiteX25" fmla="*/ 1455821 w 2454442"/>
              <a:gd name="connsiteY25" fmla="*/ 914400 h 1275963"/>
              <a:gd name="connsiteX26" fmla="*/ 1479885 w 2454442"/>
              <a:gd name="connsiteY26" fmla="*/ 938463 h 1275963"/>
              <a:gd name="connsiteX27" fmla="*/ 1515979 w 2454442"/>
              <a:gd name="connsiteY27" fmla="*/ 950495 h 1275963"/>
              <a:gd name="connsiteX28" fmla="*/ 1588169 w 2454442"/>
              <a:gd name="connsiteY28" fmla="*/ 998621 h 1275963"/>
              <a:gd name="connsiteX29" fmla="*/ 1624264 w 2454442"/>
              <a:gd name="connsiteY29" fmla="*/ 1022684 h 1275963"/>
              <a:gd name="connsiteX30" fmla="*/ 1660358 w 2454442"/>
              <a:gd name="connsiteY30" fmla="*/ 1034716 h 1275963"/>
              <a:gd name="connsiteX31" fmla="*/ 1732548 w 2454442"/>
              <a:gd name="connsiteY31" fmla="*/ 1070811 h 1275963"/>
              <a:gd name="connsiteX32" fmla="*/ 1816769 w 2454442"/>
              <a:gd name="connsiteY32" fmla="*/ 1130969 h 1275963"/>
              <a:gd name="connsiteX33" fmla="*/ 1888958 w 2454442"/>
              <a:gd name="connsiteY33" fmla="*/ 1155032 h 1275963"/>
              <a:gd name="connsiteX34" fmla="*/ 1925053 w 2454442"/>
              <a:gd name="connsiteY34" fmla="*/ 1167063 h 1275963"/>
              <a:gd name="connsiteX35" fmla="*/ 1961148 w 2454442"/>
              <a:gd name="connsiteY35" fmla="*/ 1191126 h 1275963"/>
              <a:gd name="connsiteX36" fmla="*/ 1997242 w 2454442"/>
              <a:gd name="connsiteY36" fmla="*/ 1203158 h 1275963"/>
              <a:gd name="connsiteX37" fmla="*/ 2117558 w 2454442"/>
              <a:gd name="connsiteY37" fmla="*/ 1227221 h 1275963"/>
              <a:gd name="connsiteX38" fmla="*/ 2189748 w 2454442"/>
              <a:gd name="connsiteY38" fmla="*/ 1239253 h 1275963"/>
              <a:gd name="connsiteX39" fmla="*/ 2273969 w 2454442"/>
              <a:gd name="connsiteY39" fmla="*/ 1263316 h 1275963"/>
              <a:gd name="connsiteX40" fmla="*/ 2454442 w 2454442"/>
              <a:gd name="connsiteY40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252664 w 2454442"/>
              <a:gd name="connsiteY3" fmla="*/ 84221 h 1275963"/>
              <a:gd name="connsiteX4" fmla="*/ 336885 w 2454442"/>
              <a:gd name="connsiteY4" fmla="*/ 108284 h 1275963"/>
              <a:gd name="connsiteX5" fmla="*/ 445169 w 2454442"/>
              <a:gd name="connsiteY5" fmla="*/ 156411 h 1275963"/>
              <a:gd name="connsiteX6" fmla="*/ 481264 w 2454442"/>
              <a:gd name="connsiteY6" fmla="*/ 192505 h 1275963"/>
              <a:gd name="connsiteX7" fmla="*/ 517358 w 2454442"/>
              <a:gd name="connsiteY7" fmla="*/ 216569 h 1275963"/>
              <a:gd name="connsiteX8" fmla="*/ 625642 w 2454442"/>
              <a:gd name="connsiteY8" fmla="*/ 324853 h 1275963"/>
              <a:gd name="connsiteX9" fmla="*/ 661737 w 2454442"/>
              <a:gd name="connsiteY9" fmla="*/ 360948 h 1275963"/>
              <a:gd name="connsiteX10" fmla="*/ 697832 w 2454442"/>
              <a:gd name="connsiteY10" fmla="*/ 397042 h 1275963"/>
              <a:gd name="connsiteX11" fmla="*/ 721895 w 2454442"/>
              <a:gd name="connsiteY11" fmla="*/ 433137 h 1275963"/>
              <a:gd name="connsiteX12" fmla="*/ 757990 w 2454442"/>
              <a:gd name="connsiteY12" fmla="*/ 457200 h 1275963"/>
              <a:gd name="connsiteX13" fmla="*/ 842211 w 2454442"/>
              <a:gd name="connsiteY13" fmla="*/ 529390 h 1275963"/>
              <a:gd name="connsiteX14" fmla="*/ 890337 w 2454442"/>
              <a:gd name="connsiteY14" fmla="*/ 589548 h 1275963"/>
              <a:gd name="connsiteX15" fmla="*/ 926432 w 2454442"/>
              <a:gd name="connsiteY15" fmla="*/ 613611 h 1275963"/>
              <a:gd name="connsiteX16" fmla="*/ 1022685 w 2454442"/>
              <a:gd name="connsiteY16" fmla="*/ 685800 h 1275963"/>
              <a:gd name="connsiteX17" fmla="*/ 1130969 w 2454442"/>
              <a:gd name="connsiteY17" fmla="*/ 733926 h 1275963"/>
              <a:gd name="connsiteX18" fmla="*/ 1167064 w 2454442"/>
              <a:gd name="connsiteY18" fmla="*/ 745958 h 1275963"/>
              <a:gd name="connsiteX19" fmla="*/ 1239253 w 2454442"/>
              <a:gd name="connsiteY19" fmla="*/ 794084 h 1275963"/>
              <a:gd name="connsiteX20" fmla="*/ 1275348 w 2454442"/>
              <a:gd name="connsiteY20" fmla="*/ 806116 h 1275963"/>
              <a:gd name="connsiteX21" fmla="*/ 1311442 w 2454442"/>
              <a:gd name="connsiteY21" fmla="*/ 830179 h 1275963"/>
              <a:gd name="connsiteX22" fmla="*/ 1347537 w 2454442"/>
              <a:gd name="connsiteY22" fmla="*/ 842211 h 1275963"/>
              <a:gd name="connsiteX23" fmla="*/ 1419727 w 2454442"/>
              <a:gd name="connsiteY23" fmla="*/ 890337 h 1275963"/>
              <a:gd name="connsiteX24" fmla="*/ 1455821 w 2454442"/>
              <a:gd name="connsiteY24" fmla="*/ 914400 h 1275963"/>
              <a:gd name="connsiteX25" fmla="*/ 1479885 w 2454442"/>
              <a:gd name="connsiteY25" fmla="*/ 938463 h 1275963"/>
              <a:gd name="connsiteX26" fmla="*/ 1515979 w 2454442"/>
              <a:gd name="connsiteY26" fmla="*/ 950495 h 1275963"/>
              <a:gd name="connsiteX27" fmla="*/ 1588169 w 2454442"/>
              <a:gd name="connsiteY27" fmla="*/ 998621 h 1275963"/>
              <a:gd name="connsiteX28" fmla="*/ 1624264 w 2454442"/>
              <a:gd name="connsiteY28" fmla="*/ 1022684 h 1275963"/>
              <a:gd name="connsiteX29" fmla="*/ 1660358 w 2454442"/>
              <a:gd name="connsiteY29" fmla="*/ 1034716 h 1275963"/>
              <a:gd name="connsiteX30" fmla="*/ 1732548 w 2454442"/>
              <a:gd name="connsiteY30" fmla="*/ 1070811 h 1275963"/>
              <a:gd name="connsiteX31" fmla="*/ 1816769 w 2454442"/>
              <a:gd name="connsiteY31" fmla="*/ 1130969 h 1275963"/>
              <a:gd name="connsiteX32" fmla="*/ 1888958 w 2454442"/>
              <a:gd name="connsiteY32" fmla="*/ 1155032 h 1275963"/>
              <a:gd name="connsiteX33" fmla="*/ 1925053 w 2454442"/>
              <a:gd name="connsiteY33" fmla="*/ 1167063 h 1275963"/>
              <a:gd name="connsiteX34" fmla="*/ 1961148 w 2454442"/>
              <a:gd name="connsiteY34" fmla="*/ 1191126 h 1275963"/>
              <a:gd name="connsiteX35" fmla="*/ 1997242 w 2454442"/>
              <a:gd name="connsiteY35" fmla="*/ 1203158 h 1275963"/>
              <a:gd name="connsiteX36" fmla="*/ 2117558 w 2454442"/>
              <a:gd name="connsiteY36" fmla="*/ 1227221 h 1275963"/>
              <a:gd name="connsiteX37" fmla="*/ 2189748 w 2454442"/>
              <a:gd name="connsiteY37" fmla="*/ 1239253 h 1275963"/>
              <a:gd name="connsiteX38" fmla="*/ 2273969 w 2454442"/>
              <a:gd name="connsiteY38" fmla="*/ 1263316 h 1275963"/>
              <a:gd name="connsiteX39" fmla="*/ 2454442 w 2454442"/>
              <a:gd name="connsiteY39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517358 w 2454442"/>
              <a:gd name="connsiteY6" fmla="*/ 216569 h 1275963"/>
              <a:gd name="connsiteX7" fmla="*/ 625642 w 2454442"/>
              <a:gd name="connsiteY7" fmla="*/ 324853 h 1275963"/>
              <a:gd name="connsiteX8" fmla="*/ 661737 w 2454442"/>
              <a:gd name="connsiteY8" fmla="*/ 360948 h 1275963"/>
              <a:gd name="connsiteX9" fmla="*/ 697832 w 2454442"/>
              <a:gd name="connsiteY9" fmla="*/ 397042 h 1275963"/>
              <a:gd name="connsiteX10" fmla="*/ 721895 w 2454442"/>
              <a:gd name="connsiteY10" fmla="*/ 433137 h 1275963"/>
              <a:gd name="connsiteX11" fmla="*/ 757990 w 2454442"/>
              <a:gd name="connsiteY11" fmla="*/ 457200 h 1275963"/>
              <a:gd name="connsiteX12" fmla="*/ 842211 w 2454442"/>
              <a:gd name="connsiteY12" fmla="*/ 529390 h 1275963"/>
              <a:gd name="connsiteX13" fmla="*/ 890337 w 2454442"/>
              <a:gd name="connsiteY13" fmla="*/ 589548 h 1275963"/>
              <a:gd name="connsiteX14" fmla="*/ 926432 w 2454442"/>
              <a:gd name="connsiteY14" fmla="*/ 613611 h 1275963"/>
              <a:gd name="connsiteX15" fmla="*/ 1022685 w 2454442"/>
              <a:gd name="connsiteY15" fmla="*/ 685800 h 1275963"/>
              <a:gd name="connsiteX16" fmla="*/ 1130969 w 2454442"/>
              <a:gd name="connsiteY16" fmla="*/ 733926 h 1275963"/>
              <a:gd name="connsiteX17" fmla="*/ 1167064 w 2454442"/>
              <a:gd name="connsiteY17" fmla="*/ 745958 h 1275963"/>
              <a:gd name="connsiteX18" fmla="*/ 1239253 w 2454442"/>
              <a:gd name="connsiteY18" fmla="*/ 794084 h 1275963"/>
              <a:gd name="connsiteX19" fmla="*/ 1275348 w 2454442"/>
              <a:gd name="connsiteY19" fmla="*/ 806116 h 1275963"/>
              <a:gd name="connsiteX20" fmla="*/ 1311442 w 2454442"/>
              <a:gd name="connsiteY20" fmla="*/ 830179 h 1275963"/>
              <a:gd name="connsiteX21" fmla="*/ 1347537 w 2454442"/>
              <a:gd name="connsiteY21" fmla="*/ 842211 h 1275963"/>
              <a:gd name="connsiteX22" fmla="*/ 1419727 w 2454442"/>
              <a:gd name="connsiteY22" fmla="*/ 890337 h 1275963"/>
              <a:gd name="connsiteX23" fmla="*/ 1455821 w 2454442"/>
              <a:gd name="connsiteY23" fmla="*/ 914400 h 1275963"/>
              <a:gd name="connsiteX24" fmla="*/ 1479885 w 2454442"/>
              <a:gd name="connsiteY24" fmla="*/ 938463 h 1275963"/>
              <a:gd name="connsiteX25" fmla="*/ 1515979 w 2454442"/>
              <a:gd name="connsiteY25" fmla="*/ 950495 h 1275963"/>
              <a:gd name="connsiteX26" fmla="*/ 1588169 w 2454442"/>
              <a:gd name="connsiteY26" fmla="*/ 998621 h 1275963"/>
              <a:gd name="connsiteX27" fmla="*/ 1624264 w 2454442"/>
              <a:gd name="connsiteY27" fmla="*/ 1022684 h 1275963"/>
              <a:gd name="connsiteX28" fmla="*/ 1660358 w 2454442"/>
              <a:gd name="connsiteY28" fmla="*/ 1034716 h 1275963"/>
              <a:gd name="connsiteX29" fmla="*/ 1732548 w 2454442"/>
              <a:gd name="connsiteY29" fmla="*/ 1070811 h 1275963"/>
              <a:gd name="connsiteX30" fmla="*/ 1816769 w 2454442"/>
              <a:gd name="connsiteY30" fmla="*/ 1130969 h 1275963"/>
              <a:gd name="connsiteX31" fmla="*/ 1888958 w 2454442"/>
              <a:gd name="connsiteY31" fmla="*/ 1155032 h 1275963"/>
              <a:gd name="connsiteX32" fmla="*/ 1925053 w 2454442"/>
              <a:gd name="connsiteY32" fmla="*/ 1167063 h 1275963"/>
              <a:gd name="connsiteX33" fmla="*/ 1961148 w 2454442"/>
              <a:gd name="connsiteY33" fmla="*/ 1191126 h 1275963"/>
              <a:gd name="connsiteX34" fmla="*/ 1997242 w 2454442"/>
              <a:gd name="connsiteY34" fmla="*/ 1203158 h 1275963"/>
              <a:gd name="connsiteX35" fmla="*/ 2117558 w 2454442"/>
              <a:gd name="connsiteY35" fmla="*/ 1227221 h 1275963"/>
              <a:gd name="connsiteX36" fmla="*/ 2189748 w 2454442"/>
              <a:gd name="connsiteY36" fmla="*/ 1239253 h 1275963"/>
              <a:gd name="connsiteX37" fmla="*/ 2273969 w 2454442"/>
              <a:gd name="connsiteY37" fmla="*/ 1263316 h 1275963"/>
              <a:gd name="connsiteX38" fmla="*/ 2454442 w 2454442"/>
              <a:gd name="connsiteY38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661737 w 2454442"/>
              <a:gd name="connsiteY7" fmla="*/ 360948 h 1275963"/>
              <a:gd name="connsiteX8" fmla="*/ 697832 w 2454442"/>
              <a:gd name="connsiteY8" fmla="*/ 397042 h 1275963"/>
              <a:gd name="connsiteX9" fmla="*/ 721895 w 2454442"/>
              <a:gd name="connsiteY9" fmla="*/ 433137 h 1275963"/>
              <a:gd name="connsiteX10" fmla="*/ 757990 w 2454442"/>
              <a:gd name="connsiteY10" fmla="*/ 457200 h 1275963"/>
              <a:gd name="connsiteX11" fmla="*/ 842211 w 2454442"/>
              <a:gd name="connsiteY11" fmla="*/ 529390 h 1275963"/>
              <a:gd name="connsiteX12" fmla="*/ 890337 w 2454442"/>
              <a:gd name="connsiteY12" fmla="*/ 589548 h 1275963"/>
              <a:gd name="connsiteX13" fmla="*/ 926432 w 2454442"/>
              <a:gd name="connsiteY13" fmla="*/ 613611 h 1275963"/>
              <a:gd name="connsiteX14" fmla="*/ 1022685 w 2454442"/>
              <a:gd name="connsiteY14" fmla="*/ 685800 h 1275963"/>
              <a:gd name="connsiteX15" fmla="*/ 1130969 w 2454442"/>
              <a:gd name="connsiteY15" fmla="*/ 733926 h 1275963"/>
              <a:gd name="connsiteX16" fmla="*/ 1167064 w 2454442"/>
              <a:gd name="connsiteY16" fmla="*/ 745958 h 1275963"/>
              <a:gd name="connsiteX17" fmla="*/ 1239253 w 2454442"/>
              <a:gd name="connsiteY17" fmla="*/ 794084 h 1275963"/>
              <a:gd name="connsiteX18" fmla="*/ 1275348 w 2454442"/>
              <a:gd name="connsiteY18" fmla="*/ 806116 h 1275963"/>
              <a:gd name="connsiteX19" fmla="*/ 1311442 w 2454442"/>
              <a:gd name="connsiteY19" fmla="*/ 830179 h 1275963"/>
              <a:gd name="connsiteX20" fmla="*/ 1347537 w 2454442"/>
              <a:gd name="connsiteY20" fmla="*/ 842211 h 1275963"/>
              <a:gd name="connsiteX21" fmla="*/ 1419727 w 2454442"/>
              <a:gd name="connsiteY21" fmla="*/ 890337 h 1275963"/>
              <a:gd name="connsiteX22" fmla="*/ 1455821 w 2454442"/>
              <a:gd name="connsiteY22" fmla="*/ 914400 h 1275963"/>
              <a:gd name="connsiteX23" fmla="*/ 1479885 w 2454442"/>
              <a:gd name="connsiteY23" fmla="*/ 938463 h 1275963"/>
              <a:gd name="connsiteX24" fmla="*/ 1515979 w 2454442"/>
              <a:gd name="connsiteY24" fmla="*/ 950495 h 1275963"/>
              <a:gd name="connsiteX25" fmla="*/ 1588169 w 2454442"/>
              <a:gd name="connsiteY25" fmla="*/ 998621 h 1275963"/>
              <a:gd name="connsiteX26" fmla="*/ 1624264 w 2454442"/>
              <a:gd name="connsiteY26" fmla="*/ 1022684 h 1275963"/>
              <a:gd name="connsiteX27" fmla="*/ 1660358 w 2454442"/>
              <a:gd name="connsiteY27" fmla="*/ 1034716 h 1275963"/>
              <a:gd name="connsiteX28" fmla="*/ 1732548 w 2454442"/>
              <a:gd name="connsiteY28" fmla="*/ 1070811 h 1275963"/>
              <a:gd name="connsiteX29" fmla="*/ 1816769 w 2454442"/>
              <a:gd name="connsiteY29" fmla="*/ 1130969 h 1275963"/>
              <a:gd name="connsiteX30" fmla="*/ 1888958 w 2454442"/>
              <a:gd name="connsiteY30" fmla="*/ 1155032 h 1275963"/>
              <a:gd name="connsiteX31" fmla="*/ 1925053 w 2454442"/>
              <a:gd name="connsiteY31" fmla="*/ 1167063 h 1275963"/>
              <a:gd name="connsiteX32" fmla="*/ 1961148 w 2454442"/>
              <a:gd name="connsiteY32" fmla="*/ 1191126 h 1275963"/>
              <a:gd name="connsiteX33" fmla="*/ 1997242 w 2454442"/>
              <a:gd name="connsiteY33" fmla="*/ 1203158 h 1275963"/>
              <a:gd name="connsiteX34" fmla="*/ 2117558 w 2454442"/>
              <a:gd name="connsiteY34" fmla="*/ 1227221 h 1275963"/>
              <a:gd name="connsiteX35" fmla="*/ 2189748 w 2454442"/>
              <a:gd name="connsiteY35" fmla="*/ 1239253 h 1275963"/>
              <a:gd name="connsiteX36" fmla="*/ 2273969 w 2454442"/>
              <a:gd name="connsiteY36" fmla="*/ 1263316 h 1275963"/>
              <a:gd name="connsiteX37" fmla="*/ 2454442 w 2454442"/>
              <a:gd name="connsiteY37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661737 w 2454442"/>
              <a:gd name="connsiteY7" fmla="*/ 360948 h 1275963"/>
              <a:gd name="connsiteX8" fmla="*/ 721895 w 2454442"/>
              <a:gd name="connsiteY8" fmla="*/ 433137 h 1275963"/>
              <a:gd name="connsiteX9" fmla="*/ 757990 w 2454442"/>
              <a:gd name="connsiteY9" fmla="*/ 457200 h 1275963"/>
              <a:gd name="connsiteX10" fmla="*/ 842211 w 2454442"/>
              <a:gd name="connsiteY10" fmla="*/ 529390 h 1275963"/>
              <a:gd name="connsiteX11" fmla="*/ 890337 w 2454442"/>
              <a:gd name="connsiteY11" fmla="*/ 589548 h 1275963"/>
              <a:gd name="connsiteX12" fmla="*/ 926432 w 2454442"/>
              <a:gd name="connsiteY12" fmla="*/ 613611 h 1275963"/>
              <a:gd name="connsiteX13" fmla="*/ 1022685 w 2454442"/>
              <a:gd name="connsiteY13" fmla="*/ 685800 h 1275963"/>
              <a:gd name="connsiteX14" fmla="*/ 1130969 w 2454442"/>
              <a:gd name="connsiteY14" fmla="*/ 733926 h 1275963"/>
              <a:gd name="connsiteX15" fmla="*/ 1167064 w 2454442"/>
              <a:gd name="connsiteY15" fmla="*/ 745958 h 1275963"/>
              <a:gd name="connsiteX16" fmla="*/ 1239253 w 2454442"/>
              <a:gd name="connsiteY16" fmla="*/ 794084 h 1275963"/>
              <a:gd name="connsiteX17" fmla="*/ 1275348 w 2454442"/>
              <a:gd name="connsiteY17" fmla="*/ 806116 h 1275963"/>
              <a:gd name="connsiteX18" fmla="*/ 1311442 w 2454442"/>
              <a:gd name="connsiteY18" fmla="*/ 830179 h 1275963"/>
              <a:gd name="connsiteX19" fmla="*/ 1347537 w 2454442"/>
              <a:gd name="connsiteY19" fmla="*/ 842211 h 1275963"/>
              <a:gd name="connsiteX20" fmla="*/ 1419727 w 2454442"/>
              <a:gd name="connsiteY20" fmla="*/ 890337 h 1275963"/>
              <a:gd name="connsiteX21" fmla="*/ 1455821 w 2454442"/>
              <a:gd name="connsiteY21" fmla="*/ 914400 h 1275963"/>
              <a:gd name="connsiteX22" fmla="*/ 1479885 w 2454442"/>
              <a:gd name="connsiteY22" fmla="*/ 938463 h 1275963"/>
              <a:gd name="connsiteX23" fmla="*/ 1515979 w 2454442"/>
              <a:gd name="connsiteY23" fmla="*/ 950495 h 1275963"/>
              <a:gd name="connsiteX24" fmla="*/ 1588169 w 2454442"/>
              <a:gd name="connsiteY24" fmla="*/ 998621 h 1275963"/>
              <a:gd name="connsiteX25" fmla="*/ 1624264 w 2454442"/>
              <a:gd name="connsiteY25" fmla="*/ 1022684 h 1275963"/>
              <a:gd name="connsiteX26" fmla="*/ 1660358 w 2454442"/>
              <a:gd name="connsiteY26" fmla="*/ 1034716 h 1275963"/>
              <a:gd name="connsiteX27" fmla="*/ 1732548 w 2454442"/>
              <a:gd name="connsiteY27" fmla="*/ 1070811 h 1275963"/>
              <a:gd name="connsiteX28" fmla="*/ 1816769 w 2454442"/>
              <a:gd name="connsiteY28" fmla="*/ 1130969 h 1275963"/>
              <a:gd name="connsiteX29" fmla="*/ 1888958 w 2454442"/>
              <a:gd name="connsiteY29" fmla="*/ 1155032 h 1275963"/>
              <a:gd name="connsiteX30" fmla="*/ 1925053 w 2454442"/>
              <a:gd name="connsiteY30" fmla="*/ 1167063 h 1275963"/>
              <a:gd name="connsiteX31" fmla="*/ 1961148 w 2454442"/>
              <a:gd name="connsiteY31" fmla="*/ 1191126 h 1275963"/>
              <a:gd name="connsiteX32" fmla="*/ 1997242 w 2454442"/>
              <a:gd name="connsiteY32" fmla="*/ 1203158 h 1275963"/>
              <a:gd name="connsiteX33" fmla="*/ 2117558 w 2454442"/>
              <a:gd name="connsiteY33" fmla="*/ 1227221 h 1275963"/>
              <a:gd name="connsiteX34" fmla="*/ 2189748 w 2454442"/>
              <a:gd name="connsiteY34" fmla="*/ 1239253 h 1275963"/>
              <a:gd name="connsiteX35" fmla="*/ 2273969 w 2454442"/>
              <a:gd name="connsiteY35" fmla="*/ 1263316 h 1275963"/>
              <a:gd name="connsiteX36" fmla="*/ 2454442 w 2454442"/>
              <a:gd name="connsiteY36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757990 w 2454442"/>
              <a:gd name="connsiteY8" fmla="*/ 457200 h 1275963"/>
              <a:gd name="connsiteX9" fmla="*/ 842211 w 2454442"/>
              <a:gd name="connsiteY9" fmla="*/ 529390 h 1275963"/>
              <a:gd name="connsiteX10" fmla="*/ 890337 w 2454442"/>
              <a:gd name="connsiteY10" fmla="*/ 589548 h 1275963"/>
              <a:gd name="connsiteX11" fmla="*/ 926432 w 2454442"/>
              <a:gd name="connsiteY11" fmla="*/ 613611 h 1275963"/>
              <a:gd name="connsiteX12" fmla="*/ 1022685 w 2454442"/>
              <a:gd name="connsiteY12" fmla="*/ 685800 h 1275963"/>
              <a:gd name="connsiteX13" fmla="*/ 1130969 w 2454442"/>
              <a:gd name="connsiteY13" fmla="*/ 733926 h 1275963"/>
              <a:gd name="connsiteX14" fmla="*/ 1167064 w 2454442"/>
              <a:gd name="connsiteY14" fmla="*/ 745958 h 1275963"/>
              <a:gd name="connsiteX15" fmla="*/ 1239253 w 2454442"/>
              <a:gd name="connsiteY15" fmla="*/ 794084 h 1275963"/>
              <a:gd name="connsiteX16" fmla="*/ 1275348 w 2454442"/>
              <a:gd name="connsiteY16" fmla="*/ 806116 h 1275963"/>
              <a:gd name="connsiteX17" fmla="*/ 1311442 w 2454442"/>
              <a:gd name="connsiteY17" fmla="*/ 830179 h 1275963"/>
              <a:gd name="connsiteX18" fmla="*/ 1347537 w 2454442"/>
              <a:gd name="connsiteY18" fmla="*/ 842211 h 1275963"/>
              <a:gd name="connsiteX19" fmla="*/ 1419727 w 2454442"/>
              <a:gd name="connsiteY19" fmla="*/ 890337 h 1275963"/>
              <a:gd name="connsiteX20" fmla="*/ 1455821 w 2454442"/>
              <a:gd name="connsiteY20" fmla="*/ 914400 h 1275963"/>
              <a:gd name="connsiteX21" fmla="*/ 1479885 w 2454442"/>
              <a:gd name="connsiteY21" fmla="*/ 938463 h 1275963"/>
              <a:gd name="connsiteX22" fmla="*/ 1515979 w 2454442"/>
              <a:gd name="connsiteY22" fmla="*/ 950495 h 1275963"/>
              <a:gd name="connsiteX23" fmla="*/ 1588169 w 2454442"/>
              <a:gd name="connsiteY23" fmla="*/ 998621 h 1275963"/>
              <a:gd name="connsiteX24" fmla="*/ 1624264 w 2454442"/>
              <a:gd name="connsiteY24" fmla="*/ 1022684 h 1275963"/>
              <a:gd name="connsiteX25" fmla="*/ 1660358 w 2454442"/>
              <a:gd name="connsiteY25" fmla="*/ 1034716 h 1275963"/>
              <a:gd name="connsiteX26" fmla="*/ 1732548 w 2454442"/>
              <a:gd name="connsiteY26" fmla="*/ 1070811 h 1275963"/>
              <a:gd name="connsiteX27" fmla="*/ 1816769 w 2454442"/>
              <a:gd name="connsiteY27" fmla="*/ 1130969 h 1275963"/>
              <a:gd name="connsiteX28" fmla="*/ 1888958 w 2454442"/>
              <a:gd name="connsiteY28" fmla="*/ 1155032 h 1275963"/>
              <a:gd name="connsiteX29" fmla="*/ 1925053 w 2454442"/>
              <a:gd name="connsiteY29" fmla="*/ 1167063 h 1275963"/>
              <a:gd name="connsiteX30" fmla="*/ 1961148 w 2454442"/>
              <a:gd name="connsiteY30" fmla="*/ 1191126 h 1275963"/>
              <a:gd name="connsiteX31" fmla="*/ 1997242 w 2454442"/>
              <a:gd name="connsiteY31" fmla="*/ 1203158 h 1275963"/>
              <a:gd name="connsiteX32" fmla="*/ 2117558 w 2454442"/>
              <a:gd name="connsiteY32" fmla="*/ 1227221 h 1275963"/>
              <a:gd name="connsiteX33" fmla="*/ 2189748 w 2454442"/>
              <a:gd name="connsiteY33" fmla="*/ 1239253 h 1275963"/>
              <a:gd name="connsiteX34" fmla="*/ 2273969 w 2454442"/>
              <a:gd name="connsiteY34" fmla="*/ 1263316 h 1275963"/>
              <a:gd name="connsiteX35" fmla="*/ 2454442 w 2454442"/>
              <a:gd name="connsiteY35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926432 w 2454442"/>
              <a:gd name="connsiteY10" fmla="*/ 613611 h 1275963"/>
              <a:gd name="connsiteX11" fmla="*/ 1022685 w 2454442"/>
              <a:gd name="connsiteY11" fmla="*/ 685800 h 1275963"/>
              <a:gd name="connsiteX12" fmla="*/ 1130969 w 2454442"/>
              <a:gd name="connsiteY12" fmla="*/ 733926 h 1275963"/>
              <a:gd name="connsiteX13" fmla="*/ 1167064 w 2454442"/>
              <a:gd name="connsiteY13" fmla="*/ 745958 h 1275963"/>
              <a:gd name="connsiteX14" fmla="*/ 1239253 w 2454442"/>
              <a:gd name="connsiteY14" fmla="*/ 794084 h 1275963"/>
              <a:gd name="connsiteX15" fmla="*/ 1275348 w 2454442"/>
              <a:gd name="connsiteY15" fmla="*/ 806116 h 1275963"/>
              <a:gd name="connsiteX16" fmla="*/ 1311442 w 2454442"/>
              <a:gd name="connsiteY16" fmla="*/ 830179 h 1275963"/>
              <a:gd name="connsiteX17" fmla="*/ 1347537 w 2454442"/>
              <a:gd name="connsiteY17" fmla="*/ 842211 h 1275963"/>
              <a:gd name="connsiteX18" fmla="*/ 1419727 w 2454442"/>
              <a:gd name="connsiteY18" fmla="*/ 890337 h 1275963"/>
              <a:gd name="connsiteX19" fmla="*/ 1455821 w 2454442"/>
              <a:gd name="connsiteY19" fmla="*/ 914400 h 1275963"/>
              <a:gd name="connsiteX20" fmla="*/ 1479885 w 2454442"/>
              <a:gd name="connsiteY20" fmla="*/ 938463 h 1275963"/>
              <a:gd name="connsiteX21" fmla="*/ 1515979 w 2454442"/>
              <a:gd name="connsiteY21" fmla="*/ 950495 h 1275963"/>
              <a:gd name="connsiteX22" fmla="*/ 1588169 w 2454442"/>
              <a:gd name="connsiteY22" fmla="*/ 998621 h 1275963"/>
              <a:gd name="connsiteX23" fmla="*/ 1624264 w 2454442"/>
              <a:gd name="connsiteY23" fmla="*/ 1022684 h 1275963"/>
              <a:gd name="connsiteX24" fmla="*/ 1660358 w 2454442"/>
              <a:gd name="connsiteY24" fmla="*/ 1034716 h 1275963"/>
              <a:gd name="connsiteX25" fmla="*/ 1732548 w 2454442"/>
              <a:gd name="connsiteY25" fmla="*/ 1070811 h 1275963"/>
              <a:gd name="connsiteX26" fmla="*/ 1816769 w 2454442"/>
              <a:gd name="connsiteY26" fmla="*/ 1130969 h 1275963"/>
              <a:gd name="connsiteX27" fmla="*/ 1888958 w 2454442"/>
              <a:gd name="connsiteY27" fmla="*/ 1155032 h 1275963"/>
              <a:gd name="connsiteX28" fmla="*/ 1925053 w 2454442"/>
              <a:gd name="connsiteY28" fmla="*/ 1167063 h 1275963"/>
              <a:gd name="connsiteX29" fmla="*/ 1961148 w 2454442"/>
              <a:gd name="connsiteY29" fmla="*/ 1191126 h 1275963"/>
              <a:gd name="connsiteX30" fmla="*/ 1997242 w 2454442"/>
              <a:gd name="connsiteY30" fmla="*/ 1203158 h 1275963"/>
              <a:gd name="connsiteX31" fmla="*/ 2117558 w 2454442"/>
              <a:gd name="connsiteY31" fmla="*/ 1227221 h 1275963"/>
              <a:gd name="connsiteX32" fmla="*/ 2189748 w 2454442"/>
              <a:gd name="connsiteY32" fmla="*/ 1239253 h 1275963"/>
              <a:gd name="connsiteX33" fmla="*/ 2273969 w 2454442"/>
              <a:gd name="connsiteY33" fmla="*/ 1263316 h 1275963"/>
              <a:gd name="connsiteX34" fmla="*/ 2454442 w 2454442"/>
              <a:gd name="connsiteY34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39253 w 2454442"/>
              <a:gd name="connsiteY13" fmla="*/ 794084 h 1275963"/>
              <a:gd name="connsiteX14" fmla="*/ 1275348 w 2454442"/>
              <a:gd name="connsiteY14" fmla="*/ 806116 h 1275963"/>
              <a:gd name="connsiteX15" fmla="*/ 1311442 w 2454442"/>
              <a:gd name="connsiteY15" fmla="*/ 830179 h 1275963"/>
              <a:gd name="connsiteX16" fmla="*/ 1347537 w 2454442"/>
              <a:gd name="connsiteY16" fmla="*/ 842211 h 1275963"/>
              <a:gd name="connsiteX17" fmla="*/ 1419727 w 2454442"/>
              <a:gd name="connsiteY17" fmla="*/ 890337 h 1275963"/>
              <a:gd name="connsiteX18" fmla="*/ 1455821 w 2454442"/>
              <a:gd name="connsiteY18" fmla="*/ 914400 h 1275963"/>
              <a:gd name="connsiteX19" fmla="*/ 1479885 w 2454442"/>
              <a:gd name="connsiteY19" fmla="*/ 938463 h 1275963"/>
              <a:gd name="connsiteX20" fmla="*/ 1515979 w 2454442"/>
              <a:gd name="connsiteY20" fmla="*/ 950495 h 1275963"/>
              <a:gd name="connsiteX21" fmla="*/ 1588169 w 2454442"/>
              <a:gd name="connsiteY21" fmla="*/ 998621 h 1275963"/>
              <a:gd name="connsiteX22" fmla="*/ 1624264 w 2454442"/>
              <a:gd name="connsiteY22" fmla="*/ 1022684 h 1275963"/>
              <a:gd name="connsiteX23" fmla="*/ 1660358 w 2454442"/>
              <a:gd name="connsiteY23" fmla="*/ 1034716 h 1275963"/>
              <a:gd name="connsiteX24" fmla="*/ 1732548 w 2454442"/>
              <a:gd name="connsiteY24" fmla="*/ 1070811 h 1275963"/>
              <a:gd name="connsiteX25" fmla="*/ 1816769 w 2454442"/>
              <a:gd name="connsiteY25" fmla="*/ 1130969 h 1275963"/>
              <a:gd name="connsiteX26" fmla="*/ 1888958 w 2454442"/>
              <a:gd name="connsiteY26" fmla="*/ 1155032 h 1275963"/>
              <a:gd name="connsiteX27" fmla="*/ 1925053 w 2454442"/>
              <a:gd name="connsiteY27" fmla="*/ 1167063 h 1275963"/>
              <a:gd name="connsiteX28" fmla="*/ 1961148 w 2454442"/>
              <a:gd name="connsiteY28" fmla="*/ 1191126 h 1275963"/>
              <a:gd name="connsiteX29" fmla="*/ 1997242 w 2454442"/>
              <a:gd name="connsiteY29" fmla="*/ 1203158 h 1275963"/>
              <a:gd name="connsiteX30" fmla="*/ 2117558 w 2454442"/>
              <a:gd name="connsiteY30" fmla="*/ 1227221 h 1275963"/>
              <a:gd name="connsiteX31" fmla="*/ 2189748 w 2454442"/>
              <a:gd name="connsiteY31" fmla="*/ 1239253 h 1275963"/>
              <a:gd name="connsiteX32" fmla="*/ 2273969 w 2454442"/>
              <a:gd name="connsiteY32" fmla="*/ 1263316 h 1275963"/>
              <a:gd name="connsiteX33" fmla="*/ 2454442 w 2454442"/>
              <a:gd name="connsiteY33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39253 w 2454442"/>
              <a:gd name="connsiteY13" fmla="*/ 794084 h 1275963"/>
              <a:gd name="connsiteX14" fmla="*/ 1275348 w 2454442"/>
              <a:gd name="connsiteY14" fmla="*/ 806116 h 1275963"/>
              <a:gd name="connsiteX15" fmla="*/ 1347537 w 2454442"/>
              <a:gd name="connsiteY15" fmla="*/ 842211 h 1275963"/>
              <a:gd name="connsiteX16" fmla="*/ 1419727 w 2454442"/>
              <a:gd name="connsiteY16" fmla="*/ 890337 h 1275963"/>
              <a:gd name="connsiteX17" fmla="*/ 1455821 w 2454442"/>
              <a:gd name="connsiteY17" fmla="*/ 914400 h 1275963"/>
              <a:gd name="connsiteX18" fmla="*/ 1479885 w 2454442"/>
              <a:gd name="connsiteY18" fmla="*/ 938463 h 1275963"/>
              <a:gd name="connsiteX19" fmla="*/ 1515979 w 2454442"/>
              <a:gd name="connsiteY19" fmla="*/ 950495 h 1275963"/>
              <a:gd name="connsiteX20" fmla="*/ 1588169 w 2454442"/>
              <a:gd name="connsiteY20" fmla="*/ 998621 h 1275963"/>
              <a:gd name="connsiteX21" fmla="*/ 1624264 w 2454442"/>
              <a:gd name="connsiteY21" fmla="*/ 1022684 h 1275963"/>
              <a:gd name="connsiteX22" fmla="*/ 1660358 w 2454442"/>
              <a:gd name="connsiteY22" fmla="*/ 1034716 h 1275963"/>
              <a:gd name="connsiteX23" fmla="*/ 1732548 w 2454442"/>
              <a:gd name="connsiteY23" fmla="*/ 1070811 h 1275963"/>
              <a:gd name="connsiteX24" fmla="*/ 1816769 w 2454442"/>
              <a:gd name="connsiteY24" fmla="*/ 1130969 h 1275963"/>
              <a:gd name="connsiteX25" fmla="*/ 1888958 w 2454442"/>
              <a:gd name="connsiteY25" fmla="*/ 1155032 h 1275963"/>
              <a:gd name="connsiteX26" fmla="*/ 1925053 w 2454442"/>
              <a:gd name="connsiteY26" fmla="*/ 1167063 h 1275963"/>
              <a:gd name="connsiteX27" fmla="*/ 1961148 w 2454442"/>
              <a:gd name="connsiteY27" fmla="*/ 1191126 h 1275963"/>
              <a:gd name="connsiteX28" fmla="*/ 1997242 w 2454442"/>
              <a:gd name="connsiteY28" fmla="*/ 1203158 h 1275963"/>
              <a:gd name="connsiteX29" fmla="*/ 2117558 w 2454442"/>
              <a:gd name="connsiteY29" fmla="*/ 1227221 h 1275963"/>
              <a:gd name="connsiteX30" fmla="*/ 2189748 w 2454442"/>
              <a:gd name="connsiteY30" fmla="*/ 1239253 h 1275963"/>
              <a:gd name="connsiteX31" fmla="*/ 2273969 w 2454442"/>
              <a:gd name="connsiteY31" fmla="*/ 1263316 h 1275963"/>
              <a:gd name="connsiteX32" fmla="*/ 2454442 w 2454442"/>
              <a:gd name="connsiteY32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455821 w 2454442"/>
              <a:gd name="connsiteY16" fmla="*/ 914400 h 1275963"/>
              <a:gd name="connsiteX17" fmla="*/ 1479885 w 2454442"/>
              <a:gd name="connsiteY17" fmla="*/ 938463 h 1275963"/>
              <a:gd name="connsiteX18" fmla="*/ 1515979 w 2454442"/>
              <a:gd name="connsiteY18" fmla="*/ 950495 h 1275963"/>
              <a:gd name="connsiteX19" fmla="*/ 1588169 w 2454442"/>
              <a:gd name="connsiteY19" fmla="*/ 998621 h 1275963"/>
              <a:gd name="connsiteX20" fmla="*/ 1624264 w 2454442"/>
              <a:gd name="connsiteY20" fmla="*/ 1022684 h 1275963"/>
              <a:gd name="connsiteX21" fmla="*/ 1660358 w 2454442"/>
              <a:gd name="connsiteY21" fmla="*/ 1034716 h 1275963"/>
              <a:gd name="connsiteX22" fmla="*/ 1732548 w 2454442"/>
              <a:gd name="connsiteY22" fmla="*/ 1070811 h 1275963"/>
              <a:gd name="connsiteX23" fmla="*/ 1816769 w 2454442"/>
              <a:gd name="connsiteY23" fmla="*/ 1130969 h 1275963"/>
              <a:gd name="connsiteX24" fmla="*/ 1888958 w 2454442"/>
              <a:gd name="connsiteY24" fmla="*/ 1155032 h 1275963"/>
              <a:gd name="connsiteX25" fmla="*/ 1925053 w 2454442"/>
              <a:gd name="connsiteY25" fmla="*/ 1167063 h 1275963"/>
              <a:gd name="connsiteX26" fmla="*/ 1961148 w 2454442"/>
              <a:gd name="connsiteY26" fmla="*/ 1191126 h 1275963"/>
              <a:gd name="connsiteX27" fmla="*/ 1997242 w 2454442"/>
              <a:gd name="connsiteY27" fmla="*/ 1203158 h 1275963"/>
              <a:gd name="connsiteX28" fmla="*/ 2117558 w 2454442"/>
              <a:gd name="connsiteY28" fmla="*/ 1227221 h 1275963"/>
              <a:gd name="connsiteX29" fmla="*/ 2189748 w 2454442"/>
              <a:gd name="connsiteY29" fmla="*/ 1239253 h 1275963"/>
              <a:gd name="connsiteX30" fmla="*/ 2273969 w 2454442"/>
              <a:gd name="connsiteY30" fmla="*/ 1263316 h 1275963"/>
              <a:gd name="connsiteX31" fmla="*/ 2454442 w 2454442"/>
              <a:gd name="connsiteY31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455821 w 2454442"/>
              <a:gd name="connsiteY16" fmla="*/ 914400 h 1275963"/>
              <a:gd name="connsiteX17" fmla="*/ 1479885 w 2454442"/>
              <a:gd name="connsiteY17" fmla="*/ 938463 h 1275963"/>
              <a:gd name="connsiteX18" fmla="*/ 1588169 w 2454442"/>
              <a:gd name="connsiteY18" fmla="*/ 998621 h 1275963"/>
              <a:gd name="connsiteX19" fmla="*/ 1624264 w 2454442"/>
              <a:gd name="connsiteY19" fmla="*/ 1022684 h 1275963"/>
              <a:gd name="connsiteX20" fmla="*/ 1660358 w 2454442"/>
              <a:gd name="connsiteY20" fmla="*/ 1034716 h 1275963"/>
              <a:gd name="connsiteX21" fmla="*/ 1732548 w 2454442"/>
              <a:gd name="connsiteY21" fmla="*/ 1070811 h 1275963"/>
              <a:gd name="connsiteX22" fmla="*/ 1816769 w 2454442"/>
              <a:gd name="connsiteY22" fmla="*/ 1130969 h 1275963"/>
              <a:gd name="connsiteX23" fmla="*/ 1888958 w 2454442"/>
              <a:gd name="connsiteY23" fmla="*/ 1155032 h 1275963"/>
              <a:gd name="connsiteX24" fmla="*/ 1925053 w 2454442"/>
              <a:gd name="connsiteY24" fmla="*/ 1167063 h 1275963"/>
              <a:gd name="connsiteX25" fmla="*/ 1961148 w 2454442"/>
              <a:gd name="connsiteY25" fmla="*/ 1191126 h 1275963"/>
              <a:gd name="connsiteX26" fmla="*/ 1997242 w 2454442"/>
              <a:gd name="connsiteY26" fmla="*/ 1203158 h 1275963"/>
              <a:gd name="connsiteX27" fmla="*/ 2117558 w 2454442"/>
              <a:gd name="connsiteY27" fmla="*/ 1227221 h 1275963"/>
              <a:gd name="connsiteX28" fmla="*/ 2189748 w 2454442"/>
              <a:gd name="connsiteY28" fmla="*/ 1239253 h 1275963"/>
              <a:gd name="connsiteX29" fmla="*/ 2273969 w 2454442"/>
              <a:gd name="connsiteY29" fmla="*/ 1263316 h 1275963"/>
              <a:gd name="connsiteX30" fmla="*/ 2454442 w 2454442"/>
              <a:gd name="connsiteY30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455821 w 2454442"/>
              <a:gd name="connsiteY16" fmla="*/ 914400 h 1275963"/>
              <a:gd name="connsiteX17" fmla="*/ 1588169 w 2454442"/>
              <a:gd name="connsiteY17" fmla="*/ 998621 h 1275963"/>
              <a:gd name="connsiteX18" fmla="*/ 1624264 w 2454442"/>
              <a:gd name="connsiteY18" fmla="*/ 1022684 h 1275963"/>
              <a:gd name="connsiteX19" fmla="*/ 1660358 w 2454442"/>
              <a:gd name="connsiteY19" fmla="*/ 1034716 h 1275963"/>
              <a:gd name="connsiteX20" fmla="*/ 1732548 w 2454442"/>
              <a:gd name="connsiteY20" fmla="*/ 1070811 h 1275963"/>
              <a:gd name="connsiteX21" fmla="*/ 1816769 w 2454442"/>
              <a:gd name="connsiteY21" fmla="*/ 1130969 h 1275963"/>
              <a:gd name="connsiteX22" fmla="*/ 1888958 w 2454442"/>
              <a:gd name="connsiteY22" fmla="*/ 1155032 h 1275963"/>
              <a:gd name="connsiteX23" fmla="*/ 1925053 w 2454442"/>
              <a:gd name="connsiteY23" fmla="*/ 1167063 h 1275963"/>
              <a:gd name="connsiteX24" fmla="*/ 1961148 w 2454442"/>
              <a:gd name="connsiteY24" fmla="*/ 1191126 h 1275963"/>
              <a:gd name="connsiteX25" fmla="*/ 1997242 w 2454442"/>
              <a:gd name="connsiteY25" fmla="*/ 1203158 h 1275963"/>
              <a:gd name="connsiteX26" fmla="*/ 2117558 w 2454442"/>
              <a:gd name="connsiteY26" fmla="*/ 1227221 h 1275963"/>
              <a:gd name="connsiteX27" fmla="*/ 2189748 w 2454442"/>
              <a:gd name="connsiteY27" fmla="*/ 1239253 h 1275963"/>
              <a:gd name="connsiteX28" fmla="*/ 2273969 w 2454442"/>
              <a:gd name="connsiteY28" fmla="*/ 1263316 h 1275963"/>
              <a:gd name="connsiteX29" fmla="*/ 2454442 w 2454442"/>
              <a:gd name="connsiteY29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588169 w 2454442"/>
              <a:gd name="connsiteY16" fmla="*/ 998621 h 1275963"/>
              <a:gd name="connsiteX17" fmla="*/ 1624264 w 2454442"/>
              <a:gd name="connsiteY17" fmla="*/ 1022684 h 1275963"/>
              <a:gd name="connsiteX18" fmla="*/ 1660358 w 2454442"/>
              <a:gd name="connsiteY18" fmla="*/ 1034716 h 1275963"/>
              <a:gd name="connsiteX19" fmla="*/ 1732548 w 2454442"/>
              <a:gd name="connsiteY19" fmla="*/ 1070811 h 1275963"/>
              <a:gd name="connsiteX20" fmla="*/ 1816769 w 2454442"/>
              <a:gd name="connsiteY20" fmla="*/ 1130969 h 1275963"/>
              <a:gd name="connsiteX21" fmla="*/ 1888958 w 2454442"/>
              <a:gd name="connsiteY21" fmla="*/ 1155032 h 1275963"/>
              <a:gd name="connsiteX22" fmla="*/ 1925053 w 2454442"/>
              <a:gd name="connsiteY22" fmla="*/ 1167063 h 1275963"/>
              <a:gd name="connsiteX23" fmla="*/ 1961148 w 2454442"/>
              <a:gd name="connsiteY23" fmla="*/ 1191126 h 1275963"/>
              <a:gd name="connsiteX24" fmla="*/ 1997242 w 2454442"/>
              <a:gd name="connsiteY24" fmla="*/ 1203158 h 1275963"/>
              <a:gd name="connsiteX25" fmla="*/ 2117558 w 2454442"/>
              <a:gd name="connsiteY25" fmla="*/ 1227221 h 1275963"/>
              <a:gd name="connsiteX26" fmla="*/ 2189748 w 2454442"/>
              <a:gd name="connsiteY26" fmla="*/ 1239253 h 1275963"/>
              <a:gd name="connsiteX27" fmla="*/ 2273969 w 2454442"/>
              <a:gd name="connsiteY27" fmla="*/ 1263316 h 1275963"/>
              <a:gd name="connsiteX28" fmla="*/ 2454442 w 2454442"/>
              <a:gd name="connsiteY28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588169 w 2454442"/>
              <a:gd name="connsiteY16" fmla="*/ 998621 h 1275963"/>
              <a:gd name="connsiteX17" fmla="*/ 1624264 w 2454442"/>
              <a:gd name="connsiteY17" fmla="*/ 1022684 h 1275963"/>
              <a:gd name="connsiteX18" fmla="*/ 1660358 w 2454442"/>
              <a:gd name="connsiteY18" fmla="*/ 1034716 h 1275963"/>
              <a:gd name="connsiteX19" fmla="*/ 1816769 w 2454442"/>
              <a:gd name="connsiteY19" fmla="*/ 1130969 h 1275963"/>
              <a:gd name="connsiteX20" fmla="*/ 1888958 w 2454442"/>
              <a:gd name="connsiteY20" fmla="*/ 1155032 h 1275963"/>
              <a:gd name="connsiteX21" fmla="*/ 1925053 w 2454442"/>
              <a:gd name="connsiteY21" fmla="*/ 1167063 h 1275963"/>
              <a:gd name="connsiteX22" fmla="*/ 1961148 w 2454442"/>
              <a:gd name="connsiteY22" fmla="*/ 1191126 h 1275963"/>
              <a:gd name="connsiteX23" fmla="*/ 1997242 w 2454442"/>
              <a:gd name="connsiteY23" fmla="*/ 1203158 h 1275963"/>
              <a:gd name="connsiteX24" fmla="*/ 2117558 w 2454442"/>
              <a:gd name="connsiteY24" fmla="*/ 1227221 h 1275963"/>
              <a:gd name="connsiteX25" fmla="*/ 2189748 w 2454442"/>
              <a:gd name="connsiteY25" fmla="*/ 1239253 h 1275963"/>
              <a:gd name="connsiteX26" fmla="*/ 2273969 w 2454442"/>
              <a:gd name="connsiteY26" fmla="*/ 1263316 h 1275963"/>
              <a:gd name="connsiteX27" fmla="*/ 2454442 w 2454442"/>
              <a:gd name="connsiteY27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588169 w 2454442"/>
              <a:gd name="connsiteY16" fmla="*/ 998621 h 1275963"/>
              <a:gd name="connsiteX17" fmla="*/ 1624264 w 2454442"/>
              <a:gd name="connsiteY17" fmla="*/ 1022684 h 1275963"/>
              <a:gd name="connsiteX18" fmla="*/ 1816769 w 2454442"/>
              <a:gd name="connsiteY18" fmla="*/ 1130969 h 1275963"/>
              <a:gd name="connsiteX19" fmla="*/ 1888958 w 2454442"/>
              <a:gd name="connsiteY19" fmla="*/ 1155032 h 1275963"/>
              <a:gd name="connsiteX20" fmla="*/ 1925053 w 2454442"/>
              <a:gd name="connsiteY20" fmla="*/ 1167063 h 1275963"/>
              <a:gd name="connsiteX21" fmla="*/ 1961148 w 2454442"/>
              <a:gd name="connsiteY21" fmla="*/ 1191126 h 1275963"/>
              <a:gd name="connsiteX22" fmla="*/ 1997242 w 2454442"/>
              <a:gd name="connsiteY22" fmla="*/ 1203158 h 1275963"/>
              <a:gd name="connsiteX23" fmla="*/ 2117558 w 2454442"/>
              <a:gd name="connsiteY23" fmla="*/ 1227221 h 1275963"/>
              <a:gd name="connsiteX24" fmla="*/ 2189748 w 2454442"/>
              <a:gd name="connsiteY24" fmla="*/ 1239253 h 1275963"/>
              <a:gd name="connsiteX25" fmla="*/ 2273969 w 2454442"/>
              <a:gd name="connsiteY25" fmla="*/ 1263316 h 1275963"/>
              <a:gd name="connsiteX26" fmla="*/ 2454442 w 2454442"/>
              <a:gd name="connsiteY26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588169 w 2454442"/>
              <a:gd name="connsiteY16" fmla="*/ 998621 h 1275963"/>
              <a:gd name="connsiteX17" fmla="*/ 1624264 w 2454442"/>
              <a:gd name="connsiteY17" fmla="*/ 1022684 h 1275963"/>
              <a:gd name="connsiteX18" fmla="*/ 1816769 w 2454442"/>
              <a:gd name="connsiteY18" fmla="*/ 1130969 h 1275963"/>
              <a:gd name="connsiteX19" fmla="*/ 1888958 w 2454442"/>
              <a:gd name="connsiteY19" fmla="*/ 1155032 h 1275963"/>
              <a:gd name="connsiteX20" fmla="*/ 1925053 w 2454442"/>
              <a:gd name="connsiteY20" fmla="*/ 1167063 h 1275963"/>
              <a:gd name="connsiteX21" fmla="*/ 1997242 w 2454442"/>
              <a:gd name="connsiteY21" fmla="*/ 1203158 h 1275963"/>
              <a:gd name="connsiteX22" fmla="*/ 2117558 w 2454442"/>
              <a:gd name="connsiteY22" fmla="*/ 1227221 h 1275963"/>
              <a:gd name="connsiteX23" fmla="*/ 2189748 w 2454442"/>
              <a:gd name="connsiteY23" fmla="*/ 1239253 h 1275963"/>
              <a:gd name="connsiteX24" fmla="*/ 2273969 w 2454442"/>
              <a:gd name="connsiteY24" fmla="*/ 1263316 h 1275963"/>
              <a:gd name="connsiteX25" fmla="*/ 2454442 w 2454442"/>
              <a:gd name="connsiteY25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588169 w 2454442"/>
              <a:gd name="connsiteY16" fmla="*/ 998621 h 1275963"/>
              <a:gd name="connsiteX17" fmla="*/ 1624264 w 2454442"/>
              <a:gd name="connsiteY17" fmla="*/ 1022684 h 1275963"/>
              <a:gd name="connsiteX18" fmla="*/ 1816769 w 2454442"/>
              <a:gd name="connsiteY18" fmla="*/ 1130969 h 1275963"/>
              <a:gd name="connsiteX19" fmla="*/ 1888958 w 2454442"/>
              <a:gd name="connsiteY19" fmla="*/ 1155032 h 1275963"/>
              <a:gd name="connsiteX20" fmla="*/ 1997242 w 2454442"/>
              <a:gd name="connsiteY20" fmla="*/ 1203158 h 1275963"/>
              <a:gd name="connsiteX21" fmla="*/ 2117558 w 2454442"/>
              <a:gd name="connsiteY21" fmla="*/ 1227221 h 1275963"/>
              <a:gd name="connsiteX22" fmla="*/ 2189748 w 2454442"/>
              <a:gd name="connsiteY22" fmla="*/ 1239253 h 1275963"/>
              <a:gd name="connsiteX23" fmla="*/ 2273969 w 2454442"/>
              <a:gd name="connsiteY23" fmla="*/ 1263316 h 1275963"/>
              <a:gd name="connsiteX24" fmla="*/ 2454442 w 2454442"/>
              <a:gd name="connsiteY24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275348 w 2454442"/>
              <a:gd name="connsiteY13" fmla="*/ 806116 h 1275963"/>
              <a:gd name="connsiteX14" fmla="*/ 1347537 w 2454442"/>
              <a:gd name="connsiteY14" fmla="*/ 842211 h 1275963"/>
              <a:gd name="connsiteX15" fmla="*/ 1419727 w 2454442"/>
              <a:gd name="connsiteY15" fmla="*/ 890337 h 1275963"/>
              <a:gd name="connsiteX16" fmla="*/ 1588169 w 2454442"/>
              <a:gd name="connsiteY16" fmla="*/ 998621 h 1275963"/>
              <a:gd name="connsiteX17" fmla="*/ 1624264 w 2454442"/>
              <a:gd name="connsiteY17" fmla="*/ 1022684 h 1275963"/>
              <a:gd name="connsiteX18" fmla="*/ 1816769 w 2454442"/>
              <a:gd name="connsiteY18" fmla="*/ 1130969 h 1275963"/>
              <a:gd name="connsiteX19" fmla="*/ 1997242 w 2454442"/>
              <a:gd name="connsiteY19" fmla="*/ 1203158 h 1275963"/>
              <a:gd name="connsiteX20" fmla="*/ 2117558 w 2454442"/>
              <a:gd name="connsiteY20" fmla="*/ 1227221 h 1275963"/>
              <a:gd name="connsiteX21" fmla="*/ 2189748 w 2454442"/>
              <a:gd name="connsiteY21" fmla="*/ 1239253 h 1275963"/>
              <a:gd name="connsiteX22" fmla="*/ 2273969 w 2454442"/>
              <a:gd name="connsiteY22" fmla="*/ 1263316 h 1275963"/>
              <a:gd name="connsiteX23" fmla="*/ 2454442 w 2454442"/>
              <a:gd name="connsiteY23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167064 w 2454442"/>
              <a:gd name="connsiteY12" fmla="*/ 745958 h 1275963"/>
              <a:gd name="connsiteX13" fmla="*/ 1347537 w 2454442"/>
              <a:gd name="connsiteY13" fmla="*/ 842211 h 1275963"/>
              <a:gd name="connsiteX14" fmla="*/ 1419727 w 2454442"/>
              <a:gd name="connsiteY14" fmla="*/ 890337 h 1275963"/>
              <a:gd name="connsiteX15" fmla="*/ 1588169 w 2454442"/>
              <a:gd name="connsiteY15" fmla="*/ 998621 h 1275963"/>
              <a:gd name="connsiteX16" fmla="*/ 1624264 w 2454442"/>
              <a:gd name="connsiteY16" fmla="*/ 1022684 h 1275963"/>
              <a:gd name="connsiteX17" fmla="*/ 1816769 w 2454442"/>
              <a:gd name="connsiteY17" fmla="*/ 1130969 h 1275963"/>
              <a:gd name="connsiteX18" fmla="*/ 1997242 w 2454442"/>
              <a:gd name="connsiteY18" fmla="*/ 1203158 h 1275963"/>
              <a:gd name="connsiteX19" fmla="*/ 2117558 w 2454442"/>
              <a:gd name="connsiteY19" fmla="*/ 1227221 h 1275963"/>
              <a:gd name="connsiteX20" fmla="*/ 2189748 w 2454442"/>
              <a:gd name="connsiteY20" fmla="*/ 1239253 h 1275963"/>
              <a:gd name="connsiteX21" fmla="*/ 2273969 w 2454442"/>
              <a:gd name="connsiteY21" fmla="*/ 1263316 h 1275963"/>
              <a:gd name="connsiteX22" fmla="*/ 2454442 w 2454442"/>
              <a:gd name="connsiteY22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347537 w 2454442"/>
              <a:gd name="connsiteY12" fmla="*/ 842211 h 1275963"/>
              <a:gd name="connsiteX13" fmla="*/ 1419727 w 2454442"/>
              <a:gd name="connsiteY13" fmla="*/ 890337 h 1275963"/>
              <a:gd name="connsiteX14" fmla="*/ 1588169 w 2454442"/>
              <a:gd name="connsiteY14" fmla="*/ 998621 h 1275963"/>
              <a:gd name="connsiteX15" fmla="*/ 1624264 w 2454442"/>
              <a:gd name="connsiteY15" fmla="*/ 1022684 h 1275963"/>
              <a:gd name="connsiteX16" fmla="*/ 1816769 w 2454442"/>
              <a:gd name="connsiteY16" fmla="*/ 1130969 h 1275963"/>
              <a:gd name="connsiteX17" fmla="*/ 1997242 w 2454442"/>
              <a:gd name="connsiteY17" fmla="*/ 1203158 h 1275963"/>
              <a:gd name="connsiteX18" fmla="*/ 2117558 w 2454442"/>
              <a:gd name="connsiteY18" fmla="*/ 1227221 h 1275963"/>
              <a:gd name="connsiteX19" fmla="*/ 2189748 w 2454442"/>
              <a:gd name="connsiteY19" fmla="*/ 1239253 h 1275963"/>
              <a:gd name="connsiteX20" fmla="*/ 2273969 w 2454442"/>
              <a:gd name="connsiteY20" fmla="*/ 1263316 h 1275963"/>
              <a:gd name="connsiteX21" fmla="*/ 2454442 w 2454442"/>
              <a:gd name="connsiteY21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890337 w 2454442"/>
              <a:gd name="connsiteY9" fmla="*/ 589548 h 1275963"/>
              <a:gd name="connsiteX10" fmla="*/ 1022685 w 2454442"/>
              <a:gd name="connsiteY10" fmla="*/ 685800 h 1275963"/>
              <a:gd name="connsiteX11" fmla="*/ 1130969 w 2454442"/>
              <a:gd name="connsiteY11" fmla="*/ 733926 h 1275963"/>
              <a:gd name="connsiteX12" fmla="*/ 1347537 w 2454442"/>
              <a:gd name="connsiteY12" fmla="*/ 842211 h 1275963"/>
              <a:gd name="connsiteX13" fmla="*/ 1419727 w 2454442"/>
              <a:gd name="connsiteY13" fmla="*/ 890337 h 1275963"/>
              <a:gd name="connsiteX14" fmla="*/ 1588169 w 2454442"/>
              <a:gd name="connsiteY14" fmla="*/ 998621 h 1275963"/>
              <a:gd name="connsiteX15" fmla="*/ 1624264 w 2454442"/>
              <a:gd name="connsiteY15" fmla="*/ 1022684 h 1275963"/>
              <a:gd name="connsiteX16" fmla="*/ 1816769 w 2454442"/>
              <a:gd name="connsiteY16" fmla="*/ 1130969 h 1275963"/>
              <a:gd name="connsiteX17" fmla="*/ 1997242 w 2454442"/>
              <a:gd name="connsiteY17" fmla="*/ 1203158 h 1275963"/>
              <a:gd name="connsiteX18" fmla="*/ 2117558 w 2454442"/>
              <a:gd name="connsiteY18" fmla="*/ 1227221 h 1275963"/>
              <a:gd name="connsiteX19" fmla="*/ 2273969 w 2454442"/>
              <a:gd name="connsiteY19" fmla="*/ 1263316 h 1275963"/>
              <a:gd name="connsiteX20" fmla="*/ 2454442 w 2454442"/>
              <a:gd name="connsiteY20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1022685 w 2454442"/>
              <a:gd name="connsiteY9" fmla="*/ 685800 h 1275963"/>
              <a:gd name="connsiteX10" fmla="*/ 1130969 w 2454442"/>
              <a:gd name="connsiteY10" fmla="*/ 733926 h 1275963"/>
              <a:gd name="connsiteX11" fmla="*/ 1347537 w 2454442"/>
              <a:gd name="connsiteY11" fmla="*/ 842211 h 1275963"/>
              <a:gd name="connsiteX12" fmla="*/ 1419727 w 2454442"/>
              <a:gd name="connsiteY12" fmla="*/ 890337 h 1275963"/>
              <a:gd name="connsiteX13" fmla="*/ 1588169 w 2454442"/>
              <a:gd name="connsiteY13" fmla="*/ 998621 h 1275963"/>
              <a:gd name="connsiteX14" fmla="*/ 1624264 w 2454442"/>
              <a:gd name="connsiteY14" fmla="*/ 1022684 h 1275963"/>
              <a:gd name="connsiteX15" fmla="*/ 1816769 w 2454442"/>
              <a:gd name="connsiteY15" fmla="*/ 1130969 h 1275963"/>
              <a:gd name="connsiteX16" fmla="*/ 1997242 w 2454442"/>
              <a:gd name="connsiteY16" fmla="*/ 1203158 h 1275963"/>
              <a:gd name="connsiteX17" fmla="*/ 2117558 w 2454442"/>
              <a:gd name="connsiteY17" fmla="*/ 1227221 h 1275963"/>
              <a:gd name="connsiteX18" fmla="*/ 2273969 w 2454442"/>
              <a:gd name="connsiteY18" fmla="*/ 1263316 h 1275963"/>
              <a:gd name="connsiteX19" fmla="*/ 2454442 w 2454442"/>
              <a:gd name="connsiteY19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1022685 w 2454442"/>
              <a:gd name="connsiteY9" fmla="*/ 685800 h 1275963"/>
              <a:gd name="connsiteX10" fmla="*/ 1347537 w 2454442"/>
              <a:gd name="connsiteY10" fmla="*/ 842211 h 1275963"/>
              <a:gd name="connsiteX11" fmla="*/ 1419727 w 2454442"/>
              <a:gd name="connsiteY11" fmla="*/ 890337 h 1275963"/>
              <a:gd name="connsiteX12" fmla="*/ 1588169 w 2454442"/>
              <a:gd name="connsiteY12" fmla="*/ 998621 h 1275963"/>
              <a:gd name="connsiteX13" fmla="*/ 1624264 w 2454442"/>
              <a:gd name="connsiteY13" fmla="*/ 1022684 h 1275963"/>
              <a:gd name="connsiteX14" fmla="*/ 1816769 w 2454442"/>
              <a:gd name="connsiteY14" fmla="*/ 1130969 h 1275963"/>
              <a:gd name="connsiteX15" fmla="*/ 1997242 w 2454442"/>
              <a:gd name="connsiteY15" fmla="*/ 1203158 h 1275963"/>
              <a:gd name="connsiteX16" fmla="*/ 2117558 w 2454442"/>
              <a:gd name="connsiteY16" fmla="*/ 1227221 h 1275963"/>
              <a:gd name="connsiteX17" fmla="*/ 2273969 w 2454442"/>
              <a:gd name="connsiteY17" fmla="*/ 1263316 h 1275963"/>
              <a:gd name="connsiteX18" fmla="*/ 2454442 w 2454442"/>
              <a:gd name="connsiteY18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45169 w 2454442"/>
              <a:gd name="connsiteY4" fmla="*/ 156411 h 1275963"/>
              <a:gd name="connsiteX5" fmla="*/ 481264 w 2454442"/>
              <a:gd name="connsiteY5" fmla="*/ 192505 h 1275963"/>
              <a:gd name="connsiteX6" fmla="*/ 625642 w 2454442"/>
              <a:gd name="connsiteY6" fmla="*/ 324853 h 1275963"/>
              <a:gd name="connsiteX7" fmla="*/ 721895 w 2454442"/>
              <a:gd name="connsiteY7" fmla="*/ 433137 h 1275963"/>
              <a:gd name="connsiteX8" fmla="*/ 842211 w 2454442"/>
              <a:gd name="connsiteY8" fmla="*/ 529390 h 1275963"/>
              <a:gd name="connsiteX9" fmla="*/ 1022685 w 2454442"/>
              <a:gd name="connsiteY9" fmla="*/ 685800 h 1275963"/>
              <a:gd name="connsiteX10" fmla="*/ 1347537 w 2454442"/>
              <a:gd name="connsiteY10" fmla="*/ 842211 h 1275963"/>
              <a:gd name="connsiteX11" fmla="*/ 1588169 w 2454442"/>
              <a:gd name="connsiteY11" fmla="*/ 998621 h 1275963"/>
              <a:gd name="connsiteX12" fmla="*/ 1624264 w 2454442"/>
              <a:gd name="connsiteY12" fmla="*/ 1022684 h 1275963"/>
              <a:gd name="connsiteX13" fmla="*/ 1816769 w 2454442"/>
              <a:gd name="connsiteY13" fmla="*/ 1130969 h 1275963"/>
              <a:gd name="connsiteX14" fmla="*/ 1997242 w 2454442"/>
              <a:gd name="connsiteY14" fmla="*/ 1203158 h 1275963"/>
              <a:gd name="connsiteX15" fmla="*/ 2117558 w 2454442"/>
              <a:gd name="connsiteY15" fmla="*/ 1227221 h 1275963"/>
              <a:gd name="connsiteX16" fmla="*/ 2273969 w 2454442"/>
              <a:gd name="connsiteY16" fmla="*/ 1263316 h 1275963"/>
              <a:gd name="connsiteX17" fmla="*/ 2454442 w 2454442"/>
              <a:gd name="connsiteY17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81264 w 2454442"/>
              <a:gd name="connsiteY4" fmla="*/ 192505 h 1275963"/>
              <a:gd name="connsiteX5" fmla="*/ 625642 w 2454442"/>
              <a:gd name="connsiteY5" fmla="*/ 324853 h 1275963"/>
              <a:gd name="connsiteX6" fmla="*/ 721895 w 2454442"/>
              <a:gd name="connsiteY6" fmla="*/ 433137 h 1275963"/>
              <a:gd name="connsiteX7" fmla="*/ 842211 w 2454442"/>
              <a:gd name="connsiteY7" fmla="*/ 529390 h 1275963"/>
              <a:gd name="connsiteX8" fmla="*/ 1022685 w 2454442"/>
              <a:gd name="connsiteY8" fmla="*/ 685800 h 1275963"/>
              <a:gd name="connsiteX9" fmla="*/ 1347537 w 2454442"/>
              <a:gd name="connsiteY9" fmla="*/ 842211 h 1275963"/>
              <a:gd name="connsiteX10" fmla="*/ 1588169 w 2454442"/>
              <a:gd name="connsiteY10" fmla="*/ 998621 h 1275963"/>
              <a:gd name="connsiteX11" fmla="*/ 1624264 w 2454442"/>
              <a:gd name="connsiteY11" fmla="*/ 1022684 h 1275963"/>
              <a:gd name="connsiteX12" fmla="*/ 1816769 w 2454442"/>
              <a:gd name="connsiteY12" fmla="*/ 1130969 h 1275963"/>
              <a:gd name="connsiteX13" fmla="*/ 1997242 w 2454442"/>
              <a:gd name="connsiteY13" fmla="*/ 1203158 h 1275963"/>
              <a:gd name="connsiteX14" fmla="*/ 2117558 w 2454442"/>
              <a:gd name="connsiteY14" fmla="*/ 1227221 h 1275963"/>
              <a:gd name="connsiteX15" fmla="*/ 2273969 w 2454442"/>
              <a:gd name="connsiteY15" fmla="*/ 1263316 h 1275963"/>
              <a:gd name="connsiteX16" fmla="*/ 2454442 w 2454442"/>
              <a:gd name="connsiteY16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81264 w 2454442"/>
              <a:gd name="connsiteY4" fmla="*/ 192505 h 1275963"/>
              <a:gd name="connsiteX5" fmla="*/ 625642 w 2454442"/>
              <a:gd name="connsiteY5" fmla="*/ 324853 h 1275963"/>
              <a:gd name="connsiteX6" fmla="*/ 721895 w 2454442"/>
              <a:gd name="connsiteY6" fmla="*/ 433137 h 1275963"/>
              <a:gd name="connsiteX7" fmla="*/ 842211 w 2454442"/>
              <a:gd name="connsiteY7" fmla="*/ 529390 h 1275963"/>
              <a:gd name="connsiteX8" fmla="*/ 1022685 w 2454442"/>
              <a:gd name="connsiteY8" fmla="*/ 685800 h 1275963"/>
              <a:gd name="connsiteX9" fmla="*/ 1347537 w 2454442"/>
              <a:gd name="connsiteY9" fmla="*/ 842211 h 1275963"/>
              <a:gd name="connsiteX10" fmla="*/ 1588169 w 2454442"/>
              <a:gd name="connsiteY10" fmla="*/ 998621 h 1275963"/>
              <a:gd name="connsiteX11" fmla="*/ 1624264 w 2454442"/>
              <a:gd name="connsiteY11" fmla="*/ 1022684 h 1275963"/>
              <a:gd name="connsiteX12" fmla="*/ 1816769 w 2454442"/>
              <a:gd name="connsiteY12" fmla="*/ 1130969 h 1275963"/>
              <a:gd name="connsiteX13" fmla="*/ 1997242 w 2454442"/>
              <a:gd name="connsiteY13" fmla="*/ 1203158 h 1275963"/>
              <a:gd name="connsiteX14" fmla="*/ 2117558 w 2454442"/>
              <a:gd name="connsiteY14" fmla="*/ 1227221 h 1275963"/>
              <a:gd name="connsiteX15" fmla="*/ 2273969 w 2454442"/>
              <a:gd name="connsiteY15" fmla="*/ 1263316 h 1275963"/>
              <a:gd name="connsiteX16" fmla="*/ 2454442 w 2454442"/>
              <a:gd name="connsiteY16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81264 w 2454442"/>
              <a:gd name="connsiteY4" fmla="*/ 192505 h 1275963"/>
              <a:gd name="connsiteX5" fmla="*/ 625642 w 2454442"/>
              <a:gd name="connsiteY5" fmla="*/ 324853 h 1275963"/>
              <a:gd name="connsiteX6" fmla="*/ 721895 w 2454442"/>
              <a:gd name="connsiteY6" fmla="*/ 433137 h 1275963"/>
              <a:gd name="connsiteX7" fmla="*/ 842211 w 2454442"/>
              <a:gd name="connsiteY7" fmla="*/ 529390 h 1275963"/>
              <a:gd name="connsiteX8" fmla="*/ 1022685 w 2454442"/>
              <a:gd name="connsiteY8" fmla="*/ 685800 h 1275963"/>
              <a:gd name="connsiteX9" fmla="*/ 1347537 w 2454442"/>
              <a:gd name="connsiteY9" fmla="*/ 842211 h 1275963"/>
              <a:gd name="connsiteX10" fmla="*/ 1588169 w 2454442"/>
              <a:gd name="connsiteY10" fmla="*/ 998621 h 1275963"/>
              <a:gd name="connsiteX11" fmla="*/ 1624264 w 2454442"/>
              <a:gd name="connsiteY11" fmla="*/ 1022684 h 1275963"/>
              <a:gd name="connsiteX12" fmla="*/ 1816769 w 2454442"/>
              <a:gd name="connsiteY12" fmla="*/ 1130969 h 1275963"/>
              <a:gd name="connsiteX13" fmla="*/ 1997242 w 2454442"/>
              <a:gd name="connsiteY13" fmla="*/ 1203158 h 1275963"/>
              <a:gd name="connsiteX14" fmla="*/ 2117558 w 2454442"/>
              <a:gd name="connsiteY14" fmla="*/ 1227221 h 1275963"/>
              <a:gd name="connsiteX15" fmla="*/ 2273969 w 2454442"/>
              <a:gd name="connsiteY15" fmla="*/ 1263316 h 1275963"/>
              <a:gd name="connsiteX16" fmla="*/ 2454442 w 2454442"/>
              <a:gd name="connsiteY16" fmla="*/ 1275348 h 1275963"/>
              <a:gd name="connsiteX0" fmla="*/ 0 w 2454442"/>
              <a:gd name="connsiteY0" fmla="*/ 0 h 1275963"/>
              <a:gd name="connsiteX1" fmla="*/ 72190 w 2454442"/>
              <a:gd name="connsiteY1" fmla="*/ 24063 h 1275963"/>
              <a:gd name="connsiteX2" fmla="*/ 168442 w 2454442"/>
              <a:gd name="connsiteY2" fmla="*/ 48126 h 1275963"/>
              <a:gd name="connsiteX3" fmla="*/ 336885 w 2454442"/>
              <a:gd name="connsiteY3" fmla="*/ 108284 h 1275963"/>
              <a:gd name="connsiteX4" fmla="*/ 481264 w 2454442"/>
              <a:gd name="connsiteY4" fmla="*/ 192505 h 1275963"/>
              <a:gd name="connsiteX5" fmla="*/ 625642 w 2454442"/>
              <a:gd name="connsiteY5" fmla="*/ 324853 h 1275963"/>
              <a:gd name="connsiteX6" fmla="*/ 721895 w 2454442"/>
              <a:gd name="connsiteY6" fmla="*/ 433137 h 1275963"/>
              <a:gd name="connsiteX7" fmla="*/ 842211 w 2454442"/>
              <a:gd name="connsiteY7" fmla="*/ 529390 h 1275963"/>
              <a:gd name="connsiteX8" fmla="*/ 1022685 w 2454442"/>
              <a:gd name="connsiteY8" fmla="*/ 685800 h 1275963"/>
              <a:gd name="connsiteX9" fmla="*/ 1347537 w 2454442"/>
              <a:gd name="connsiteY9" fmla="*/ 842211 h 1275963"/>
              <a:gd name="connsiteX10" fmla="*/ 1588169 w 2454442"/>
              <a:gd name="connsiteY10" fmla="*/ 998621 h 1275963"/>
              <a:gd name="connsiteX11" fmla="*/ 1624264 w 2454442"/>
              <a:gd name="connsiteY11" fmla="*/ 1022684 h 1275963"/>
              <a:gd name="connsiteX12" fmla="*/ 1816769 w 2454442"/>
              <a:gd name="connsiteY12" fmla="*/ 1130969 h 1275963"/>
              <a:gd name="connsiteX13" fmla="*/ 1997242 w 2454442"/>
              <a:gd name="connsiteY13" fmla="*/ 1203158 h 1275963"/>
              <a:gd name="connsiteX14" fmla="*/ 2117558 w 2454442"/>
              <a:gd name="connsiteY14" fmla="*/ 1227221 h 1275963"/>
              <a:gd name="connsiteX15" fmla="*/ 2273969 w 2454442"/>
              <a:gd name="connsiteY15" fmla="*/ 1263316 h 1275963"/>
              <a:gd name="connsiteX16" fmla="*/ 2454442 w 2454442"/>
              <a:gd name="connsiteY16" fmla="*/ 1275348 h 1275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454442" h="1275963">
                <a:moveTo>
                  <a:pt x="0" y="0"/>
                </a:moveTo>
                <a:cubicBezTo>
                  <a:pt x="24063" y="8021"/>
                  <a:pt x="47318" y="19088"/>
                  <a:pt x="72190" y="24063"/>
                </a:cubicBezTo>
                <a:cubicBezTo>
                  <a:pt x="144784" y="38582"/>
                  <a:pt x="112948" y="29628"/>
                  <a:pt x="168442" y="48126"/>
                </a:cubicBezTo>
                <a:cubicBezTo>
                  <a:pt x="212558" y="62163"/>
                  <a:pt x="290764" y="90237"/>
                  <a:pt x="336885" y="108284"/>
                </a:cubicBezTo>
                <a:cubicBezTo>
                  <a:pt x="389022" y="132347"/>
                  <a:pt x="433138" y="156410"/>
                  <a:pt x="481264" y="192505"/>
                </a:cubicBezTo>
                <a:cubicBezTo>
                  <a:pt x="529390" y="228600"/>
                  <a:pt x="585537" y="284748"/>
                  <a:pt x="625642" y="324853"/>
                </a:cubicBezTo>
                <a:cubicBezTo>
                  <a:pt x="665747" y="364958"/>
                  <a:pt x="699837" y="411079"/>
                  <a:pt x="721895" y="433137"/>
                </a:cubicBezTo>
                <a:cubicBezTo>
                  <a:pt x="757990" y="467227"/>
                  <a:pt x="792079" y="487280"/>
                  <a:pt x="842211" y="529390"/>
                </a:cubicBezTo>
                <a:cubicBezTo>
                  <a:pt x="892343" y="571500"/>
                  <a:pt x="974559" y="651711"/>
                  <a:pt x="1022685" y="685800"/>
                </a:cubicBezTo>
                <a:cubicBezTo>
                  <a:pt x="1106906" y="737937"/>
                  <a:pt x="1281363" y="808121"/>
                  <a:pt x="1347537" y="842211"/>
                </a:cubicBezTo>
                <a:cubicBezTo>
                  <a:pt x="1441784" y="894348"/>
                  <a:pt x="1542048" y="968542"/>
                  <a:pt x="1588169" y="998621"/>
                </a:cubicBezTo>
                <a:cubicBezTo>
                  <a:pt x="1601460" y="1004317"/>
                  <a:pt x="1586164" y="1000626"/>
                  <a:pt x="1624264" y="1022684"/>
                </a:cubicBezTo>
                <a:cubicBezTo>
                  <a:pt x="1662364" y="1044742"/>
                  <a:pt x="1772653" y="1108911"/>
                  <a:pt x="1816769" y="1130969"/>
                </a:cubicBezTo>
                <a:cubicBezTo>
                  <a:pt x="1878932" y="1161048"/>
                  <a:pt x="1947111" y="1187116"/>
                  <a:pt x="1997242" y="1203158"/>
                </a:cubicBezTo>
                <a:cubicBezTo>
                  <a:pt x="2037094" y="1212355"/>
                  <a:pt x="2077215" y="1220497"/>
                  <a:pt x="2117558" y="1227221"/>
                </a:cubicBezTo>
                <a:cubicBezTo>
                  <a:pt x="2163679" y="1237247"/>
                  <a:pt x="2217822" y="1255295"/>
                  <a:pt x="2273969" y="1263316"/>
                </a:cubicBezTo>
                <a:cubicBezTo>
                  <a:pt x="2381467" y="1275963"/>
                  <a:pt x="2386818" y="1275348"/>
                  <a:pt x="2454442" y="1275348"/>
                </a:cubicBez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10800000" rev="0"/>
            </a:camera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pt-BR" sz="2000">
              <a:latin typeface="Nokia Sans Wide" pitchFamily="34" charset="0"/>
            </a:endParaRPr>
          </a:p>
        </p:txBody>
      </p:sp>
      <p:grpSp>
        <p:nvGrpSpPr>
          <p:cNvPr id="13" name="Grupo 49">
            <a:extLst>
              <a:ext uri="{FF2B5EF4-FFF2-40B4-BE49-F238E27FC236}">
                <a16:creationId xmlns:a16="http://schemas.microsoft.com/office/drawing/2014/main" id="{35B014F4-8767-E5CF-6DC2-6CA7D7BCC57E}"/>
              </a:ext>
            </a:extLst>
          </p:cNvPr>
          <p:cNvGrpSpPr/>
          <p:nvPr/>
        </p:nvGrpSpPr>
        <p:grpSpPr>
          <a:xfrm>
            <a:off x="6193462" y="4010963"/>
            <a:ext cx="1410189" cy="1279165"/>
            <a:chOff x="3546821" y="2117558"/>
            <a:chExt cx="1410189" cy="1279165"/>
          </a:xfrm>
        </p:grpSpPr>
        <p:sp>
          <p:nvSpPr>
            <p:cNvPr id="14" name="Line 42">
              <a:extLst>
                <a:ext uri="{FF2B5EF4-FFF2-40B4-BE49-F238E27FC236}">
                  <a16:creationId xmlns:a16="http://schemas.microsoft.com/office/drawing/2014/main" id="{74C14955-A461-4A18-0804-BB2AC379866D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3546821" y="2117558"/>
              <a:ext cx="2495" cy="1271145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Line 42">
              <a:extLst>
                <a:ext uri="{FF2B5EF4-FFF2-40B4-BE49-F238E27FC236}">
                  <a16:creationId xmlns:a16="http://schemas.microsoft.com/office/drawing/2014/main" id="{B87CC823-4FCB-91C7-2916-268AC1D6F944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3819537" y="2177715"/>
              <a:ext cx="6505" cy="1219008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Line 42">
              <a:extLst>
                <a:ext uri="{FF2B5EF4-FFF2-40B4-BE49-F238E27FC236}">
                  <a16:creationId xmlns:a16="http://schemas.microsoft.com/office/drawing/2014/main" id="{45911B04-7C8F-6F7F-D452-076DCFC31CCC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H="1" flipV="1">
              <a:off x="4114801" y="2358188"/>
              <a:ext cx="1516" cy="1034523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Line 42">
              <a:extLst>
                <a:ext uri="{FF2B5EF4-FFF2-40B4-BE49-F238E27FC236}">
                  <a16:creationId xmlns:a16="http://schemas.microsoft.com/office/drawing/2014/main" id="{5EA7A957-C762-EF06-CB2A-8E70B9D060E3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4381025" y="2622883"/>
              <a:ext cx="10501" cy="757791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Line 42">
              <a:extLst>
                <a:ext uri="{FF2B5EF4-FFF2-40B4-BE49-F238E27FC236}">
                  <a16:creationId xmlns:a16="http://schemas.microsoft.com/office/drawing/2014/main" id="{DB17057D-AF24-F14D-797A-B2DD0669A37C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4677804" y="2839452"/>
              <a:ext cx="2479" cy="537210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Line 42">
              <a:extLst>
                <a:ext uri="{FF2B5EF4-FFF2-40B4-BE49-F238E27FC236}">
                  <a16:creationId xmlns:a16="http://schemas.microsoft.com/office/drawing/2014/main" id="{B0A8427F-F8CF-3A47-AD8C-9803FA245F0B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4950521" y="2983830"/>
              <a:ext cx="6489" cy="400851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 dirty="0"/>
            </a:p>
          </p:txBody>
        </p:sp>
      </p:grpSp>
      <p:grpSp>
        <p:nvGrpSpPr>
          <p:cNvPr id="20" name="Grupo 50">
            <a:extLst>
              <a:ext uri="{FF2B5EF4-FFF2-40B4-BE49-F238E27FC236}">
                <a16:creationId xmlns:a16="http://schemas.microsoft.com/office/drawing/2014/main" id="{3769F689-0BB6-D6A1-E544-2D4CDB4B22A5}"/>
              </a:ext>
            </a:extLst>
          </p:cNvPr>
          <p:cNvGrpSpPr/>
          <p:nvPr/>
        </p:nvGrpSpPr>
        <p:grpSpPr>
          <a:xfrm>
            <a:off x="4793734" y="4043043"/>
            <a:ext cx="1410189" cy="1279165"/>
            <a:chOff x="3546821" y="2117558"/>
            <a:chExt cx="1410189" cy="1279165"/>
          </a:xfrm>
          <a:scene3d>
            <a:camera prst="orthographicFront">
              <a:rot lat="0" lon="10800000" rev="0"/>
            </a:camera>
            <a:lightRig rig="threePt" dir="t"/>
          </a:scene3d>
        </p:grpSpPr>
        <p:sp>
          <p:nvSpPr>
            <p:cNvPr id="21" name="Line 42">
              <a:extLst>
                <a:ext uri="{FF2B5EF4-FFF2-40B4-BE49-F238E27FC236}">
                  <a16:creationId xmlns:a16="http://schemas.microsoft.com/office/drawing/2014/main" id="{1F63BF63-9308-E77F-18BF-CDD30711B046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3546821" y="2117558"/>
              <a:ext cx="2495" cy="1271145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Line 42">
              <a:extLst>
                <a:ext uri="{FF2B5EF4-FFF2-40B4-BE49-F238E27FC236}">
                  <a16:creationId xmlns:a16="http://schemas.microsoft.com/office/drawing/2014/main" id="{6C812554-7091-C6A0-F867-E9D21B3FE5C2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3819537" y="2177715"/>
              <a:ext cx="6505" cy="1219008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Line 42">
              <a:extLst>
                <a:ext uri="{FF2B5EF4-FFF2-40B4-BE49-F238E27FC236}">
                  <a16:creationId xmlns:a16="http://schemas.microsoft.com/office/drawing/2014/main" id="{11BAD778-7A66-979C-0385-047C1C8AAB63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H="1" flipV="1">
              <a:off x="4114801" y="2358188"/>
              <a:ext cx="1516" cy="1034523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Line 42">
              <a:extLst>
                <a:ext uri="{FF2B5EF4-FFF2-40B4-BE49-F238E27FC236}">
                  <a16:creationId xmlns:a16="http://schemas.microsoft.com/office/drawing/2014/main" id="{BF3A9C2F-E855-AA78-0EB9-A7DE4CF84C87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4381025" y="2622883"/>
              <a:ext cx="10501" cy="757791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Line 42">
              <a:extLst>
                <a:ext uri="{FF2B5EF4-FFF2-40B4-BE49-F238E27FC236}">
                  <a16:creationId xmlns:a16="http://schemas.microsoft.com/office/drawing/2014/main" id="{E18DB2D4-C808-7F9B-E82D-960B1669A000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4677804" y="2839452"/>
              <a:ext cx="2479" cy="537210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Line 42">
              <a:extLst>
                <a:ext uri="{FF2B5EF4-FFF2-40B4-BE49-F238E27FC236}">
                  <a16:creationId xmlns:a16="http://schemas.microsoft.com/office/drawing/2014/main" id="{53ECAAB8-D55E-2485-9FE5-E13884F72242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4950521" y="2983830"/>
              <a:ext cx="6489" cy="400851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 dirty="0"/>
            </a:p>
          </p:txBody>
        </p:sp>
      </p:grpSp>
      <p:graphicFrame>
        <p:nvGraphicFramePr>
          <p:cNvPr id="27" name="Object 5">
            <a:extLst>
              <a:ext uri="{FF2B5EF4-FFF2-40B4-BE49-F238E27FC236}">
                <a16:creationId xmlns:a16="http://schemas.microsoft.com/office/drawing/2014/main" id="{8DBDCB38-F816-3C6A-00C6-AC7D7FEB88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0883318"/>
              </p:ext>
            </p:extLst>
          </p:nvPr>
        </p:nvGraphicFramePr>
        <p:xfrm>
          <a:off x="4800497" y="1573368"/>
          <a:ext cx="136207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660240" imgH="228600" progId="Equation.3">
                  <p:embed/>
                </p:oleObj>
              </mc:Choice>
              <mc:Fallback>
                <p:oleObj name="Equação" r:id="rId2" imgW="660240" imgH="228600" progId="Equation.3">
                  <p:embed/>
                  <p:pic>
                    <p:nvPicPr>
                      <p:cNvPr id="3379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497" y="1573368"/>
                        <a:ext cx="1362075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Grupo 50">
            <a:extLst>
              <a:ext uri="{FF2B5EF4-FFF2-40B4-BE49-F238E27FC236}">
                <a16:creationId xmlns:a16="http://schemas.microsoft.com/office/drawing/2014/main" id="{1F6DBD0E-423E-765B-7B9C-6EC568BDFC74}"/>
              </a:ext>
            </a:extLst>
          </p:cNvPr>
          <p:cNvGrpSpPr/>
          <p:nvPr/>
        </p:nvGrpSpPr>
        <p:grpSpPr>
          <a:xfrm>
            <a:off x="7617139" y="4027000"/>
            <a:ext cx="1410189" cy="1279165"/>
            <a:chOff x="3546821" y="2117558"/>
            <a:chExt cx="1410189" cy="1279165"/>
          </a:xfrm>
          <a:scene3d>
            <a:camera prst="orthographicFront">
              <a:rot lat="0" lon="10800000" rev="0"/>
            </a:camera>
            <a:lightRig rig="threePt" dir="t"/>
          </a:scene3d>
        </p:grpSpPr>
        <p:sp>
          <p:nvSpPr>
            <p:cNvPr id="29" name="Line 42">
              <a:extLst>
                <a:ext uri="{FF2B5EF4-FFF2-40B4-BE49-F238E27FC236}">
                  <a16:creationId xmlns:a16="http://schemas.microsoft.com/office/drawing/2014/main" id="{632915E4-5A86-0514-B36E-6341BA5DA0B6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3546821" y="2117558"/>
              <a:ext cx="2495" cy="1271145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Line 42">
              <a:extLst>
                <a:ext uri="{FF2B5EF4-FFF2-40B4-BE49-F238E27FC236}">
                  <a16:creationId xmlns:a16="http://schemas.microsoft.com/office/drawing/2014/main" id="{10CE2045-850C-1538-8D6D-C632E3BFFBD6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3819537" y="2177715"/>
              <a:ext cx="6505" cy="1219008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Line 42">
              <a:extLst>
                <a:ext uri="{FF2B5EF4-FFF2-40B4-BE49-F238E27FC236}">
                  <a16:creationId xmlns:a16="http://schemas.microsoft.com/office/drawing/2014/main" id="{D42BC362-6015-0A13-626C-5845B57D3310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H="1" flipV="1">
              <a:off x="4114801" y="2358188"/>
              <a:ext cx="1516" cy="1034523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Line 42">
              <a:extLst>
                <a:ext uri="{FF2B5EF4-FFF2-40B4-BE49-F238E27FC236}">
                  <a16:creationId xmlns:a16="http://schemas.microsoft.com/office/drawing/2014/main" id="{7E58E094-5276-B859-86A3-FA35FC0F86D2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4381025" y="2622883"/>
              <a:ext cx="10501" cy="757791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Line 42">
              <a:extLst>
                <a:ext uri="{FF2B5EF4-FFF2-40B4-BE49-F238E27FC236}">
                  <a16:creationId xmlns:a16="http://schemas.microsoft.com/office/drawing/2014/main" id="{FABA03B2-7D64-4A04-1668-277C056E1079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4677804" y="2839452"/>
              <a:ext cx="2479" cy="537210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Line 42">
              <a:extLst>
                <a:ext uri="{FF2B5EF4-FFF2-40B4-BE49-F238E27FC236}">
                  <a16:creationId xmlns:a16="http://schemas.microsoft.com/office/drawing/2014/main" id="{A0F525EA-2975-CB3A-5393-064EC0CA8FF8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4950521" y="2983830"/>
              <a:ext cx="6489" cy="400851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 dirty="0"/>
            </a:p>
          </p:txBody>
        </p:sp>
      </p:grp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14AD0F10-9CF2-30B7-1920-D8785F099F9D}"/>
              </a:ext>
            </a:extLst>
          </p:cNvPr>
          <p:cNvCxnSpPr/>
          <p:nvPr/>
        </p:nvCxnSpPr>
        <p:spPr bwMode="auto">
          <a:xfrm>
            <a:off x="9263961" y="4624544"/>
            <a:ext cx="1094874" cy="0"/>
          </a:xfrm>
          <a:prstGeom prst="line">
            <a:avLst/>
          </a:prstGeom>
          <a:solidFill>
            <a:schemeClr val="bg1"/>
          </a:solidFill>
          <a:ln w="25400" cap="flat" cmpd="sng" algn="ctr">
            <a:solidFill>
              <a:srgbClr val="063DE8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DAFF1961-B5FC-EA8C-9DD9-416878170334}"/>
              </a:ext>
            </a:extLst>
          </p:cNvPr>
          <p:cNvCxnSpPr/>
          <p:nvPr/>
        </p:nvCxnSpPr>
        <p:spPr bwMode="auto">
          <a:xfrm>
            <a:off x="1680056" y="4524280"/>
            <a:ext cx="1094874" cy="0"/>
          </a:xfrm>
          <a:prstGeom prst="line">
            <a:avLst/>
          </a:prstGeom>
          <a:solidFill>
            <a:schemeClr val="bg1"/>
          </a:solidFill>
          <a:ln w="25400" cap="flat" cmpd="sng" algn="ctr">
            <a:solidFill>
              <a:srgbClr val="063DE8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grpSp>
        <p:nvGrpSpPr>
          <p:cNvPr id="37" name="Grupo 49">
            <a:extLst>
              <a:ext uri="{FF2B5EF4-FFF2-40B4-BE49-F238E27FC236}">
                <a16:creationId xmlns:a16="http://schemas.microsoft.com/office/drawing/2014/main" id="{0B75DC60-BC0D-E486-C88F-A3AB8A72DF18}"/>
              </a:ext>
            </a:extLst>
          </p:cNvPr>
          <p:cNvGrpSpPr/>
          <p:nvPr/>
        </p:nvGrpSpPr>
        <p:grpSpPr>
          <a:xfrm>
            <a:off x="3373958" y="4018979"/>
            <a:ext cx="1410189" cy="1279165"/>
            <a:chOff x="3546821" y="2117558"/>
            <a:chExt cx="1410189" cy="1279165"/>
          </a:xfrm>
        </p:grpSpPr>
        <p:sp>
          <p:nvSpPr>
            <p:cNvPr id="38" name="Line 42">
              <a:extLst>
                <a:ext uri="{FF2B5EF4-FFF2-40B4-BE49-F238E27FC236}">
                  <a16:creationId xmlns:a16="http://schemas.microsoft.com/office/drawing/2014/main" id="{292A88F1-91FF-3FD6-2254-EC3E013D2704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3546821" y="2117558"/>
              <a:ext cx="2495" cy="1271145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Line 42">
              <a:extLst>
                <a:ext uri="{FF2B5EF4-FFF2-40B4-BE49-F238E27FC236}">
                  <a16:creationId xmlns:a16="http://schemas.microsoft.com/office/drawing/2014/main" id="{9EA94019-B43A-1D77-16A2-C584D11683DE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3819537" y="2177715"/>
              <a:ext cx="6505" cy="1219008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Line 42">
              <a:extLst>
                <a:ext uri="{FF2B5EF4-FFF2-40B4-BE49-F238E27FC236}">
                  <a16:creationId xmlns:a16="http://schemas.microsoft.com/office/drawing/2014/main" id="{B9F223D1-BEF9-1BBA-2424-DCE5173D329B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H="1" flipV="1">
              <a:off x="4114801" y="2358188"/>
              <a:ext cx="1516" cy="1034523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Line 42">
              <a:extLst>
                <a:ext uri="{FF2B5EF4-FFF2-40B4-BE49-F238E27FC236}">
                  <a16:creationId xmlns:a16="http://schemas.microsoft.com/office/drawing/2014/main" id="{EE6AE2F0-AA40-5679-B4FF-5BD56C305E19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4381025" y="2622883"/>
              <a:ext cx="10501" cy="757791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42" name="Line 42">
              <a:extLst>
                <a:ext uri="{FF2B5EF4-FFF2-40B4-BE49-F238E27FC236}">
                  <a16:creationId xmlns:a16="http://schemas.microsoft.com/office/drawing/2014/main" id="{395C82F3-459A-D5F0-E2D0-625CE5FA2834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4677804" y="2839452"/>
              <a:ext cx="2479" cy="537210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Line 42">
              <a:extLst>
                <a:ext uri="{FF2B5EF4-FFF2-40B4-BE49-F238E27FC236}">
                  <a16:creationId xmlns:a16="http://schemas.microsoft.com/office/drawing/2014/main" id="{704DE123-56AA-670A-A4C8-4EAAFDADF322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4950521" y="2983830"/>
              <a:ext cx="6489" cy="400851"/>
            </a:xfrm>
            <a:prstGeom prst="line">
              <a:avLst/>
            </a:prstGeom>
            <a:noFill/>
            <a:ln w="38100">
              <a:solidFill>
                <a:srgbClr val="063DE8"/>
              </a:solidFill>
              <a:round/>
              <a:headEnd/>
              <a:tailEnd type="oval" w="sm" len="med"/>
            </a:ln>
            <a:effectLst/>
          </p:spPr>
          <p:txBody>
            <a:bodyPr/>
            <a:lstStyle/>
            <a:p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2758514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E9AB23-9BC7-8919-58FD-B334C3DD8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Transformada de Fourier Discreta Inversa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7957D3-F7F3-FF53-AE6C-A0D8F0509BCF}"/>
              </a:ext>
            </a:extLst>
          </p:cNvPr>
          <p:cNvSpPr txBox="1">
            <a:spLocks/>
          </p:cNvSpPr>
          <p:nvPr/>
        </p:nvSpPr>
        <p:spPr>
          <a:xfrm>
            <a:off x="1946275" y="1374494"/>
            <a:ext cx="8299450" cy="257475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>
                <a:cs typeface="Times New Roman" pitchFamily="18" charset="0"/>
              </a:rPr>
              <a:t>A Transformada de Fourier Discreta Inversa (IDFT) pode ser obtida por</a:t>
            </a:r>
          </a:p>
          <a:p>
            <a:endParaRPr lang="pt-BR">
              <a:cs typeface="Times New Roman" pitchFamily="18" charset="0"/>
            </a:endParaRPr>
          </a:p>
          <a:p>
            <a:endParaRPr lang="pt-BR">
              <a:cs typeface="Times New Roman" pitchFamily="18" charset="0"/>
            </a:endParaRPr>
          </a:p>
          <a:p>
            <a:r>
              <a:rPr lang="pt-BR">
                <a:cs typeface="Times New Roman" pitchFamily="18" charset="0"/>
              </a:rPr>
              <a:t>Podemos mostrar que                     , ou seja,       também é periódico com período </a:t>
            </a:r>
            <a:r>
              <a:rPr lang="pt-BR" i="1">
                <a:latin typeface="Times New Roman" pitchFamily="18" charset="0"/>
                <a:cs typeface="Times New Roman" pitchFamily="18" charset="0"/>
              </a:rPr>
              <a:t>N</a:t>
            </a:r>
          </a:p>
          <a:p>
            <a:pPr lvl="1"/>
            <a:endParaRPr lang="pt-BR">
              <a:cs typeface="Times New Roman" pitchFamily="18" charset="0"/>
            </a:endParaRPr>
          </a:p>
          <a:p>
            <a:pPr lvl="1"/>
            <a:endParaRPr lang="pt-BR">
              <a:cs typeface="Times New Roman" pitchFamily="18" charset="0"/>
            </a:endParaRPr>
          </a:p>
          <a:p>
            <a:pPr lvl="1"/>
            <a:endParaRPr lang="pt-BR">
              <a:cs typeface="Times New Roman" pitchFamily="18" charset="0"/>
            </a:endParaRPr>
          </a:p>
          <a:p>
            <a:pPr lvl="1"/>
            <a:endParaRPr lang="pt-BR">
              <a:cs typeface="Times New Roman" pitchFamily="18" charset="0"/>
            </a:endParaRPr>
          </a:p>
          <a:p>
            <a:pPr lvl="1"/>
            <a:endParaRPr lang="pt-BR">
              <a:cs typeface="Times New Roman" pitchFamily="18" charset="0"/>
            </a:endParaRPr>
          </a:p>
          <a:p>
            <a:endParaRPr lang="pt-BR" dirty="0"/>
          </a:p>
        </p:txBody>
      </p:sp>
      <p:sp>
        <p:nvSpPr>
          <p:cNvPr id="4" name="Line 34">
            <a:extLst>
              <a:ext uri="{FF2B5EF4-FFF2-40B4-BE49-F238E27FC236}">
                <a16:creationId xmlns:a16="http://schemas.microsoft.com/office/drawing/2014/main" id="{AC8458C3-B96A-9F18-7FA1-BE0C40997FEC}"/>
              </a:ext>
            </a:extLst>
          </p:cNvPr>
          <p:cNvSpPr>
            <a:spLocks noChangeShapeType="1"/>
          </p:cNvSpPr>
          <p:nvPr/>
        </p:nvSpPr>
        <p:spPr bwMode="ltGray">
          <a:xfrm flipV="1">
            <a:off x="1565276" y="4647083"/>
            <a:ext cx="9143999" cy="1203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5" name="Line 35">
            <a:extLst>
              <a:ext uri="{FF2B5EF4-FFF2-40B4-BE49-F238E27FC236}">
                <a16:creationId xmlns:a16="http://schemas.microsoft.com/office/drawing/2014/main" id="{E7616BA7-7AC2-8B0F-BC72-A8A10670B8F1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3042738" y="4098650"/>
            <a:ext cx="1588" cy="102800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6" name="Freeform 39">
            <a:extLst>
              <a:ext uri="{FF2B5EF4-FFF2-40B4-BE49-F238E27FC236}">
                <a16:creationId xmlns:a16="http://schemas.microsoft.com/office/drawing/2014/main" id="{083819CC-7689-0273-076F-BC68F3AD410F}"/>
              </a:ext>
            </a:extLst>
          </p:cNvPr>
          <p:cNvSpPr>
            <a:spLocks/>
          </p:cNvSpPr>
          <p:nvPr/>
        </p:nvSpPr>
        <p:spPr bwMode="ltGray">
          <a:xfrm>
            <a:off x="3076988" y="4180409"/>
            <a:ext cx="4097582" cy="898276"/>
          </a:xfrm>
          <a:custGeom>
            <a:avLst/>
            <a:gdLst>
              <a:gd name="connsiteX0" fmla="*/ 0 w 9028"/>
              <a:gd name="connsiteY0" fmla="*/ 5644 h 10000"/>
              <a:gd name="connsiteX1" fmla="*/ 546 w 9028"/>
              <a:gd name="connsiteY1" fmla="*/ 3699 h 10000"/>
              <a:gd name="connsiteX2" fmla="*/ 1242 w 9028"/>
              <a:gd name="connsiteY2" fmla="*/ 1635 h 10000"/>
              <a:gd name="connsiteX3" fmla="*/ 1779 w 9028"/>
              <a:gd name="connsiteY3" fmla="*/ 486 h 10000"/>
              <a:gd name="connsiteX4" fmla="*/ 2425 w 9028"/>
              <a:gd name="connsiteY4" fmla="*/ 82 h 10000"/>
              <a:gd name="connsiteX5" fmla="*/ 3093 w 9028"/>
              <a:gd name="connsiteY5" fmla="*/ 985 h 10000"/>
              <a:gd name="connsiteX6" fmla="*/ 3758 w 9028"/>
              <a:gd name="connsiteY6" fmla="*/ 3895 h 10000"/>
              <a:gd name="connsiteX7" fmla="*/ 4304 w 9028"/>
              <a:gd name="connsiteY7" fmla="*/ 6420 h 10000"/>
              <a:gd name="connsiteX8" fmla="*/ 4758 w 9028"/>
              <a:gd name="connsiteY8" fmla="*/ 8744 h 10000"/>
              <a:gd name="connsiteX9" fmla="*/ 5429 w 9028"/>
              <a:gd name="connsiteY9" fmla="*/ 9994 h 10000"/>
              <a:gd name="connsiteX10" fmla="*/ 6333 w 9028"/>
              <a:gd name="connsiteY10" fmla="*/ 8706 h 10000"/>
              <a:gd name="connsiteX11" fmla="*/ 7049 w 9028"/>
              <a:gd name="connsiteY11" fmla="*/ 7077 h 10000"/>
              <a:gd name="connsiteX12" fmla="*/ 8141 w 9028"/>
              <a:gd name="connsiteY12" fmla="*/ 6244 h 10000"/>
              <a:gd name="connsiteX13" fmla="*/ 9028 w 9028"/>
              <a:gd name="connsiteY13" fmla="*/ 4388 h 10000"/>
              <a:gd name="connsiteX0" fmla="*/ 0 w 9475"/>
              <a:gd name="connsiteY0" fmla="*/ 5644 h 10000"/>
              <a:gd name="connsiteX1" fmla="*/ 605 w 9475"/>
              <a:gd name="connsiteY1" fmla="*/ 3699 h 10000"/>
              <a:gd name="connsiteX2" fmla="*/ 1376 w 9475"/>
              <a:gd name="connsiteY2" fmla="*/ 1635 h 10000"/>
              <a:gd name="connsiteX3" fmla="*/ 1971 w 9475"/>
              <a:gd name="connsiteY3" fmla="*/ 486 h 10000"/>
              <a:gd name="connsiteX4" fmla="*/ 2686 w 9475"/>
              <a:gd name="connsiteY4" fmla="*/ 82 h 10000"/>
              <a:gd name="connsiteX5" fmla="*/ 3426 w 9475"/>
              <a:gd name="connsiteY5" fmla="*/ 985 h 10000"/>
              <a:gd name="connsiteX6" fmla="*/ 4163 w 9475"/>
              <a:gd name="connsiteY6" fmla="*/ 3895 h 10000"/>
              <a:gd name="connsiteX7" fmla="*/ 4767 w 9475"/>
              <a:gd name="connsiteY7" fmla="*/ 6420 h 10000"/>
              <a:gd name="connsiteX8" fmla="*/ 5270 w 9475"/>
              <a:gd name="connsiteY8" fmla="*/ 8744 h 10000"/>
              <a:gd name="connsiteX9" fmla="*/ 6014 w 9475"/>
              <a:gd name="connsiteY9" fmla="*/ 9994 h 10000"/>
              <a:gd name="connsiteX10" fmla="*/ 7015 w 9475"/>
              <a:gd name="connsiteY10" fmla="*/ 8706 h 10000"/>
              <a:gd name="connsiteX11" fmla="*/ 7808 w 9475"/>
              <a:gd name="connsiteY11" fmla="*/ 7077 h 10000"/>
              <a:gd name="connsiteX12" fmla="*/ 9018 w 9475"/>
              <a:gd name="connsiteY12" fmla="*/ 6244 h 10000"/>
              <a:gd name="connsiteX13" fmla="*/ 9475 w 9475"/>
              <a:gd name="connsiteY13" fmla="*/ 5192 h 10000"/>
              <a:gd name="connsiteX0" fmla="*/ 0 w 9518"/>
              <a:gd name="connsiteY0" fmla="*/ 5644 h 10000"/>
              <a:gd name="connsiteX1" fmla="*/ 639 w 9518"/>
              <a:gd name="connsiteY1" fmla="*/ 3699 h 10000"/>
              <a:gd name="connsiteX2" fmla="*/ 1452 w 9518"/>
              <a:gd name="connsiteY2" fmla="*/ 1635 h 10000"/>
              <a:gd name="connsiteX3" fmla="*/ 2080 w 9518"/>
              <a:gd name="connsiteY3" fmla="*/ 486 h 10000"/>
              <a:gd name="connsiteX4" fmla="*/ 2835 w 9518"/>
              <a:gd name="connsiteY4" fmla="*/ 82 h 10000"/>
              <a:gd name="connsiteX5" fmla="*/ 3616 w 9518"/>
              <a:gd name="connsiteY5" fmla="*/ 985 h 10000"/>
              <a:gd name="connsiteX6" fmla="*/ 4394 w 9518"/>
              <a:gd name="connsiteY6" fmla="*/ 3895 h 10000"/>
              <a:gd name="connsiteX7" fmla="*/ 5031 w 9518"/>
              <a:gd name="connsiteY7" fmla="*/ 6420 h 10000"/>
              <a:gd name="connsiteX8" fmla="*/ 5562 w 9518"/>
              <a:gd name="connsiteY8" fmla="*/ 8744 h 10000"/>
              <a:gd name="connsiteX9" fmla="*/ 6347 w 9518"/>
              <a:gd name="connsiteY9" fmla="*/ 9994 h 10000"/>
              <a:gd name="connsiteX10" fmla="*/ 7404 w 9518"/>
              <a:gd name="connsiteY10" fmla="*/ 8706 h 10000"/>
              <a:gd name="connsiteX11" fmla="*/ 8241 w 9518"/>
              <a:gd name="connsiteY11" fmla="*/ 7077 h 10000"/>
              <a:gd name="connsiteX12" fmla="*/ 9518 w 9518"/>
              <a:gd name="connsiteY12" fmla="*/ 6244 h 10000"/>
              <a:gd name="connsiteX0" fmla="*/ 0 w 9656"/>
              <a:gd name="connsiteY0" fmla="*/ 5644 h 10000"/>
              <a:gd name="connsiteX1" fmla="*/ 671 w 9656"/>
              <a:gd name="connsiteY1" fmla="*/ 3699 h 10000"/>
              <a:gd name="connsiteX2" fmla="*/ 1526 w 9656"/>
              <a:gd name="connsiteY2" fmla="*/ 1635 h 10000"/>
              <a:gd name="connsiteX3" fmla="*/ 2185 w 9656"/>
              <a:gd name="connsiteY3" fmla="*/ 486 h 10000"/>
              <a:gd name="connsiteX4" fmla="*/ 2979 w 9656"/>
              <a:gd name="connsiteY4" fmla="*/ 82 h 10000"/>
              <a:gd name="connsiteX5" fmla="*/ 3799 w 9656"/>
              <a:gd name="connsiteY5" fmla="*/ 985 h 10000"/>
              <a:gd name="connsiteX6" fmla="*/ 4617 w 9656"/>
              <a:gd name="connsiteY6" fmla="*/ 3895 h 10000"/>
              <a:gd name="connsiteX7" fmla="*/ 5286 w 9656"/>
              <a:gd name="connsiteY7" fmla="*/ 6420 h 10000"/>
              <a:gd name="connsiteX8" fmla="*/ 5844 w 9656"/>
              <a:gd name="connsiteY8" fmla="*/ 8744 h 10000"/>
              <a:gd name="connsiteX9" fmla="*/ 6668 w 9656"/>
              <a:gd name="connsiteY9" fmla="*/ 9994 h 10000"/>
              <a:gd name="connsiteX10" fmla="*/ 7779 w 9656"/>
              <a:gd name="connsiteY10" fmla="*/ 8706 h 10000"/>
              <a:gd name="connsiteX11" fmla="*/ 8658 w 9656"/>
              <a:gd name="connsiteY11" fmla="*/ 7077 h 10000"/>
              <a:gd name="connsiteX12" fmla="*/ 9656 w 9656"/>
              <a:gd name="connsiteY12" fmla="*/ 5306 h 10000"/>
              <a:gd name="connsiteX0" fmla="*/ 0 w 10000"/>
              <a:gd name="connsiteY0" fmla="*/ 5644 h 10000"/>
              <a:gd name="connsiteX1" fmla="*/ 969 w 10000"/>
              <a:gd name="connsiteY1" fmla="*/ 5574 h 10000"/>
              <a:gd name="connsiteX2" fmla="*/ 1580 w 10000"/>
              <a:gd name="connsiteY2" fmla="*/ 1635 h 10000"/>
              <a:gd name="connsiteX3" fmla="*/ 2263 w 10000"/>
              <a:gd name="connsiteY3" fmla="*/ 486 h 10000"/>
              <a:gd name="connsiteX4" fmla="*/ 3085 w 10000"/>
              <a:gd name="connsiteY4" fmla="*/ 82 h 10000"/>
              <a:gd name="connsiteX5" fmla="*/ 3934 w 10000"/>
              <a:gd name="connsiteY5" fmla="*/ 985 h 10000"/>
              <a:gd name="connsiteX6" fmla="*/ 4781 w 10000"/>
              <a:gd name="connsiteY6" fmla="*/ 3895 h 10000"/>
              <a:gd name="connsiteX7" fmla="*/ 5474 w 10000"/>
              <a:gd name="connsiteY7" fmla="*/ 6420 h 10000"/>
              <a:gd name="connsiteX8" fmla="*/ 6052 w 10000"/>
              <a:gd name="connsiteY8" fmla="*/ 8744 h 10000"/>
              <a:gd name="connsiteX9" fmla="*/ 6906 w 10000"/>
              <a:gd name="connsiteY9" fmla="*/ 9994 h 10000"/>
              <a:gd name="connsiteX10" fmla="*/ 8056 w 10000"/>
              <a:gd name="connsiteY10" fmla="*/ 8706 h 10000"/>
              <a:gd name="connsiteX11" fmla="*/ 8966 w 10000"/>
              <a:gd name="connsiteY11" fmla="*/ 7077 h 10000"/>
              <a:gd name="connsiteX12" fmla="*/ 10000 w 10000"/>
              <a:gd name="connsiteY12" fmla="*/ 5306 h 10000"/>
              <a:gd name="connsiteX0" fmla="*/ 0 w 9031"/>
              <a:gd name="connsiteY0" fmla="*/ 5574 h 10000"/>
              <a:gd name="connsiteX1" fmla="*/ 611 w 9031"/>
              <a:gd name="connsiteY1" fmla="*/ 1635 h 10000"/>
              <a:gd name="connsiteX2" fmla="*/ 1294 w 9031"/>
              <a:gd name="connsiteY2" fmla="*/ 486 h 10000"/>
              <a:gd name="connsiteX3" fmla="*/ 2116 w 9031"/>
              <a:gd name="connsiteY3" fmla="*/ 82 h 10000"/>
              <a:gd name="connsiteX4" fmla="*/ 2965 w 9031"/>
              <a:gd name="connsiteY4" fmla="*/ 985 h 10000"/>
              <a:gd name="connsiteX5" fmla="*/ 3812 w 9031"/>
              <a:gd name="connsiteY5" fmla="*/ 3895 h 10000"/>
              <a:gd name="connsiteX6" fmla="*/ 4505 w 9031"/>
              <a:gd name="connsiteY6" fmla="*/ 6420 h 10000"/>
              <a:gd name="connsiteX7" fmla="*/ 5083 w 9031"/>
              <a:gd name="connsiteY7" fmla="*/ 8744 h 10000"/>
              <a:gd name="connsiteX8" fmla="*/ 5937 w 9031"/>
              <a:gd name="connsiteY8" fmla="*/ 9994 h 10000"/>
              <a:gd name="connsiteX9" fmla="*/ 7087 w 9031"/>
              <a:gd name="connsiteY9" fmla="*/ 8706 h 10000"/>
              <a:gd name="connsiteX10" fmla="*/ 7997 w 9031"/>
              <a:gd name="connsiteY10" fmla="*/ 7077 h 10000"/>
              <a:gd name="connsiteX11" fmla="*/ 9031 w 9031"/>
              <a:gd name="connsiteY11" fmla="*/ 5306 h 10000"/>
              <a:gd name="connsiteX0" fmla="*/ 0 w 10334"/>
              <a:gd name="connsiteY0" fmla="*/ 5306 h 10000"/>
              <a:gd name="connsiteX1" fmla="*/ 1011 w 10334"/>
              <a:gd name="connsiteY1" fmla="*/ 1635 h 10000"/>
              <a:gd name="connsiteX2" fmla="*/ 1767 w 10334"/>
              <a:gd name="connsiteY2" fmla="*/ 486 h 10000"/>
              <a:gd name="connsiteX3" fmla="*/ 2677 w 10334"/>
              <a:gd name="connsiteY3" fmla="*/ 82 h 10000"/>
              <a:gd name="connsiteX4" fmla="*/ 3617 w 10334"/>
              <a:gd name="connsiteY4" fmla="*/ 985 h 10000"/>
              <a:gd name="connsiteX5" fmla="*/ 4555 w 10334"/>
              <a:gd name="connsiteY5" fmla="*/ 3895 h 10000"/>
              <a:gd name="connsiteX6" fmla="*/ 5322 w 10334"/>
              <a:gd name="connsiteY6" fmla="*/ 6420 h 10000"/>
              <a:gd name="connsiteX7" fmla="*/ 5962 w 10334"/>
              <a:gd name="connsiteY7" fmla="*/ 8744 h 10000"/>
              <a:gd name="connsiteX8" fmla="*/ 6908 w 10334"/>
              <a:gd name="connsiteY8" fmla="*/ 9994 h 10000"/>
              <a:gd name="connsiteX9" fmla="*/ 8181 w 10334"/>
              <a:gd name="connsiteY9" fmla="*/ 8706 h 10000"/>
              <a:gd name="connsiteX10" fmla="*/ 9189 w 10334"/>
              <a:gd name="connsiteY10" fmla="*/ 7077 h 10000"/>
              <a:gd name="connsiteX11" fmla="*/ 10334 w 10334"/>
              <a:gd name="connsiteY11" fmla="*/ 5306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334" h="10000">
                <a:moveTo>
                  <a:pt x="0" y="5306"/>
                </a:moveTo>
                <a:cubicBezTo>
                  <a:pt x="291" y="4644"/>
                  <a:pt x="717" y="2438"/>
                  <a:pt x="1011" y="1635"/>
                </a:cubicBezTo>
                <a:cubicBezTo>
                  <a:pt x="1305" y="832"/>
                  <a:pt x="1490" y="745"/>
                  <a:pt x="1767" y="486"/>
                </a:cubicBezTo>
                <a:cubicBezTo>
                  <a:pt x="2044" y="227"/>
                  <a:pt x="2369" y="0"/>
                  <a:pt x="2677" y="82"/>
                </a:cubicBezTo>
                <a:cubicBezTo>
                  <a:pt x="2986" y="164"/>
                  <a:pt x="3305" y="347"/>
                  <a:pt x="3617" y="985"/>
                </a:cubicBezTo>
                <a:cubicBezTo>
                  <a:pt x="3928" y="1622"/>
                  <a:pt x="4270" y="2992"/>
                  <a:pt x="4555" y="3895"/>
                </a:cubicBezTo>
                <a:cubicBezTo>
                  <a:pt x="4837" y="4798"/>
                  <a:pt x="5087" y="5612"/>
                  <a:pt x="5322" y="6420"/>
                </a:cubicBezTo>
                <a:cubicBezTo>
                  <a:pt x="5558" y="7229"/>
                  <a:pt x="5700" y="8150"/>
                  <a:pt x="5962" y="8744"/>
                </a:cubicBezTo>
                <a:cubicBezTo>
                  <a:pt x="6228" y="9337"/>
                  <a:pt x="6539" y="10000"/>
                  <a:pt x="6908" y="9994"/>
                </a:cubicBezTo>
                <a:cubicBezTo>
                  <a:pt x="7277" y="9987"/>
                  <a:pt x="7801" y="9192"/>
                  <a:pt x="8181" y="8706"/>
                </a:cubicBezTo>
                <a:cubicBezTo>
                  <a:pt x="8561" y="8220"/>
                  <a:pt x="8830" y="7644"/>
                  <a:pt x="9189" y="7077"/>
                </a:cubicBezTo>
                <a:cubicBezTo>
                  <a:pt x="9549" y="6510"/>
                  <a:pt x="9980" y="5620"/>
                  <a:pt x="10334" y="5306"/>
                </a:cubicBezTo>
              </a:path>
            </a:pathLst>
          </a:custGeom>
          <a:noFill/>
          <a:ln w="25400" cap="flat" cmpd="sng">
            <a:solidFill>
              <a:schemeClr val="accent2">
                <a:alpha val="50000"/>
              </a:schemeClr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7" name="Line 42">
            <a:extLst>
              <a:ext uri="{FF2B5EF4-FFF2-40B4-BE49-F238E27FC236}">
                <a16:creationId xmlns:a16="http://schemas.microsoft.com/office/drawing/2014/main" id="{09381357-4F12-9E6E-5C27-2A83770AD0A0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3887370" y="4238066"/>
            <a:ext cx="1506" cy="420915"/>
          </a:xfrm>
          <a:prstGeom prst="line">
            <a:avLst/>
          </a:prstGeom>
          <a:noFill/>
          <a:ln w="38100">
            <a:solidFill>
              <a:srgbClr val="063DE8"/>
            </a:solidFill>
            <a:round/>
            <a:headEnd/>
            <a:tailEnd type="oval" w="sm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8" name="Line 43">
            <a:extLst>
              <a:ext uri="{FF2B5EF4-FFF2-40B4-BE49-F238E27FC236}">
                <a16:creationId xmlns:a16="http://schemas.microsoft.com/office/drawing/2014/main" id="{4F3682F7-B768-2C3C-2A4C-741836D25460}"/>
              </a:ext>
            </a:extLst>
          </p:cNvPr>
          <p:cNvSpPr>
            <a:spLocks noChangeShapeType="1"/>
          </p:cNvSpPr>
          <p:nvPr/>
        </p:nvSpPr>
        <p:spPr bwMode="ltGray">
          <a:xfrm flipV="1">
            <a:off x="4727076" y="4397348"/>
            <a:ext cx="1588" cy="261634"/>
          </a:xfrm>
          <a:prstGeom prst="line">
            <a:avLst/>
          </a:prstGeom>
          <a:noFill/>
          <a:ln w="38100">
            <a:solidFill>
              <a:srgbClr val="063DE8"/>
            </a:solidFill>
            <a:round/>
            <a:headEnd/>
            <a:tailEnd type="oval" w="sm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9" name="Line 44">
            <a:extLst>
              <a:ext uri="{FF2B5EF4-FFF2-40B4-BE49-F238E27FC236}">
                <a16:creationId xmlns:a16="http://schemas.microsoft.com/office/drawing/2014/main" id="{5C053350-0CAE-F64E-8CBD-82FEBBEB12DA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5565276" y="4652442"/>
            <a:ext cx="1588" cy="376099"/>
          </a:xfrm>
          <a:prstGeom prst="line">
            <a:avLst/>
          </a:prstGeom>
          <a:noFill/>
          <a:ln w="38100">
            <a:solidFill>
              <a:srgbClr val="063DE8"/>
            </a:solidFill>
            <a:round/>
            <a:headEnd/>
            <a:tailEnd type="oval" w="sm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0" name="Line 45">
            <a:extLst>
              <a:ext uri="{FF2B5EF4-FFF2-40B4-BE49-F238E27FC236}">
                <a16:creationId xmlns:a16="http://schemas.microsoft.com/office/drawing/2014/main" id="{FB3A813E-C323-0D1E-5D8B-8DA0BA6DD66D}"/>
              </a:ext>
            </a:extLst>
          </p:cNvPr>
          <p:cNvSpPr>
            <a:spLocks noChangeShapeType="1"/>
          </p:cNvSpPr>
          <p:nvPr/>
        </p:nvSpPr>
        <p:spPr bwMode="ltGray">
          <a:xfrm>
            <a:off x="6424115" y="4649171"/>
            <a:ext cx="1918" cy="262665"/>
          </a:xfrm>
          <a:prstGeom prst="line">
            <a:avLst/>
          </a:prstGeom>
          <a:noFill/>
          <a:ln w="38100">
            <a:solidFill>
              <a:srgbClr val="063DE8"/>
            </a:solidFill>
            <a:round/>
            <a:headEnd/>
            <a:tailEnd type="oval" w="sm" len="med"/>
          </a:ln>
          <a:effectLst/>
        </p:spPr>
        <p:txBody>
          <a:bodyPr/>
          <a:lstStyle/>
          <a:p>
            <a:endParaRPr lang="pt-BR"/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CB5F0D24-59C9-499F-92FD-E432A3AF4056}"/>
              </a:ext>
            </a:extLst>
          </p:cNvPr>
          <p:cNvCxnSpPr/>
          <p:nvPr/>
        </p:nvCxnSpPr>
        <p:spPr bwMode="auto">
          <a:xfrm rot="5400000">
            <a:off x="7984131" y="4665187"/>
            <a:ext cx="204537" cy="0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Line 42">
            <a:extLst>
              <a:ext uri="{FF2B5EF4-FFF2-40B4-BE49-F238E27FC236}">
                <a16:creationId xmlns:a16="http://schemas.microsoft.com/office/drawing/2014/main" id="{3C4B83F5-6ABE-0036-7AEC-6CD8721990F1}"/>
              </a:ext>
            </a:extLst>
          </p:cNvPr>
          <p:cNvSpPr>
            <a:spLocks noChangeShapeType="1"/>
          </p:cNvSpPr>
          <p:nvPr/>
        </p:nvSpPr>
        <p:spPr bwMode="ltGray">
          <a:xfrm flipV="1">
            <a:off x="4293948" y="4201971"/>
            <a:ext cx="2496" cy="452994"/>
          </a:xfrm>
          <a:prstGeom prst="line">
            <a:avLst/>
          </a:prstGeom>
          <a:noFill/>
          <a:ln w="38100">
            <a:solidFill>
              <a:srgbClr val="063DE8"/>
            </a:solidFill>
            <a:round/>
            <a:headEnd/>
            <a:tailEnd type="oval" w="sm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3" name="Line 42">
            <a:extLst>
              <a:ext uri="{FF2B5EF4-FFF2-40B4-BE49-F238E27FC236}">
                <a16:creationId xmlns:a16="http://schemas.microsoft.com/office/drawing/2014/main" id="{F14062E5-1E5D-A62F-C30D-28B942632178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3478297" y="4346350"/>
            <a:ext cx="5525" cy="328667"/>
          </a:xfrm>
          <a:prstGeom prst="line">
            <a:avLst/>
          </a:prstGeom>
          <a:noFill/>
          <a:ln w="38100">
            <a:solidFill>
              <a:srgbClr val="063DE8"/>
            </a:solidFill>
            <a:round/>
            <a:headEnd/>
            <a:tailEnd type="oval" w="sm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4" name="Line 44">
            <a:extLst>
              <a:ext uri="{FF2B5EF4-FFF2-40B4-BE49-F238E27FC236}">
                <a16:creationId xmlns:a16="http://schemas.microsoft.com/office/drawing/2014/main" id="{C2B64FD5-C860-D993-4083-8434EAFB54E8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5186780" y="4684522"/>
            <a:ext cx="3076" cy="70903"/>
          </a:xfrm>
          <a:prstGeom prst="line">
            <a:avLst/>
          </a:prstGeom>
          <a:noFill/>
          <a:ln w="38100">
            <a:solidFill>
              <a:srgbClr val="063DE8"/>
            </a:solidFill>
            <a:round/>
            <a:headEnd/>
            <a:tailEnd type="oval" w="sm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5" name="Line 44">
            <a:extLst>
              <a:ext uri="{FF2B5EF4-FFF2-40B4-BE49-F238E27FC236}">
                <a16:creationId xmlns:a16="http://schemas.microsoft.com/office/drawing/2014/main" id="{848585F7-4690-B1E4-311D-936A6D40F483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5982370" y="4660463"/>
            <a:ext cx="1588" cy="376099"/>
          </a:xfrm>
          <a:prstGeom prst="line">
            <a:avLst/>
          </a:prstGeom>
          <a:noFill/>
          <a:ln w="38100">
            <a:solidFill>
              <a:srgbClr val="063DE8"/>
            </a:solidFill>
            <a:round/>
            <a:headEnd/>
            <a:tailEnd type="oval" w="sm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6" name="Line 45">
            <a:extLst>
              <a:ext uri="{FF2B5EF4-FFF2-40B4-BE49-F238E27FC236}">
                <a16:creationId xmlns:a16="http://schemas.microsoft.com/office/drawing/2014/main" id="{68F48347-9F27-40C8-61AB-C987F6A05598}"/>
              </a:ext>
            </a:extLst>
          </p:cNvPr>
          <p:cNvSpPr>
            <a:spLocks noChangeShapeType="1"/>
          </p:cNvSpPr>
          <p:nvPr/>
        </p:nvSpPr>
        <p:spPr bwMode="ltGray">
          <a:xfrm>
            <a:off x="6793091" y="4669219"/>
            <a:ext cx="5921" cy="134332"/>
          </a:xfrm>
          <a:prstGeom prst="line">
            <a:avLst/>
          </a:prstGeom>
          <a:noFill/>
          <a:ln w="38100">
            <a:solidFill>
              <a:srgbClr val="063DE8"/>
            </a:solidFill>
            <a:round/>
            <a:headEnd/>
            <a:tailEnd type="oval" w="sm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7" name="Line 45">
            <a:extLst>
              <a:ext uri="{FF2B5EF4-FFF2-40B4-BE49-F238E27FC236}">
                <a16:creationId xmlns:a16="http://schemas.microsoft.com/office/drawing/2014/main" id="{A5FCEB76-BE5B-1796-B39B-F5E51AC5E2B0}"/>
              </a:ext>
            </a:extLst>
          </p:cNvPr>
          <p:cNvSpPr>
            <a:spLocks noChangeShapeType="1"/>
          </p:cNvSpPr>
          <p:nvPr/>
        </p:nvSpPr>
        <p:spPr bwMode="ltGray">
          <a:xfrm flipV="1">
            <a:off x="7671427" y="4659172"/>
            <a:ext cx="5890" cy="22079"/>
          </a:xfrm>
          <a:prstGeom prst="line">
            <a:avLst/>
          </a:prstGeom>
          <a:noFill/>
          <a:ln w="38100">
            <a:solidFill>
              <a:srgbClr val="063DE8"/>
            </a:solidFill>
            <a:round/>
            <a:headEnd/>
            <a:tailEnd type="oval" w="sm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8" name="Line 44">
            <a:extLst>
              <a:ext uri="{FF2B5EF4-FFF2-40B4-BE49-F238E27FC236}">
                <a16:creationId xmlns:a16="http://schemas.microsoft.com/office/drawing/2014/main" id="{33FFB938-5E16-65AF-5523-B8012DCC6022}"/>
              </a:ext>
            </a:extLst>
          </p:cNvPr>
          <p:cNvSpPr>
            <a:spLocks noChangeShapeType="1"/>
          </p:cNvSpPr>
          <p:nvPr/>
        </p:nvSpPr>
        <p:spPr bwMode="ltGray">
          <a:xfrm flipV="1">
            <a:off x="7231270" y="4659172"/>
            <a:ext cx="879" cy="21339"/>
          </a:xfrm>
          <a:prstGeom prst="line">
            <a:avLst/>
          </a:prstGeom>
          <a:noFill/>
          <a:ln w="38100">
            <a:solidFill>
              <a:srgbClr val="063DE8"/>
            </a:solidFill>
            <a:round/>
            <a:headEnd/>
            <a:tailEnd type="oval" w="sm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9" name="Line 42">
            <a:extLst>
              <a:ext uri="{FF2B5EF4-FFF2-40B4-BE49-F238E27FC236}">
                <a16:creationId xmlns:a16="http://schemas.microsoft.com/office/drawing/2014/main" id="{118927FD-D5A1-81F3-762F-4722E1722CD5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3057190" y="4659170"/>
            <a:ext cx="1514" cy="23866"/>
          </a:xfrm>
          <a:prstGeom prst="line">
            <a:avLst/>
          </a:prstGeom>
          <a:noFill/>
          <a:ln w="38100">
            <a:solidFill>
              <a:srgbClr val="063DE8"/>
            </a:solidFill>
            <a:round/>
            <a:headEnd/>
            <a:tailEnd type="oval" w="sm" len="med"/>
          </a:ln>
          <a:effectLst/>
        </p:spPr>
        <p:txBody>
          <a:bodyPr/>
          <a:lstStyle/>
          <a:p>
            <a:endParaRPr lang="pt-BR"/>
          </a:p>
        </p:txBody>
      </p:sp>
      <p:graphicFrame>
        <p:nvGraphicFramePr>
          <p:cNvPr id="20" name="Objeto 19">
            <a:extLst>
              <a:ext uri="{FF2B5EF4-FFF2-40B4-BE49-F238E27FC236}">
                <a16:creationId xmlns:a16="http://schemas.microsoft.com/office/drawing/2014/main" id="{A2869E20-527E-0797-C4FF-8A3D63C92B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827225"/>
              </p:ext>
            </p:extLst>
          </p:nvPr>
        </p:nvGraphicFramePr>
        <p:xfrm>
          <a:off x="2320175" y="1953347"/>
          <a:ext cx="2693987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1307880" imgH="431640" progId="Equation.3">
                  <p:embed/>
                </p:oleObj>
              </mc:Choice>
              <mc:Fallback>
                <p:oleObj name="Equação" r:id="rId2" imgW="1307880" imgH="431640" progId="Equation.3">
                  <p:embed/>
                  <p:pic>
                    <p:nvPicPr>
                      <p:cNvPr id="74" name="Objeto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0175" y="1953347"/>
                        <a:ext cx="2693987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3">
            <a:extLst>
              <a:ext uri="{FF2B5EF4-FFF2-40B4-BE49-F238E27FC236}">
                <a16:creationId xmlns:a16="http://schemas.microsoft.com/office/drawing/2014/main" id="{0EBA4B7F-AC92-B0CD-947E-14A8437B01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8095349"/>
              </p:ext>
            </p:extLst>
          </p:nvPr>
        </p:nvGraphicFramePr>
        <p:xfrm>
          <a:off x="4818063" y="3930369"/>
          <a:ext cx="39211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190440" imgH="228600" progId="Equation.3">
                  <p:embed/>
                </p:oleObj>
              </mc:Choice>
              <mc:Fallback>
                <p:oleObj name="Equação" r:id="rId4" imgW="190440" imgH="228600" progId="Equation.3">
                  <p:embed/>
                  <p:pic>
                    <p:nvPicPr>
                      <p:cNvPr id="33587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8063" y="3930369"/>
                        <a:ext cx="392112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5">
            <a:extLst>
              <a:ext uri="{FF2B5EF4-FFF2-40B4-BE49-F238E27FC236}">
                <a16:creationId xmlns:a16="http://schemas.microsoft.com/office/drawing/2014/main" id="{89B9970A-04FC-821F-DBA2-AFC6031FC7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8176512"/>
              </p:ext>
            </p:extLst>
          </p:nvPr>
        </p:nvGraphicFramePr>
        <p:xfrm>
          <a:off x="4887158" y="2739661"/>
          <a:ext cx="130968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634680" imgH="228600" progId="Equation.3">
                  <p:embed/>
                </p:oleObj>
              </mc:Choice>
              <mc:Fallback>
                <p:oleObj name="Equação" r:id="rId6" imgW="634680" imgH="228600" progId="Equation.3">
                  <p:embed/>
                  <p:pic>
                    <p:nvPicPr>
                      <p:cNvPr id="3389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7158" y="2739661"/>
                        <a:ext cx="1309688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6">
            <a:extLst>
              <a:ext uri="{FF2B5EF4-FFF2-40B4-BE49-F238E27FC236}">
                <a16:creationId xmlns:a16="http://schemas.microsoft.com/office/drawing/2014/main" id="{A1C4AA17-92AC-6084-5C45-8BDDD07EE8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9450821"/>
              </p:ext>
            </p:extLst>
          </p:nvPr>
        </p:nvGraphicFramePr>
        <p:xfrm>
          <a:off x="7343274" y="2751526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8" imgW="190440" imgH="228600" progId="Equation.3">
                  <p:embed/>
                </p:oleObj>
              </mc:Choice>
              <mc:Fallback>
                <p:oleObj name="Equação" r:id="rId8" imgW="190440" imgH="228600" progId="Equation.3">
                  <p:embed/>
                  <p:pic>
                    <p:nvPicPr>
                      <p:cNvPr id="33895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3274" y="2751526"/>
                        <a:ext cx="392113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Line 42">
            <a:extLst>
              <a:ext uri="{FF2B5EF4-FFF2-40B4-BE49-F238E27FC236}">
                <a16:creationId xmlns:a16="http://schemas.microsoft.com/office/drawing/2014/main" id="{72F38696-9AEA-34E3-CBA5-163CF63ECE0B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8912560" y="4222024"/>
            <a:ext cx="1506" cy="420915"/>
          </a:xfrm>
          <a:prstGeom prst="line">
            <a:avLst/>
          </a:prstGeom>
          <a:noFill/>
          <a:ln w="38100">
            <a:solidFill>
              <a:srgbClr val="063DE8"/>
            </a:solidFill>
            <a:round/>
            <a:headEnd/>
            <a:tailEnd type="oval" w="sm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25" name="Line 43">
            <a:extLst>
              <a:ext uri="{FF2B5EF4-FFF2-40B4-BE49-F238E27FC236}">
                <a16:creationId xmlns:a16="http://schemas.microsoft.com/office/drawing/2014/main" id="{63A69C0F-F42C-5E93-CCA0-02849A4A6ECF}"/>
              </a:ext>
            </a:extLst>
          </p:cNvPr>
          <p:cNvSpPr>
            <a:spLocks noChangeShapeType="1"/>
          </p:cNvSpPr>
          <p:nvPr/>
        </p:nvSpPr>
        <p:spPr bwMode="ltGray">
          <a:xfrm flipV="1">
            <a:off x="9752266" y="4381306"/>
            <a:ext cx="1588" cy="261634"/>
          </a:xfrm>
          <a:prstGeom prst="line">
            <a:avLst/>
          </a:prstGeom>
          <a:noFill/>
          <a:ln w="38100">
            <a:solidFill>
              <a:srgbClr val="063DE8"/>
            </a:solidFill>
            <a:round/>
            <a:headEnd/>
            <a:tailEnd type="oval" w="sm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26" name="Line 44">
            <a:extLst>
              <a:ext uri="{FF2B5EF4-FFF2-40B4-BE49-F238E27FC236}">
                <a16:creationId xmlns:a16="http://schemas.microsoft.com/office/drawing/2014/main" id="{75C445FA-A02B-2F6D-31CB-82224A08ED3C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10590466" y="4636400"/>
            <a:ext cx="1588" cy="376099"/>
          </a:xfrm>
          <a:prstGeom prst="line">
            <a:avLst/>
          </a:prstGeom>
          <a:noFill/>
          <a:ln w="38100">
            <a:solidFill>
              <a:srgbClr val="063DE8"/>
            </a:solidFill>
            <a:round/>
            <a:headEnd/>
            <a:tailEnd type="oval" w="sm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27" name="Line 42">
            <a:extLst>
              <a:ext uri="{FF2B5EF4-FFF2-40B4-BE49-F238E27FC236}">
                <a16:creationId xmlns:a16="http://schemas.microsoft.com/office/drawing/2014/main" id="{4AE78864-5293-754B-2D82-741D8E80BD7E}"/>
              </a:ext>
            </a:extLst>
          </p:cNvPr>
          <p:cNvSpPr>
            <a:spLocks noChangeShapeType="1"/>
          </p:cNvSpPr>
          <p:nvPr/>
        </p:nvSpPr>
        <p:spPr bwMode="ltGray">
          <a:xfrm flipV="1">
            <a:off x="9319138" y="4185929"/>
            <a:ext cx="2496" cy="452994"/>
          </a:xfrm>
          <a:prstGeom prst="line">
            <a:avLst/>
          </a:prstGeom>
          <a:noFill/>
          <a:ln w="38100">
            <a:solidFill>
              <a:srgbClr val="063DE8"/>
            </a:solidFill>
            <a:round/>
            <a:headEnd/>
            <a:tailEnd type="oval" w="sm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28" name="Line 42">
            <a:extLst>
              <a:ext uri="{FF2B5EF4-FFF2-40B4-BE49-F238E27FC236}">
                <a16:creationId xmlns:a16="http://schemas.microsoft.com/office/drawing/2014/main" id="{0862C546-1335-9FFC-B075-A695A8B52837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8503487" y="4330308"/>
            <a:ext cx="5525" cy="328667"/>
          </a:xfrm>
          <a:prstGeom prst="line">
            <a:avLst/>
          </a:prstGeom>
          <a:noFill/>
          <a:ln w="38100">
            <a:solidFill>
              <a:srgbClr val="063DE8"/>
            </a:solidFill>
            <a:round/>
            <a:headEnd/>
            <a:tailEnd type="oval" w="sm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29" name="Line 44">
            <a:extLst>
              <a:ext uri="{FF2B5EF4-FFF2-40B4-BE49-F238E27FC236}">
                <a16:creationId xmlns:a16="http://schemas.microsoft.com/office/drawing/2014/main" id="{5C388E78-360E-3D77-C5CD-990E13791B01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10211970" y="4668480"/>
            <a:ext cx="3076" cy="70903"/>
          </a:xfrm>
          <a:prstGeom prst="line">
            <a:avLst/>
          </a:prstGeom>
          <a:noFill/>
          <a:ln w="38100">
            <a:solidFill>
              <a:srgbClr val="063DE8"/>
            </a:solidFill>
            <a:round/>
            <a:headEnd/>
            <a:tailEnd type="oval" w="sm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30" name="Line 42">
            <a:extLst>
              <a:ext uri="{FF2B5EF4-FFF2-40B4-BE49-F238E27FC236}">
                <a16:creationId xmlns:a16="http://schemas.microsoft.com/office/drawing/2014/main" id="{3931F447-986C-A126-90EC-EA80BACBE82A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8082380" y="4643128"/>
            <a:ext cx="1514" cy="23866"/>
          </a:xfrm>
          <a:prstGeom prst="line">
            <a:avLst/>
          </a:prstGeom>
          <a:noFill/>
          <a:ln w="38100">
            <a:solidFill>
              <a:srgbClr val="063DE8"/>
            </a:solidFill>
            <a:round/>
            <a:headEnd/>
            <a:tailEnd type="oval" w="sm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31" name="Line 45">
            <a:extLst>
              <a:ext uri="{FF2B5EF4-FFF2-40B4-BE49-F238E27FC236}">
                <a16:creationId xmlns:a16="http://schemas.microsoft.com/office/drawing/2014/main" id="{39D5D056-66AC-E2B1-8BFD-D2CC740599A4}"/>
              </a:ext>
            </a:extLst>
          </p:cNvPr>
          <p:cNvSpPr>
            <a:spLocks noChangeShapeType="1"/>
          </p:cNvSpPr>
          <p:nvPr/>
        </p:nvSpPr>
        <p:spPr bwMode="ltGray">
          <a:xfrm>
            <a:off x="1771912" y="4677240"/>
            <a:ext cx="5921" cy="134332"/>
          </a:xfrm>
          <a:prstGeom prst="line">
            <a:avLst/>
          </a:prstGeom>
          <a:noFill/>
          <a:ln w="38100">
            <a:solidFill>
              <a:srgbClr val="063DE8"/>
            </a:solidFill>
            <a:round/>
            <a:headEnd/>
            <a:tailEnd type="oval" w="sm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32" name="Line 45">
            <a:extLst>
              <a:ext uri="{FF2B5EF4-FFF2-40B4-BE49-F238E27FC236}">
                <a16:creationId xmlns:a16="http://schemas.microsoft.com/office/drawing/2014/main" id="{BEA8D97A-0131-8C03-466F-5D142A7D1EB9}"/>
              </a:ext>
            </a:extLst>
          </p:cNvPr>
          <p:cNvSpPr>
            <a:spLocks noChangeShapeType="1"/>
          </p:cNvSpPr>
          <p:nvPr/>
        </p:nvSpPr>
        <p:spPr bwMode="ltGray">
          <a:xfrm flipV="1">
            <a:off x="2650248" y="4667193"/>
            <a:ext cx="5890" cy="22079"/>
          </a:xfrm>
          <a:prstGeom prst="line">
            <a:avLst/>
          </a:prstGeom>
          <a:noFill/>
          <a:ln w="38100">
            <a:solidFill>
              <a:srgbClr val="063DE8"/>
            </a:solidFill>
            <a:round/>
            <a:headEnd/>
            <a:tailEnd type="oval" w="sm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33" name="Line 44">
            <a:extLst>
              <a:ext uri="{FF2B5EF4-FFF2-40B4-BE49-F238E27FC236}">
                <a16:creationId xmlns:a16="http://schemas.microsoft.com/office/drawing/2014/main" id="{163B2354-38BD-80E9-4E57-DE75DB0487D4}"/>
              </a:ext>
            </a:extLst>
          </p:cNvPr>
          <p:cNvSpPr>
            <a:spLocks noChangeShapeType="1"/>
          </p:cNvSpPr>
          <p:nvPr/>
        </p:nvSpPr>
        <p:spPr bwMode="ltGray">
          <a:xfrm flipV="1">
            <a:off x="2210091" y="4667193"/>
            <a:ext cx="879" cy="21339"/>
          </a:xfrm>
          <a:prstGeom prst="line">
            <a:avLst/>
          </a:prstGeom>
          <a:noFill/>
          <a:ln w="38100">
            <a:solidFill>
              <a:srgbClr val="063DE8"/>
            </a:solidFill>
            <a:round/>
            <a:headEnd/>
            <a:tailEnd type="oval" w="sm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34" name="Line 42">
            <a:extLst>
              <a:ext uri="{FF2B5EF4-FFF2-40B4-BE49-F238E27FC236}">
                <a16:creationId xmlns:a16="http://schemas.microsoft.com/office/drawing/2014/main" id="{8D765292-8C96-CAE9-24F1-009134A29E09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3037137" y="4651149"/>
            <a:ext cx="1514" cy="23866"/>
          </a:xfrm>
          <a:prstGeom prst="line">
            <a:avLst/>
          </a:prstGeom>
          <a:noFill/>
          <a:ln w="38100">
            <a:solidFill>
              <a:srgbClr val="063DE8"/>
            </a:solidFill>
            <a:round/>
            <a:headEnd/>
            <a:tailEnd type="oval" w="sm" len="med"/>
          </a:ln>
          <a:effectLst/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1904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A8559D-D703-F84A-827A-46AE4410B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FFT / IFFT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D0960A-164D-88C2-B096-CB69C144B6EC}"/>
              </a:ext>
            </a:extLst>
          </p:cNvPr>
          <p:cNvSpPr txBox="1">
            <a:spLocks/>
          </p:cNvSpPr>
          <p:nvPr/>
        </p:nvSpPr>
        <p:spPr>
          <a:xfrm>
            <a:off x="942372" y="1253331"/>
            <a:ext cx="10515600" cy="435133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 err="1"/>
              <a:t>Tranformada</a:t>
            </a:r>
            <a:r>
              <a:rPr lang="pt-BR" sz="2400" dirty="0"/>
              <a:t> de Fourier Discreta é normalmente implementada por meio do algoritmo rápido</a:t>
            </a:r>
          </a:p>
          <a:p>
            <a:r>
              <a:rPr lang="pt-BR" sz="2400" dirty="0"/>
              <a:t>Fast Fourier </a:t>
            </a:r>
            <a:r>
              <a:rPr lang="pt-BR" sz="2400" dirty="0" err="1"/>
              <a:t>Transform</a:t>
            </a:r>
            <a:r>
              <a:rPr lang="pt-BR" sz="2400" dirty="0"/>
              <a:t> (FFT)</a:t>
            </a:r>
          </a:p>
          <a:p>
            <a:endParaRPr lang="pt-BR" sz="2400" dirty="0"/>
          </a:p>
          <a:p>
            <a:r>
              <a:rPr lang="pt-BR" sz="2400" dirty="0"/>
              <a:t>Complexidade</a:t>
            </a:r>
          </a:p>
          <a:p>
            <a:endParaRPr lang="pt-BR" sz="2400" dirty="0"/>
          </a:p>
          <a:p>
            <a:pPr lvl="1"/>
            <a:r>
              <a:rPr lang="pt-BR" dirty="0"/>
              <a:t>DFT: 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FFT:</a:t>
            </a:r>
          </a:p>
          <a:p>
            <a:pPr lvl="1"/>
            <a:endParaRPr lang="pt-BR" dirty="0"/>
          </a:p>
          <a:p>
            <a:r>
              <a:rPr lang="pt-BR" sz="2400" dirty="0"/>
              <a:t>O mesmo vale para a transformada inversa</a:t>
            </a:r>
          </a:p>
          <a:p>
            <a:pPr lvl="1"/>
            <a:r>
              <a:rPr lang="pt-BR" dirty="0"/>
              <a:t>IFFT</a:t>
            </a: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E7A97F79-F4D5-2478-E7DC-E613B46FE7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8400892"/>
              </p:ext>
            </p:extLst>
          </p:nvPr>
        </p:nvGraphicFramePr>
        <p:xfrm>
          <a:off x="2736352" y="3429000"/>
          <a:ext cx="94297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457200" imgH="228600" progId="Equation.3">
                  <p:embed/>
                </p:oleObj>
              </mc:Choice>
              <mc:Fallback>
                <p:oleObj name="Equação" r:id="rId2" imgW="457200" imgH="228600" progId="Equation.3">
                  <p:embed/>
                  <p:pic>
                    <p:nvPicPr>
                      <p:cNvPr id="33997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6352" y="3429000"/>
                        <a:ext cx="942975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222B7732-2A7E-155E-82DD-92B82DB65C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0296084"/>
              </p:ext>
            </p:extLst>
          </p:nvPr>
        </p:nvGraphicFramePr>
        <p:xfrm>
          <a:off x="2723410" y="4103269"/>
          <a:ext cx="154622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749160" imgH="203040" progId="Equation.3">
                  <p:embed/>
                </p:oleObj>
              </mc:Choice>
              <mc:Fallback>
                <p:oleObj name="Equação" r:id="rId4" imgW="749160" imgH="203040" progId="Equation.3">
                  <p:embed/>
                  <p:pic>
                    <p:nvPicPr>
                      <p:cNvPr id="33997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3410" y="4103269"/>
                        <a:ext cx="1546225" cy="417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2757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08FD6F-9CB2-A56B-2027-713721442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Deslocamento Circular</a:t>
            </a:r>
          </a:p>
        </p:txBody>
      </p:sp>
      <p:sp>
        <p:nvSpPr>
          <p:cNvPr id="3" name="Seta em curva para a direita 19">
            <a:extLst>
              <a:ext uri="{FF2B5EF4-FFF2-40B4-BE49-F238E27FC236}">
                <a16:creationId xmlns:a16="http://schemas.microsoft.com/office/drawing/2014/main" id="{E449F2FD-06AB-9BB6-DFD0-037BF568B3C0}"/>
              </a:ext>
            </a:extLst>
          </p:cNvPr>
          <p:cNvSpPr/>
          <p:nvPr/>
        </p:nvSpPr>
        <p:spPr bwMode="auto">
          <a:xfrm>
            <a:off x="7251031" y="3248527"/>
            <a:ext cx="1167064" cy="1479885"/>
          </a:xfrm>
          <a:prstGeom prst="curvedRightArrow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pt-BR" sz="2000">
              <a:latin typeface="Nokia Sans Wide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128079D-1728-B8E3-D635-7E6B0D77494C}"/>
              </a:ext>
            </a:extLst>
          </p:cNvPr>
          <p:cNvSpPr txBox="1"/>
          <p:nvPr/>
        </p:nvSpPr>
        <p:spPr>
          <a:xfrm>
            <a:off x="7648042" y="32966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8CFFAC4B-98E9-F73F-FD69-E67C1E396E12}"/>
              </a:ext>
            </a:extLst>
          </p:cNvPr>
          <p:cNvSpPr txBox="1">
            <a:spLocks/>
          </p:cNvSpPr>
          <p:nvPr/>
        </p:nvSpPr>
        <p:spPr>
          <a:xfrm>
            <a:off x="1820779" y="1311443"/>
            <a:ext cx="3553326" cy="97455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Deslocamento de uma sequência periódica de período N</a:t>
            </a:r>
          </a:p>
          <a:p>
            <a:endParaRPr lang="pt-BR"/>
          </a:p>
          <a:p>
            <a:endParaRPr lang="pt-BR" dirty="0"/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C1A8874C-B46D-AD22-204A-7A1A38E00754}"/>
              </a:ext>
            </a:extLst>
          </p:cNvPr>
          <p:cNvSpPr txBox="1">
            <a:spLocks/>
          </p:cNvSpPr>
          <p:nvPr/>
        </p:nvSpPr>
        <p:spPr bwMode="auto">
          <a:xfrm>
            <a:off x="5185610" y="1391654"/>
            <a:ext cx="1235242" cy="67777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marL="280988" indent="-280988" defTabSz="76200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pt-BR" sz="5400" kern="0" dirty="0">
                <a:solidFill>
                  <a:srgbClr val="063DE8"/>
                </a:solidFill>
              </a:rPr>
              <a:t>=</a:t>
            </a:r>
          </a:p>
          <a:p>
            <a:pPr marL="280988" indent="-280988" defTabSz="76200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Tx/>
              <a:buChar char="•"/>
              <a:defRPr/>
            </a:pPr>
            <a:endParaRPr lang="pt-BR" sz="5400" kern="0" dirty="0">
              <a:solidFill>
                <a:srgbClr val="063DE8"/>
              </a:solidFill>
            </a:endParaRP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936E47CE-6DB1-4243-F930-89B986E54410}"/>
              </a:ext>
            </a:extLst>
          </p:cNvPr>
          <p:cNvSpPr txBox="1">
            <a:spLocks/>
          </p:cNvSpPr>
          <p:nvPr/>
        </p:nvSpPr>
        <p:spPr bwMode="auto">
          <a:xfrm>
            <a:off x="6184375" y="1319462"/>
            <a:ext cx="3553326" cy="97455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marL="280988" indent="-280988" defTabSz="76200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Tx/>
              <a:buChar char="•"/>
              <a:defRPr/>
            </a:pPr>
            <a:r>
              <a:rPr lang="pt-BR" sz="2000" kern="0" dirty="0"/>
              <a:t>Deslocamento circular de uma </a:t>
            </a:r>
            <a:r>
              <a:rPr lang="pt-BR" sz="2000" kern="0" dirty="0" err="1"/>
              <a:t>sequência</a:t>
            </a:r>
            <a:r>
              <a:rPr lang="pt-BR" sz="2000" kern="0" dirty="0"/>
              <a:t> de N amostras</a:t>
            </a:r>
          </a:p>
          <a:p>
            <a:pPr marL="280988" indent="-280988" defTabSz="76200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Tx/>
              <a:buChar char="•"/>
              <a:defRPr/>
            </a:pPr>
            <a:endParaRPr lang="pt-BR" sz="2000" kern="0" dirty="0"/>
          </a:p>
          <a:p>
            <a:pPr marL="280988" indent="-280988" defTabSz="76200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Tx/>
              <a:buChar char="•"/>
              <a:defRPr/>
            </a:pPr>
            <a:endParaRPr lang="pt-BR" sz="2000" kern="0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D31939D1-96E4-74C8-1EB6-7765C8B9DC60}"/>
              </a:ext>
            </a:extLst>
          </p:cNvPr>
          <p:cNvSpPr txBox="1">
            <a:spLocks/>
          </p:cNvSpPr>
          <p:nvPr/>
        </p:nvSpPr>
        <p:spPr bwMode="auto">
          <a:xfrm>
            <a:off x="1949115" y="2594811"/>
            <a:ext cx="8129338" cy="2590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marL="280988" indent="-280988" defTabSz="76200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Tx/>
              <a:buChar char="•"/>
              <a:defRPr/>
            </a:pPr>
            <a:r>
              <a:rPr lang="pt-BR" sz="2000" kern="0" dirty="0"/>
              <a:t>Ex.</a:t>
            </a:r>
          </a:p>
          <a:p>
            <a:pPr marL="280988" indent="-280988" defTabSz="76200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Tx/>
              <a:buChar char="•"/>
              <a:defRPr/>
            </a:pPr>
            <a:endParaRPr lang="pt-BR" kern="0" dirty="0"/>
          </a:p>
          <a:p>
            <a:pPr marL="280988" indent="-280988" defTabSz="76200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pt-BR" kern="0" dirty="0"/>
              <a:t>     Com deslocamento circular 1</a:t>
            </a:r>
          </a:p>
          <a:p>
            <a:pPr marL="280988" indent="-280988" defTabSz="76200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defRPr/>
            </a:pPr>
            <a:endParaRPr lang="pt-BR" kern="0" dirty="0"/>
          </a:p>
          <a:p>
            <a:pPr marL="280988" indent="-280988" defTabSz="762000">
              <a:spcBef>
                <a:spcPct val="40000"/>
              </a:spcBef>
              <a:buClr>
                <a:schemeClr val="hlink"/>
              </a:buClr>
            </a:pPr>
            <a:r>
              <a:rPr lang="pt-BR" kern="0" dirty="0"/>
              <a:t>     Com deslocamento circular 4</a:t>
            </a:r>
          </a:p>
          <a:p>
            <a:pPr marL="280988" indent="-280988" defTabSz="76200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Tx/>
              <a:buChar char="•"/>
              <a:defRPr/>
            </a:pPr>
            <a:endParaRPr lang="pt-BR" sz="2000" kern="0" dirty="0"/>
          </a:p>
          <a:p>
            <a:pPr marL="280988" indent="-280988" defTabSz="76200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Tx/>
              <a:buChar char="•"/>
              <a:defRPr/>
            </a:pPr>
            <a:endParaRPr lang="pt-BR" sz="2000" kern="0" dirty="0"/>
          </a:p>
          <a:p>
            <a:pPr marL="280988" indent="-280988" defTabSz="76200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Tx/>
              <a:buChar char="•"/>
              <a:defRPr/>
            </a:pPr>
            <a:endParaRPr lang="pt-BR" sz="2000" kern="0" dirty="0"/>
          </a:p>
        </p:txBody>
      </p:sp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4E965940-BFBF-B0B7-259B-74C4D85B1D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8701" y="2954505"/>
          <a:ext cx="243522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1180800" imgH="203040" progId="Equation.3">
                  <p:embed/>
                </p:oleObj>
              </mc:Choice>
              <mc:Fallback>
                <p:oleObj name="Equação" r:id="rId2" imgW="1180800" imgH="203040" progId="Equation.3">
                  <p:embed/>
                  <p:pic>
                    <p:nvPicPr>
                      <p:cNvPr id="34201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701" y="2954505"/>
                        <a:ext cx="2435225" cy="417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F791A5B7-4B42-8524-141A-FBB9749850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7363" y="3649245"/>
          <a:ext cx="364013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1765080" imgH="241200" progId="Equation.3">
                  <p:embed/>
                </p:oleObj>
              </mc:Choice>
              <mc:Fallback>
                <p:oleObj name="Equação" r:id="rId4" imgW="1765080" imgH="241200" progId="Equation.3">
                  <p:embed/>
                  <p:pic>
                    <p:nvPicPr>
                      <p:cNvPr id="34201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7363" y="3649245"/>
                        <a:ext cx="3640138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>
            <a:extLst>
              <a:ext uri="{FF2B5EF4-FFF2-40B4-BE49-F238E27FC236}">
                <a16:creationId xmlns:a16="http://schemas.microsoft.com/office/drawing/2014/main" id="{E8FD715A-501B-FECA-5570-44A30912CA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59010" y="4394869"/>
          <a:ext cx="369093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1790640" imgH="241200" progId="Equation.3">
                  <p:embed/>
                </p:oleObj>
              </mc:Choice>
              <mc:Fallback>
                <p:oleObj name="Equação" r:id="rId6" imgW="1790640" imgH="241200" progId="Equation.3">
                  <p:embed/>
                  <p:pic>
                    <p:nvPicPr>
                      <p:cNvPr id="3420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9010" y="4394869"/>
                        <a:ext cx="3690937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aixaDeTexto 11">
            <a:extLst>
              <a:ext uri="{FF2B5EF4-FFF2-40B4-BE49-F238E27FC236}">
                <a16:creationId xmlns:a16="http://schemas.microsoft.com/office/drawing/2014/main" id="{F89611B8-211A-D5A4-D91F-670118EF823C}"/>
              </a:ext>
            </a:extLst>
          </p:cNvPr>
          <p:cNvSpPr txBox="1"/>
          <p:nvPr/>
        </p:nvSpPr>
        <p:spPr>
          <a:xfrm>
            <a:off x="7996990" y="321243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F56D319-0CF0-3AA2-EAF6-A4F4379869E4}"/>
              </a:ext>
            </a:extLst>
          </p:cNvPr>
          <p:cNvSpPr txBox="1"/>
          <p:nvPr/>
        </p:nvSpPr>
        <p:spPr>
          <a:xfrm>
            <a:off x="8017041" y="42551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1146BD3-5450-C075-8459-4CEDBE961928}"/>
              </a:ext>
            </a:extLst>
          </p:cNvPr>
          <p:cNvSpPr txBox="1"/>
          <p:nvPr/>
        </p:nvSpPr>
        <p:spPr>
          <a:xfrm>
            <a:off x="8714874" y="36656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214925F-D9A3-69AA-03FF-F9080BEA859D}"/>
              </a:ext>
            </a:extLst>
          </p:cNvPr>
          <p:cNvSpPr txBox="1"/>
          <p:nvPr/>
        </p:nvSpPr>
        <p:spPr>
          <a:xfrm>
            <a:off x="7363274" y="36616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2F98E47-2943-C75E-2BE5-0607C24C4873}"/>
              </a:ext>
            </a:extLst>
          </p:cNvPr>
          <p:cNvSpPr txBox="1"/>
          <p:nvPr/>
        </p:nvSpPr>
        <p:spPr>
          <a:xfrm>
            <a:off x="8373978" y="33006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5B67A99-2C0A-4D31-5934-AE8C644B12D7}"/>
              </a:ext>
            </a:extLst>
          </p:cNvPr>
          <p:cNvSpPr txBox="1"/>
          <p:nvPr/>
        </p:nvSpPr>
        <p:spPr>
          <a:xfrm>
            <a:off x="8381998" y="40546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D249FB5-D4E0-20BB-FEE3-01F191DC9D4B}"/>
              </a:ext>
            </a:extLst>
          </p:cNvPr>
          <p:cNvSpPr txBox="1"/>
          <p:nvPr/>
        </p:nvSpPr>
        <p:spPr>
          <a:xfrm>
            <a:off x="7656062" y="40506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01126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993192-DB65-9E1F-0A1E-BB15FC922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Deslocamento Circular</a:t>
            </a:r>
          </a:p>
        </p:txBody>
      </p:sp>
      <p:sp>
        <p:nvSpPr>
          <p:cNvPr id="7" name="Espaço Reservado para Conteúdo 18">
            <a:extLst>
              <a:ext uri="{FF2B5EF4-FFF2-40B4-BE49-F238E27FC236}">
                <a16:creationId xmlns:a16="http://schemas.microsoft.com/office/drawing/2014/main" id="{018F4BA1-C706-3753-19D9-5B8C156E043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Se </a:t>
            </a:r>
          </a:p>
          <a:p>
            <a:endParaRPr lang="pt-BR"/>
          </a:p>
          <a:p>
            <a:endParaRPr lang="pt-BR"/>
          </a:p>
          <a:p>
            <a:endParaRPr lang="pt-BR"/>
          </a:p>
          <a:p>
            <a:r>
              <a:rPr lang="pt-BR"/>
              <a:t>então</a:t>
            </a:r>
            <a:endParaRPr lang="pt-BR" dirty="0"/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7993766E-D9D3-3F72-9563-45D44996D1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16314" y="1533525"/>
          <a:ext cx="1152525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558720" imgH="380880" progId="Equation.3">
                  <p:embed/>
                </p:oleObj>
              </mc:Choice>
              <mc:Fallback>
                <p:oleObj name="Equação" r:id="rId2" imgW="558720" imgH="380880" progId="Equation.3">
                  <p:embed/>
                  <p:pic>
                    <p:nvPicPr>
                      <p:cNvPr id="3430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6314" y="1533525"/>
                        <a:ext cx="1152525" cy="782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CBEBE75D-5C9D-0B23-EFA5-4ED4136558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81314" y="3421064"/>
          <a:ext cx="2541587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1231560" imgH="393480" progId="Equation.3">
                  <p:embed/>
                </p:oleObj>
              </mc:Choice>
              <mc:Fallback>
                <p:oleObj name="Equação" r:id="rId4" imgW="1231560" imgH="393480" progId="Equation.3">
                  <p:embed/>
                  <p:pic>
                    <p:nvPicPr>
                      <p:cNvPr id="34304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1314" y="3421064"/>
                        <a:ext cx="2541587" cy="809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5859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B484A6-1954-7611-F8D8-259AB9BFC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Convolução Circular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9DEF19-4C22-DA57-63A8-181E75283DA6}"/>
              </a:ext>
            </a:extLst>
          </p:cNvPr>
          <p:cNvSpPr txBox="1">
            <a:spLocks/>
          </p:cNvSpPr>
          <p:nvPr/>
        </p:nvSpPr>
        <p:spPr>
          <a:xfrm>
            <a:off x="1820779" y="1311443"/>
            <a:ext cx="3553326" cy="97455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Convolução de uma sequência periódica de período N</a:t>
            </a:r>
          </a:p>
          <a:p>
            <a:endParaRPr lang="pt-BR"/>
          </a:p>
          <a:p>
            <a:endParaRPr lang="pt-BR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1A1D40C2-D0A5-086A-3BAD-FB2704131EDC}"/>
              </a:ext>
            </a:extLst>
          </p:cNvPr>
          <p:cNvSpPr txBox="1">
            <a:spLocks/>
          </p:cNvSpPr>
          <p:nvPr/>
        </p:nvSpPr>
        <p:spPr bwMode="auto">
          <a:xfrm>
            <a:off x="5185610" y="1391654"/>
            <a:ext cx="1235242" cy="67777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marL="280988" indent="-280988" defTabSz="76200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pt-BR" sz="5400" kern="0" dirty="0">
                <a:solidFill>
                  <a:srgbClr val="063DE8"/>
                </a:solidFill>
              </a:rPr>
              <a:t>=</a:t>
            </a:r>
          </a:p>
          <a:p>
            <a:pPr marL="280988" indent="-280988" defTabSz="76200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Tx/>
              <a:buChar char="•"/>
              <a:defRPr/>
            </a:pPr>
            <a:endParaRPr lang="pt-BR" sz="5400" kern="0" dirty="0">
              <a:solidFill>
                <a:srgbClr val="063DE8"/>
              </a:solidFill>
            </a:endParaRP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1D90B247-B4BB-0CC1-B1B0-485960E6985F}"/>
              </a:ext>
            </a:extLst>
          </p:cNvPr>
          <p:cNvSpPr txBox="1">
            <a:spLocks/>
          </p:cNvSpPr>
          <p:nvPr/>
        </p:nvSpPr>
        <p:spPr bwMode="auto">
          <a:xfrm>
            <a:off x="6184375" y="1319462"/>
            <a:ext cx="3553326" cy="97455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marL="280988" indent="-280988" defTabSz="76200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Tx/>
              <a:buChar char="•"/>
              <a:defRPr/>
            </a:pPr>
            <a:r>
              <a:rPr lang="pt-BR" sz="2000" kern="0" dirty="0" err="1"/>
              <a:t>Convolução</a:t>
            </a:r>
            <a:r>
              <a:rPr lang="pt-BR" sz="2000" kern="0" dirty="0"/>
              <a:t> circular de uma </a:t>
            </a:r>
            <a:r>
              <a:rPr lang="pt-BR" sz="2000" kern="0" dirty="0" err="1"/>
              <a:t>sequência</a:t>
            </a:r>
            <a:r>
              <a:rPr lang="pt-BR" sz="2000" kern="0" dirty="0"/>
              <a:t> de N amostras</a:t>
            </a:r>
          </a:p>
          <a:p>
            <a:pPr marL="280988" indent="-280988" defTabSz="76200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Tx/>
              <a:buChar char="•"/>
              <a:defRPr/>
            </a:pPr>
            <a:endParaRPr lang="pt-BR" sz="2000" kern="0" dirty="0"/>
          </a:p>
          <a:p>
            <a:pPr marL="280988" indent="-280988" defTabSz="76200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Tx/>
              <a:buChar char="•"/>
              <a:defRPr/>
            </a:pPr>
            <a:endParaRPr lang="pt-BR" sz="2000" kern="0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F2AEA519-7D34-D84D-B90C-C88383CBBC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39854" y="2348247"/>
          <a:ext cx="3143250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1523880" imgH="431640" progId="Equation.3">
                  <p:embed/>
                </p:oleObj>
              </mc:Choice>
              <mc:Fallback>
                <p:oleObj name="Equação" r:id="rId2" imgW="1523880" imgH="431640" progId="Equation.3">
                  <p:embed/>
                  <p:pic>
                    <p:nvPicPr>
                      <p:cNvPr id="3450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9854" y="2348247"/>
                        <a:ext cx="3143250" cy="887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D3D0507F-6A60-2D0A-A624-B988D2AE6871}"/>
              </a:ext>
            </a:extLst>
          </p:cNvPr>
          <p:cNvSpPr txBox="1">
            <a:spLocks/>
          </p:cNvSpPr>
          <p:nvPr/>
        </p:nvSpPr>
        <p:spPr bwMode="auto">
          <a:xfrm>
            <a:off x="5193774" y="2578767"/>
            <a:ext cx="4836551" cy="97455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marL="280988" indent="-280988" algn="ctr" defTabSz="76200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pt-BR" sz="2000" kern="0" dirty="0"/>
              <a:t>Lembrando que </a:t>
            </a:r>
            <a:r>
              <a:rPr lang="pt-BR" sz="2000" i="1" kern="0" dirty="0" err="1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pt-BR" sz="2000" i="1" kern="0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t-BR" sz="2000" kern="0" dirty="0"/>
              <a:t> e </a:t>
            </a:r>
            <a:r>
              <a:rPr lang="pt-BR" sz="2000" i="1" kern="0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pt-BR" sz="2000" i="1" kern="0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t-BR" sz="2000" kern="0" dirty="0"/>
              <a:t> são periódicos com período </a:t>
            </a:r>
            <a:r>
              <a:rPr lang="pt-BR" sz="2000" i="1" kern="0" dirty="0">
                <a:latin typeface="Times New Roman" pitchFamily="18" charset="0"/>
                <a:cs typeface="Times New Roman" pitchFamily="18" charset="0"/>
              </a:rPr>
              <a:t>N</a:t>
            </a:r>
          </a:p>
          <a:p>
            <a:pPr marL="280988" indent="-280988" algn="ctr" defTabSz="76200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defRPr/>
            </a:pPr>
            <a:endParaRPr lang="pt-BR" sz="2000" kern="0" dirty="0"/>
          </a:p>
          <a:p>
            <a:pPr marL="280988" indent="-280988" algn="ctr" defTabSz="76200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defRPr/>
            </a:pPr>
            <a:endParaRPr lang="pt-BR" sz="2000" kern="0" dirty="0"/>
          </a:p>
        </p:txBody>
      </p:sp>
      <p:graphicFrame>
        <p:nvGraphicFramePr>
          <p:cNvPr id="8" name="Object 6">
            <a:extLst>
              <a:ext uri="{FF2B5EF4-FFF2-40B4-BE49-F238E27FC236}">
                <a16:creationId xmlns:a16="http://schemas.microsoft.com/office/drawing/2014/main" id="{C20D7165-B886-1A2F-C2EF-10578EACBA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6441" y="3730208"/>
          <a:ext cx="1701800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825480" imgH="431640" progId="Equation.3">
                  <p:embed/>
                </p:oleObj>
              </mc:Choice>
              <mc:Fallback>
                <p:oleObj name="Equação" r:id="rId4" imgW="825480" imgH="431640" progId="Equation.3">
                  <p:embed/>
                  <p:pic>
                    <p:nvPicPr>
                      <p:cNvPr id="34509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6441" y="3730208"/>
                        <a:ext cx="1701800" cy="887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78A4AA5A-28E6-F741-F65D-971326E1857A}"/>
              </a:ext>
            </a:extLst>
          </p:cNvPr>
          <p:cNvSpPr txBox="1">
            <a:spLocks/>
          </p:cNvSpPr>
          <p:nvPr/>
        </p:nvSpPr>
        <p:spPr bwMode="auto">
          <a:xfrm>
            <a:off x="2001396" y="3284620"/>
            <a:ext cx="4836551" cy="97455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marL="280988" indent="-280988" defTabSz="76200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Arial" pitchFamily="34" charset="0"/>
              <a:buChar char="•"/>
              <a:defRPr/>
            </a:pPr>
            <a:r>
              <a:rPr lang="pt-BR" sz="2000" kern="0" dirty="0"/>
              <a:t>Ex.</a:t>
            </a:r>
          </a:p>
          <a:p>
            <a:pPr marL="280988" indent="-280988" algn="ctr" defTabSz="76200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defRPr/>
            </a:pPr>
            <a:endParaRPr lang="pt-BR" sz="2000" kern="0" dirty="0"/>
          </a:p>
        </p:txBody>
      </p:sp>
      <p:graphicFrame>
        <p:nvGraphicFramePr>
          <p:cNvPr id="10" name="Object 7">
            <a:extLst>
              <a:ext uri="{FF2B5EF4-FFF2-40B4-BE49-F238E27FC236}">
                <a16:creationId xmlns:a16="http://schemas.microsoft.com/office/drawing/2014/main" id="{721053A8-54B0-167C-EEE8-ED89DD8260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24844" y="3517064"/>
          <a:ext cx="4135437" cy="138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2006280" imgH="672840" progId="Equation.3">
                  <p:embed/>
                </p:oleObj>
              </mc:Choice>
              <mc:Fallback>
                <p:oleObj name="Equação" r:id="rId6" imgW="2006280" imgH="672840" progId="Equation.3">
                  <p:embed/>
                  <p:pic>
                    <p:nvPicPr>
                      <p:cNvPr id="34509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4844" y="3517064"/>
                        <a:ext cx="4135437" cy="1384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8">
            <a:extLst>
              <a:ext uri="{FF2B5EF4-FFF2-40B4-BE49-F238E27FC236}">
                <a16:creationId xmlns:a16="http://schemas.microsoft.com/office/drawing/2014/main" id="{6537EAB7-567F-B6E1-210A-CA43D058E4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83150" y="4899025"/>
          <a:ext cx="4267200" cy="138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8" imgW="2070000" imgH="672840" progId="Equation.3">
                  <p:embed/>
                </p:oleObj>
              </mc:Choice>
              <mc:Fallback>
                <p:oleObj name="Equação" r:id="rId8" imgW="2070000" imgH="672840" progId="Equation.3">
                  <p:embed/>
                  <p:pic>
                    <p:nvPicPr>
                      <p:cNvPr id="34509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3150" y="4899025"/>
                        <a:ext cx="4267200" cy="1384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Elipse 11">
            <a:extLst>
              <a:ext uri="{FF2B5EF4-FFF2-40B4-BE49-F238E27FC236}">
                <a16:creationId xmlns:a16="http://schemas.microsoft.com/office/drawing/2014/main" id="{FAFCCC6A-A0C4-8FF1-4A15-774A8AFC9064}"/>
              </a:ext>
            </a:extLst>
          </p:cNvPr>
          <p:cNvSpPr/>
          <p:nvPr/>
        </p:nvSpPr>
        <p:spPr bwMode="auto">
          <a:xfrm>
            <a:off x="3039980" y="2671011"/>
            <a:ext cx="192505" cy="168442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pt-BR" sz="2000">
              <a:latin typeface="Nokia Sans Wi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316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9FBBE9-A479-737A-45AA-BB8927776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Convolução Circular</a:t>
            </a:r>
          </a:p>
        </p:txBody>
      </p:sp>
      <p:sp>
        <p:nvSpPr>
          <p:cNvPr id="3" name="Espaço Reservado para Conteúdo 18">
            <a:extLst>
              <a:ext uri="{FF2B5EF4-FFF2-40B4-BE49-F238E27FC236}">
                <a16:creationId xmlns:a16="http://schemas.microsoft.com/office/drawing/2014/main" id="{513FCAD0-B2EA-FE94-30E0-1D92097CF03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Se </a:t>
            </a:r>
          </a:p>
          <a:p>
            <a:endParaRPr lang="pt-BR"/>
          </a:p>
          <a:p>
            <a:endParaRPr lang="pt-BR"/>
          </a:p>
          <a:p>
            <a:endParaRPr lang="pt-BR"/>
          </a:p>
          <a:p>
            <a:r>
              <a:rPr lang="pt-BR"/>
              <a:t>então</a:t>
            </a:r>
            <a:endParaRPr lang="pt-BR" dirty="0"/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F0C31CF1-2694-DBB6-BA67-3541049158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16314" y="1533525"/>
          <a:ext cx="1152525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558720" imgH="380880" progId="Equation.3">
                  <p:embed/>
                </p:oleObj>
              </mc:Choice>
              <mc:Fallback>
                <p:oleObj name="Equação" r:id="rId2" imgW="558720" imgH="380880" progId="Equation.3">
                  <p:embed/>
                  <p:pic>
                    <p:nvPicPr>
                      <p:cNvPr id="3430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6314" y="1533525"/>
                        <a:ext cx="1152525" cy="782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5716860A-A808-8A3B-552B-F8CD3B3DE9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7494" y="1544881"/>
          <a:ext cx="1152525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558720" imgH="380880" progId="Equation.3">
                  <p:embed/>
                </p:oleObj>
              </mc:Choice>
              <mc:Fallback>
                <p:oleObj name="Equação" r:id="rId4" imgW="558720" imgH="380880" progId="Equation.3">
                  <p:embed/>
                  <p:pic>
                    <p:nvPicPr>
                      <p:cNvPr id="3461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7494" y="1544881"/>
                        <a:ext cx="1152525" cy="782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DD412E0-B87D-9F00-F862-C1B26D62B0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40088" y="3373439"/>
          <a:ext cx="2043112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990360" imgH="380880" progId="Equation.3">
                  <p:embed/>
                </p:oleObj>
              </mc:Choice>
              <mc:Fallback>
                <p:oleObj name="Equação" r:id="rId6" imgW="990360" imgH="380880" progId="Equation.3">
                  <p:embed/>
                  <p:pic>
                    <p:nvPicPr>
                      <p:cNvPr id="3461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0088" y="3373439"/>
                        <a:ext cx="2043112" cy="782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Elipse 6">
            <a:extLst>
              <a:ext uri="{FF2B5EF4-FFF2-40B4-BE49-F238E27FC236}">
                <a16:creationId xmlns:a16="http://schemas.microsoft.com/office/drawing/2014/main" id="{BE70AF58-6035-F220-F194-FC121D0D2D3B}"/>
              </a:ext>
            </a:extLst>
          </p:cNvPr>
          <p:cNvSpPr/>
          <p:nvPr/>
        </p:nvSpPr>
        <p:spPr bwMode="auto">
          <a:xfrm>
            <a:off x="3617516" y="3789987"/>
            <a:ext cx="192505" cy="168442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pt-BR" sz="2000">
              <a:latin typeface="Nokia Sans Wi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099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cks Attorneys - Brazil - Presentation EN.potx  -  versão 2.0: 06/01/2022 11:04  -  Somente Leitura" id="{A6674CF9-3814-4F73-9FDA-DA843D583E93}" vid="{DB5BBEE7-B585-4951-AEB8-B408A647032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Country_x0020_1 xmlns="95c025fe-a600-4cde-9b8b-77161b10ab73" xsi:nil="true"/>
    <TaxCatchAll xmlns="7338d0ee-48d0-42fd-8eee-cce9c16843bc" xsi:nil="true"/>
    <lcf76f155ced4ddcb4097134ff3c332f xmlns="95c025fe-a600-4cde-9b8b-77161b10ab7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6BCB7353188E4C9571C1B2EA1322FC" ma:contentTypeVersion="35" ma:contentTypeDescription="Crie um novo documento." ma:contentTypeScope="" ma:versionID="92c51d0239284ad1c813a13c01a4fe40">
  <xsd:schema xmlns:xsd="http://www.w3.org/2001/XMLSchema" xmlns:xs="http://www.w3.org/2001/XMLSchema" xmlns:p="http://schemas.microsoft.com/office/2006/metadata/properties" xmlns:ns1="http://schemas.microsoft.com/sharepoint/v3" xmlns:ns2="95c025fe-a600-4cde-9b8b-77161b10ab73" xmlns:ns3="7338d0ee-48d0-42fd-8eee-cce9c16843bc" targetNamespace="http://schemas.microsoft.com/office/2006/metadata/properties" ma:root="true" ma:fieldsID="6edbb47d3ff2f476a00cc06bb1101404" ns1:_="" ns2:_="" ns3:_="">
    <xsd:import namespace="http://schemas.microsoft.com/sharepoint/v3"/>
    <xsd:import namespace="95c025fe-a600-4cde-9b8b-77161b10ab73"/>
    <xsd:import namespace="7338d0ee-48d0-42fd-8eee-cce9c16843bc"/>
    <xsd:element name="properties">
      <xsd:complexType>
        <xsd:sequence>
          <xsd:element name="documentManagement">
            <xsd:complexType>
              <xsd:all>
                <xsd:element ref="ns2:Country_x0020_1" minOccurs="0"/>
                <xsd:element ref="ns1:PublishingStartDate" minOccurs="0"/>
                <xsd:element ref="ns1:PublishingExpirationDate" minOccurs="0"/>
                <xsd:element ref="ns3:SharedWithUsers" minOccurs="0"/>
                <xsd:element ref="ns3:SharingHintHash" minOccurs="0"/>
                <xsd:element ref="ns3:SharedWithDetails" minOccurs="0"/>
                <xsd:element ref="ns3:LastSharedByUser" minOccurs="0"/>
                <xsd:element ref="ns3:LastSharedByTime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Agendamento de Data de Início" ma:description="Data de Início de Agendamento é uma coluna de site criada pelo recurso de Publicação. Ela é usada para especificar a data e hora em que essa página aparecerá pela primeira vez aos visitantes do site." ma:hidden="true" ma:internalName="PublishingStartDate" ma:readOnly="false">
      <xsd:simpleType>
        <xsd:restriction base="dms:Unknown"/>
      </xsd:simpleType>
    </xsd:element>
    <xsd:element name="PublishingExpirationDate" ma:index="9" nillable="true" ma:displayName="Agendamento de Data de Término" ma:description="Data Final de Agendamento é uma coluna de site criada pelo recurso de Publicação. Ela é usada para especificar a data e a hora em que essa página não será mais exibida aos visitantes do site." ma:hidden="true" ma:internalName="PublishingExpirationDate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c025fe-a600-4cde-9b8b-77161b10ab73" elementFormDefault="qualified">
    <xsd:import namespace="http://schemas.microsoft.com/office/2006/documentManagement/types"/>
    <xsd:import namespace="http://schemas.microsoft.com/office/infopath/2007/PartnerControls"/>
    <xsd:element name="Country_x0020_1" ma:index="2" nillable="true" ma:displayName="Country" ma:format="Dropdown" ma:internalName="Country_x0020_1" ma:readOnly="false">
      <xsd:simpleType>
        <xsd:restriction base="dms:Choice">
          <xsd:enumeration value="China"/>
          <xsd:enumeration value="France"/>
          <xsd:enumeration value="Germany"/>
          <xsd:enumeration value="Japan"/>
          <xsd:enumeration value="Netherlands"/>
          <xsd:enumeration value="UK"/>
          <xsd:enumeration value="USA"/>
        </xsd:restriction>
      </xsd:simpleType>
    </xsd:element>
    <xsd:element name="MediaServiceMetadata" ma:index="15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6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7" nillable="true" ma:displayName="MediaServiceAutoTags" ma:description="" ma:hidden="true" ma:internalName="MediaServiceAutoTags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MediaServiceLocation" ma:hidden="true" ma:internalName="MediaServiceLocation" ma:readOnly="true">
      <xsd:simpleType>
        <xsd:restriction base="dms:Text"/>
      </xsd:simpleType>
    </xsd:element>
    <xsd:element name="MediaServiceOCR" ma:index="20" nillable="true" ma:displayName="MediaServiceOCR" ma:hidden="true" ma:internalName="MediaServiceOCR" ma:readOnly="true">
      <xsd:simpleType>
        <xsd:restriction base="dms:Note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hidden="true" ma:internalName="MediaServiceKeyPoints" ma:readOnly="true">
      <xsd:simpleType>
        <xsd:restriction base="dms:Note"/>
      </xsd:simpleType>
    </xsd:element>
    <xsd:element name="MediaLengthInSeconds" ma:index="2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8" nillable="true" ma:taxonomy="true" ma:internalName="lcf76f155ced4ddcb4097134ff3c332f" ma:taxonomyFieldName="MediaServiceImageTags" ma:displayName="Marcações de imagem" ma:readOnly="false" ma:fieldId="{5cf76f15-5ced-4ddc-b409-7134ff3c332f}" ma:taxonomyMulti="true" ma:sspId="04e8a720-b6b8-4622-b52c-5ab72fdc0c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38d0ee-48d0-42fd-8eee-cce9c16843b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Hash de Dica de Compartilhamento" ma:hidden="true" ma:internalName="SharingHintHash" ma:readOnly="true">
      <xsd:simpleType>
        <xsd:restriction base="dms:Text"/>
      </xsd:simpleType>
    </xsd:element>
    <xsd:element name="SharedWithDetails" ma:index="12" nillable="true" ma:displayName="Detalhes de Compartilhado Com" ma:description="" ma:hidden="true" ma:internalName="SharedWithDetails" ma:readOnly="true">
      <xsd:simpleType>
        <xsd:restriction base="dms:Note"/>
      </xsd:simpleType>
    </xsd:element>
    <xsd:element name="LastSharedByUser" ma:index="13" nillable="true" ma:displayName="Último Compartilhamento Por Usuário" ma:description="" ma:hidden="true" ma:internalName="LastSharedByUser" ma:readOnly="true">
      <xsd:simpleType>
        <xsd:restriction base="dms:Note"/>
      </xsd:simpleType>
    </xsd:element>
    <xsd:element name="LastSharedByTime" ma:index="14" nillable="true" ma:displayName="Último Compartilhamento Por Tempo" ma:description="" ma:hidden="true" ma:internalName="LastSharedByTime" ma:readOnly="true">
      <xsd:simpleType>
        <xsd:restriction base="dms:DateTime"/>
      </xsd:simpleType>
    </xsd:element>
    <xsd:element name="TaxCatchAll" ma:index="29" nillable="true" ma:displayName="Taxonomy Catch All Column" ma:hidden="true" ma:list="{8971a6ca-946b-442e-a300-cc99d2254307}" ma:internalName="TaxCatchAll" ma:showField="CatchAllData" ma:web="7338d0ee-48d0-42fd-8eee-cce9c16843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79FE441-B5D8-464E-B272-E5E9701C444C}">
  <ds:schemaRefs>
    <ds:schemaRef ds:uri="http://purl.org/dc/elements/1.1/"/>
    <ds:schemaRef ds:uri="http://schemas.microsoft.com/sharepoint/v3"/>
    <ds:schemaRef ds:uri="http://purl.org/dc/dcmitype/"/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7338d0ee-48d0-42fd-8eee-cce9c16843bc"/>
    <ds:schemaRef ds:uri="95c025fe-a600-4cde-9b8b-77161b10ab73"/>
  </ds:schemaRefs>
</ds:datastoreItem>
</file>

<file path=customXml/itemProps2.xml><?xml version="1.0" encoding="utf-8"?>
<ds:datastoreItem xmlns:ds="http://schemas.openxmlformats.org/officeDocument/2006/customXml" ds:itemID="{34FEC8D3-7B32-419B-A4A3-EBB3317EEE7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2BDDB90-0A5B-4A8F-A01B-30AFB72EE556}">
  <ds:schemaRefs>
    <ds:schemaRef ds:uri="7338d0ee-48d0-42fd-8eee-cce9c16843bc"/>
    <ds:schemaRef ds:uri="95c025fe-a600-4cde-9b8b-77161b10ab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756163f3-60ab-41f6-93dc-6e1b6af775b3}" enabled="1" method="Privileged" siteId="{a5a01691-338c-4b57-812c-24d594995cd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Licks Attorneys - Brazil - Presentation EN</Template>
  <TotalTime>18485</TotalTime>
  <Words>781</Words>
  <Application>Microsoft Office PowerPoint</Application>
  <PresentationFormat>Widescreen</PresentationFormat>
  <Paragraphs>248</Paragraphs>
  <Slides>25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25</vt:i4>
      </vt:variant>
    </vt:vector>
  </HeadingPairs>
  <TitlesOfParts>
    <vt:vector size="34" baseType="lpstr">
      <vt:lpstr>Arial</vt:lpstr>
      <vt:lpstr>Calibri</vt:lpstr>
      <vt:lpstr>Calibri Light</vt:lpstr>
      <vt:lpstr>Nokia Sans Wide</vt:lpstr>
      <vt:lpstr>Segoe UI Black</vt:lpstr>
      <vt:lpstr>Times New Roman</vt:lpstr>
      <vt:lpstr>Tema do Office</vt:lpstr>
      <vt:lpstr>Equação</vt:lpstr>
      <vt:lpstr>Equation</vt:lpstr>
      <vt:lpstr>Amostragem</vt:lpstr>
      <vt:lpstr>Digitalização Conversão Analógico-Digital (DAC)</vt:lpstr>
      <vt:lpstr>Amostragem</vt:lpstr>
      <vt:lpstr>Amostragem de Sinais</vt:lpstr>
      <vt:lpstr>Espectro de Sinal Amostrado</vt:lpstr>
      <vt:lpstr>Espectro de Sinal Amostrado</vt:lpstr>
      <vt:lpstr>Teorema da Amostragem</vt:lpstr>
      <vt:lpstr>Definições</vt:lpstr>
      <vt:lpstr>Reconstrução do sinal original</vt:lpstr>
      <vt:lpstr>Resposta impulsional de um filtro passa-baixa ideal</vt:lpstr>
      <vt:lpstr>Reconstrução do sinal contínuo usando interpolador ideal</vt:lpstr>
      <vt:lpstr>Aliasing (dobramento espectral)</vt:lpstr>
      <vt:lpstr>Filtro Anti-Aliasing</vt:lpstr>
      <vt:lpstr>Filtro de reconstrução (não ideal)</vt:lpstr>
      <vt:lpstr>Escolha prática da taxa de amostragem</vt:lpstr>
      <vt:lpstr>Transformada discreta de fourier (DFT)</vt:lpstr>
      <vt:lpstr>Transformada de Fourier Discreta (1)</vt:lpstr>
      <vt:lpstr>Transformada de Fourier Discreta (2)</vt:lpstr>
      <vt:lpstr>Transformada de Fourier Discreta (3)</vt:lpstr>
      <vt:lpstr>Transformada de Fourier Discreta Inversa </vt:lpstr>
      <vt:lpstr>FFT / IFFT</vt:lpstr>
      <vt:lpstr>Deslocamento Circular</vt:lpstr>
      <vt:lpstr>Deslocamento Circular</vt:lpstr>
      <vt:lpstr>Convolução Circular</vt:lpstr>
      <vt:lpstr>Convolução Circular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June 29th, 2021</dc:title>
  <dc:creator>Sonia Ximenes</dc:creator>
  <cp:lastModifiedBy>André Barreto | Brazil | Licks Attorneys</cp:lastModifiedBy>
  <cp:revision>30</cp:revision>
  <cp:lastPrinted>2017-06-06T18:46:34Z</cp:lastPrinted>
  <dcterms:created xsi:type="dcterms:W3CDTF">2022-06-23T16:27:38Z</dcterms:created>
  <dcterms:modified xsi:type="dcterms:W3CDTF">2026-10-25T21:41:58Z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0x010100016BCB7353188E4C9571C1B2EA1322FC</vt:lpwstr>
  </property>
  <property fmtid="{D5CDD505-2E9C-101B-9397-08002B2CF9AE}" pid="3" name="MSIP_Label_8b38cb3f-a960-40d2-b589-fe5c7caef41b_Enabled">
    <vt:lpwstr>true</vt:lpwstr>
  </property>
  <property fmtid="{D5CDD505-2E9C-101B-9397-08002B2CF9AE}" pid="4" name="MSIP_Label_8b38cb3f-a960-40d2-b589-fe5c7caef41b_SetDate">
    <vt:lpwstr>2022-06-23T16:46:29Z</vt:lpwstr>
  </property>
  <property fmtid="{D5CDD505-2E9C-101B-9397-08002B2CF9AE}" pid="5" name="MSIP_Label_8b38cb3f-a960-40d2-b589-fe5c7caef41b_Method">
    <vt:lpwstr>Privileged</vt:lpwstr>
  </property>
  <property fmtid="{D5CDD505-2E9C-101B-9397-08002B2CF9AE}" pid="6" name="MSIP_Label_8b38cb3f-a960-40d2-b589-fe5c7caef41b_Name">
    <vt:lpwstr>CONFIDENTIAL</vt:lpwstr>
  </property>
  <property fmtid="{D5CDD505-2E9C-101B-9397-08002B2CF9AE}" pid="7" name="MSIP_Label_8b38cb3f-a960-40d2-b589-fe5c7caef41b_SiteId">
    <vt:lpwstr>a5a01691-338c-4b57-812c-24d594995cd6</vt:lpwstr>
  </property>
  <property fmtid="{D5CDD505-2E9C-101B-9397-08002B2CF9AE}" pid="8" name="MSIP_Label_8b38cb3f-a960-40d2-b589-fe5c7caef41b_ActionId">
    <vt:lpwstr>82308caf-a452-4fdc-9535-426c4b72816e</vt:lpwstr>
  </property>
  <property fmtid="{D5CDD505-2E9C-101B-9397-08002B2CF9AE}" pid="9" name="MSIP_Label_8b38cb3f-a960-40d2-b589-fe5c7caef41b_ContentBits">
    <vt:lpwstr>1</vt:lpwstr>
  </property>
  <property fmtid="{D5CDD505-2E9C-101B-9397-08002B2CF9AE}" pid="10" name="MediaServiceImageTags">
    <vt:lpwstr/>
  </property>
</Properties>
</file>